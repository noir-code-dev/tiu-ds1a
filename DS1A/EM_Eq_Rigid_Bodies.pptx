
<file path=[Content_Types].xml><?xml version="1.0" encoding="utf-8"?>
<Types xmlns="http://schemas.openxmlformats.org/package/2006/content-types">
  <Override PartName="/ppt/ink/ink58.xml" ContentType="application/inkml+xml"/>
  <Override PartName="/ppt/ink/ink287.xml" ContentType="application/inkml+xml"/>
  <Override PartName="/ppt/ink/ink303.xml" ContentType="application/inkml+xml"/>
  <Override PartName="/ppt/ink/ink448.xml" ContentType="application/inkml+xml"/>
  <Override PartName="/ppt/ink/ink634.xml" ContentType="application/inkml+xml"/>
  <Override PartName="/ppt/ink/ink142.xml" ContentType="application/inkml+xml"/>
  <Override PartName="/ppt/ink/ink426.xml" ContentType="application/inkml+xml"/>
  <Override PartName="/ppt/ink/ink473.xml" ContentType="application/inkml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ink/ink36.xml" ContentType="application/inkml+xml"/>
  <Override PartName="/ppt/ink/ink83.xml" ContentType="application/inkml+xml"/>
  <Override PartName="/ppt/ink/ink120.xml" ContentType="application/inkml+xml"/>
  <Override PartName="/ppt/ink/ink218.xml" ContentType="application/inkml+xml"/>
  <Override PartName="/ppt/ink/ink265.xml" ContentType="application/inkml+xml"/>
  <Override PartName="/ppt/ink/ink549.xml" ContentType="application/inkml+xml"/>
  <Override PartName="/ppt/ink/ink596.xml" ContentType="application/inkml+xml"/>
  <Override PartName="/ppt/ink/ink612.xml" ContentType="application/inkml+xml"/>
  <Default Extension="xml" ContentType="application/xml"/>
  <Override PartName="/ppt/slides/slide50.xml" ContentType="application/vnd.openxmlformats-officedocument.presentationml.slide+xml"/>
  <Override PartName="/ppt/ink/ink14.xml" ContentType="application/inkml+xml"/>
  <Override PartName="/ppt/ink/ink61.xml" ContentType="application/inkml+xml"/>
  <Override PartName="/ppt/ink/ink388.xml" ContentType="application/inkml+xml"/>
  <Override PartName="/ppt/ink/ink404.xml" ContentType="application/inkml+xml"/>
  <Override PartName="/ppt/ink/ink451.xml" ContentType="application/inkml+xml"/>
  <Override PartName="/ppt/ink/ink2.xml" ContentType="application/inkml+xml"/>
  <Override PartName="/ppt/ink/ink243.xml" ContentType="application/inkml+xml"/>
  <Override PartName="/ppt/ink/ink290.xml" ContentType="application/inkml+xml"/>
  <Override PartName="/ppt/ink/ink527.xml" ContentType="application/inkml+xml"/>
  <Override PartName="/ppt/ink/ink574.xml" ContentType="application/inkml+xml"/>
  <Override PartName="/ppt/ink/ink221.xml" ContentType="application/inkml+xml"/>
  <Override PartName="/ppt/ink/ink319.xml" ContentType="application/inkml+xml"/>
  <Override PartName="/ppt/ink/ink366.xml" ContentType="application/inkml+xml"/>
  <Override PartName="/ppt/ink/ink505.xml" ContentType="application/inkml+xml"/>
  <Override PartName="/ppt/ink/ink552.xml" ContentType="application/inkml+xml"/>
  <Override PartName="/ppt/ink/ink158.xml" ContentType="application/inkml+xml"/>
  <Override PartName="/ppt/ink/ink344.xml" ContentType="application/inkml+xml"/>
  <Override PartName="/ppt/ink/ink391.xml" ContentType="application/inkml+xml"/>
  <Override PartName="/ppt/ink/ink489.xml" ContentType="application/inkml+xml"/>
  <Override PartName="/ppt/ink/ink628.xml" ContentType="application/inkml+xml"/>
  <Override PartName="/ppt/ink/ink675.xml" ContentType="application/inkml+xml"/>
  <Override PartName="/ppt/ink/ink99.xml" ContentType="application/inkml+xml"/>
  <Override PartName="/ppt/ink/ink136.xml" ContentType="application/inkml+xml"/>
  <Override PartName="/ppt/ink/ink183.xml" ContentType="application/inkml+xml"/>
  <Override PartName="/ppt/ink/ink467.xml" ContentType="application/inkml+xml"/>
  <Override PartName="/ppt/ink/ink530.xml" ContentType="application/inkml+xml"/>
  <Override PartName="/ppt/slides/slide19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ink/ink77.xml" ContentType="application/inkml+xml"/>
  <Override PartName="/ppt/ink/ink259.xml" ContentType="application/inkml+xml"/>
  <Override PartName="/ppt/ink/ink322.xml" ContentType="application/inkml+xml"/>
  <Override PartName="/ppt/ink/ink606.xml" ContentType="application/inkml+xml"/>
  <Override PartName="/ppt/ink/ink653.xml" ContentType="application/inkml+xml"/>
  <Override PartName="/ppt/ink/ink114.xml" ContentType="application/inkml+xml"/>
  <Override PartName="/ppt/ink/ink161.xml" ContentType="application/inkml+xml"/>
  <Override PartName="/ppt/ink/ink300.xml" ContentType="application/inkml+xml"/>
  <Override PartName="/ppt/ink/ink445.xml" ContentType="application/inkml+xml"/>
  <Override PartName="/ppt/ink/ink492.xml" ContentType="application/inkml+xml"/>
  <Override PartName="/ppt/ink/ink631.xml" ContentType="application/inkml+xml"/>
  <Override PartName="/ppt/slides/slide44.xml" ContentType="application/vnd.openxmlformats-officedocument.presentationml.slide+xml"/>
  <Override PartName="/ppt/ink/ink55.xml" ContentType="application/inkml+xml"/>
  <Override PartName="/ppt/ink/ink237.xml" ContentType="application/inkml+xml"/>
  <Override PartName="/ppt/ink/ink284.xml" ContentType="application/inkml+xml"/>
  <Override PartName="/ppt/ink/ink423.xml" ContentType="application/inkml+xml"/>
  <Override PartName="/ppt/ink/ink470.xml" ContentType="application/inkml+xml"/>
  <Override PartName="/ppt/ink/ink568.xml" ContentType="application/inkml+xml"/>
  <Override PartName="/ppt/slides/slide22.xml" ContentType="application/vnd.openxmlformats-officedocument.presentationml.slide+xml"/>
  <Override PartName="/ppt/ink/ink33.xml" ContentType="application/inkml+xml"/>
  <Override PartName="/ppt/ink/ink80.xml" ContentType="application/inkml+xml"/>
  <Override PartName="/ppt/ink/ink215.xml" ContentType="application/inkml+xml"/>
  <Override PartName="/ppt/ink/ink262.xml" ContentType="application/inkml+xml"/>
  <Override PartName="/ppt/ink/ink199.xml" ContentType="application/inkml+xml"/>
  <Override PartName="/ppt/ink/ink401.xml" ContentType="application/inkml+xml"/>
  <Override PartName="/ppt/ink/ink546.xml" ContentType="application/inkml+xml"/>
  <Override PartName="/ppt/ink/ink593.xml" ContentType="application/inkml+xml"/>
  <Override PartName="/ppt/ink/ink11.xml" ContentType="application/inkml+xml"/>
  <Override PartName="/ppt/ink/ink240.xml" ContentType="application/inkml+xml"/>
  <Override PartName="/ppt/ink/ink338.xml" ContentType="application/inkml+xml"/>
  <Override PartName="/ppt/ink/ink385.xml" ContentType="application/inkml+xml"/>
  <Override PartName="/ppt/ink/ink524.xml" ContentType="application/inkml+xml"/>
  <Override PartName="/ppt/ink/ink571.xml" ContentType="application/inkml+xml"/>
  <Override PartName="/ppt/ink/ink669.xml" ContentType="application/inkml+xml"/>
  <Override PartName="/ppt/ink/ink177.xml" ContentType="application/inkml+xml"/>
  <Override PartName="/ppt/ink/ink316.xml" ContentType="application/inkml+xml"/>
  <Override PartName="/ppt/ink/ink363.xml" ContentType="application/inkml+xml"/>
  <Override PartName="/ppt/ink/ink647.xml" ContentType="application/inkml+xml"/>
  <Override PartName="/ppt/ink/ink108.xml" ContentType="application/inkml+xml"/>
  <Override PartName="/ppt/ink/ink155.xml" ContentType="application/inkml+xml"/>
  <Override PartName="/ppt/ink/ink439.xml" ContentType="application/inkml+xml"/>
  <Override PartName="/ppt/ink/ink486.xml" ContentType="application/inkml+xml"/>
  <Override PartName="/ppt/ink/ink502.xml" ContentType="application/inkml+xml"/>
  <Override PartName="/ppt/slides/slide38.xml" ContentType="application/vnd.openxmlformats-officedocument.presentationml.slide+xml"/>
  <Override PartName="/ppt/ink/ink49.xml" ContentType="application/inkml+xml"/>
  <Override PartName="/ppt/ink/ink96.xml" ContentType="application/inkml+xml"/>
  <Override PartName="/ppt/ink/ink278.xml" ContentType="application/inkml+xml"/>
  <Override PartName="/ppt/ink/ink341.xml" ContentType="application/inkml+xml"/>
  <Override PartName="/ppt/ink/ink625.xml" ContentType="application/inkml+xml"/>
  <Override PartName="/ppt/ink/ink672.xml" ContentType="application/inkml+xml"/>
  <Override PartName="/ppt/ink/ink27.xml" ContentType="application/inkml+xml"/>
  <Override PartName="/ppt/ink/ink74.xml" ContentType="application/inkml+xml"/>
  <Override PartName="/ppt/ink/ink133.xml" ContentType="application/inkml+xml"/>
  <Override PartName="/ppt/ink/ink180.xml" ContentType="application/inkml+xml"/>
  <Override PartName="/ppt/ink/ink417.xml" ContentType="application/inkml+xml"/>
  <Override PartName="/ppt/ink/ink464.xml" ContentType="application/inkml+xml"/>
  <Override PartName="/ppt/ink/ink603.xml" ContentType="application/inkml+xml"/>
  <Override PartName="/ppt/ink/ink650.xml" ContentType="application/inkml+xml"/>
  <Override PartName="/ppt/slides/slide16.xml" ContentType="application/vnd.openxmlformats-officedocument.presentationml.slide+xml"/>
  <Override PartName="/ppt/slides/slide63.xml" ContentType="application/vnd.openxmlformats-officedocument.presentationml.slide+xml"/>
  <Override PartName="/ppt/ink/ink111.xml" ContentType="application/inkml+xml"/>
  <Override PartName="/ppt/ink/ink209.xml" ContentType="application/inkml+xml"/>
  <Override PartName="/ppt/ink/ink256.xml" ContentType="application/inkml+xml"/>
  <Override PartName="/ppt/ink/ink442.xml" ContentType="application/inkml+xml"/>
  <Override PartName="/ppt/ink/ink587.xml" ContentType="application/inkml+xml"/>
  <Override PartName="/ppt/slides/slide41.xml" ContentType="application/vnd.openxmlformats-officedocument.presentationml.slide+xml"/>
  <Override PartName="/ppt/ink/ink52.xml" ContentType="application/inkml+xml"/>
  <Override PartName="/ppt/ink/ink234.xml" ContentType="application/inkml+xml"/>
  <Override PartName="/ppt/ink/ink281.xml" ContentType="application/inkml+xml"/>
  <Override PartName="/ppt/ink/ink379.xml" ContentType="application/inkml+xml"/>
  <Override PartName="/ppt/ink/ink420.xml" ContentType="application/inkml+xml"/>
  <Override PartName="/ppt/ink/ink518.xml" ContentType="application/inkml+xml"/>
  <Override PartName="/ppt/ink/ink565.xml" ContentType="application/inkml+xml"/>
  <Override PartName="/ppt/ink/ink30.xml" ContentType="application/inkml+xml"/>
  <Override PartName="/ppt/ink/ink212.xml" ContentType="application/inkml+xml"/>
  <Override PartName="/ppt/ink/ink357.xml" ContentType="application/inkml+xml"/>
  <Override PartName="/ppt/ink/ink543.xml" ContentType="application/inkml+xml"/>
  <Override PartName="/ppt/ink/ink590.xml" ContentType="application/inkml+xml"/>
  <Override PartName="/ppt/ink/ink149.xml" ContentType="application/inkml+xml"/>
  <Override PartName="/ppt/ink/ink196.xml" ContentType="application/inkml+xml"/>
  <Override PartName="/ppt/ink/ink335.xml" ContentType="application/inkml+xml"/>
  <Override PartName="/ppt/ink/ink382.xml" ContentType="application/inkml+xml"/>
  <Override PartName="/ppt/ink/ink619.xml" ContentType="application/inkml+xml"/>
  <Override PartName="/ppt/ink/ink666.xml" ContentType="application/inkml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ink/ink127.xml" ContentType="application/inkml+xml"/>
  <Override PartName="/ppt/ink/ink174.xml" ContentType="application/inkml+xml"/>
  <Override PartName="/ppt/ink/ink458.xml" ContentType="application/inkml+xml"/>
  <Override PartName="/ppt/ink/ink521.xml" ContentType="application/inkml+xml"/>
  <Override PartName="/ppt/slides/slide57.xml" ContentType="application/vnd.openxmlformats-officedocument.presentationml.slide+xml"/>
  <Override PartName="/ppt/ink/ink68.xml" ContentType="application/inkml+xml"/>
  <Override PartName="/ppt/ink/ink297.xml" ContentType="application/inkml+xml"/>
  <Override PartName="/ppt/ink/ink313.xml" ContentType="application/inkml+xml"/>
  <Override PartName="/ppt/ink/ink360.xml" ContentType="application/inkml+xml"/>
  <Override PartName="/ppt/ink/ink644.xml" ContentType="application/inkml+xml"/>
  <Override PartName="/ppt/ink/ink9.xml" ContentType="application/inkml+xml"/>
  <Override PartName="/ppt/ink/ink46.xml" ContentType="application/inkml+xml"/>
  <Override PartName="/ppt/ink/ink93.xml" ContentType="application/inkml+xml"/>
  <Override PartName="/ppt/ink/ink105.xml" ContentType="application/inkml+xml"/>
  <Override PartName="/ppt/ink/ink152.xml" ContentType="application/inkml+xml"/>
  <Override PartName="/ppt/ink/ink436.xml" ContentType="application/inkml+xml"/>
  <Override PartName="/ppt/ink/ink483.xml" ContentType="application/inkml+xml"/>
  <Override PartName="/ppt/ink/ink622.xml" ContentType="application/inkml+xml"/>
  <Override PartName="/ppt/slides/slide35.xml" ContentType="application/vnd.openxmlformats-officedocument.presentationml.slide+xml"/>
  <Override PartName="/ppt/ink/ink130.xml" ContentType="application/inkml+xml"/>
  <Override PartName="/ppt/ink/ink228.xml" ContentType="application/inkml+xml"/>
  <Override PartName="/ppt/ink/ink275.xml" ContentType="application/inkml+xml"/>
  <Override PartName="/ppt/ink/ink414.xml" ContentType="application/inkml+xml"/>
  <Override PartName="/ppt/ink/ink461.xml" ContentType="application/inkml+xml"/>
  <Override PartName="/ppt/ink/ink559.xml" ContentType="application/inkml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ink/ink24.xml" ContentType="application/inkml+xml"/>
  <Override PartName="/ppt/ink/ink71.xml" ContentType="application/inkml+xml"/>
  <Override PartName="/ppt/ink/ink206.xml" ContentType="application/inkml+xml"/>
  <Override PartName="/ppt/ink/ink253.xml" ContentType="application/inkml+xml"/>
  <Override PartName="/ppt/ink/ink398.xml" ContentType="application/inkml+xml"/>
  <Override PartName="/ppt/ink/ink537.xml" ContentType="application/inkml+xml"/>
  <Override PartName="/ppt/ink/ink584.xml" ContentType="application/inkml+xml"/>
  <Override PartName="/ppt/ink/ink600.xml" ContentType="application/inkml+xml"/>
  <Override PartName="/ppt/ink/ink329.xml" ContentType="application/inkml+xml"/>
  <Override PartName="/ppt/ink/ink376.xml" ContentType="application/inkml+xml"/>
  <Override PartName="/ppt/ink/ink168.xml" ContentType="application/inkml+xml"/>
  <Override PartName="/ppt/ink/ink231.xml" ContentType="application/inkml+xml"/>
  <Override PartName="/ppt/ink/ink515.xml" ContentType="application/inkml+xml"/>
  <Override PartName="/ppt/ink/ink562.xml" ContentType="application/inkml+xml"/>
  <Override PartName="/ppt/ink/ink307.xml" ContentType="application/inkml+xml"/>
  <Override PartName="/ppt/ink/ink354.xml" ContentType="application/inkml+xml"/>
  <Override PartName="/ppt/ink/ink499.xml" ContentType="application/inkml+xml"/>
  <Override PartName="/ppt/ink/ink638.xml" ContentType="application/inkml+xml"/>
  <Override PartName="/ppt/ink/ink146.xml" ContentType="application/inkml+xml"/>
  <Override PartName="/ppt/ink/ink193.xml" ContentType="application/inkml+xml"/>
  <Override PartName="/ppt/ink/ink332.xml" ContentType="application/inkml+xml"/>
  <Override PartName="/ppt/ink/ink477.xml" ContentType="application/inkml+xml"/>
  <Override PartName="/ppt/ink/ink540.xml" ContentType="application/inkml+xml"/>
  <Override PartName="/ppt/slides/slide29.xml" ContentType="application/vnd.openxmlformats-officedocument.presentationml.slide+xml"/>
  <Override PartName="/ppt/ink/ink87.xml" ContentType="application/inkml+xml"/>
  <Override PartName="/ppt/ink/ink124.xml" ContentType="application/inkml+xml"/>
  <Override PartName="/ppt/ink/ink171.xml" ContentType="application/inkml+xml"/>
  <Override PartName="/ppt/ink/ink269.xml" ContentType="application/inkml+xml"/>
  <Override PartName="/ppt/ink/ink616.xml" ContentType="application/inkml+xml"/>
  <Override PartName="/ppt/ink/ink663.xml" ContentType="application/inkml+xml"/>
  <Override PartName="/ppt/slides/slide4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ink/ink18.xml" ContentType="application/inkml+xml"/>
  <Override PartName="/ppt/ink/ink65.xml" ContentType="application/inkml+xml"/>
  <Override PartName="/ppt/ink/ink310.xml" ContentType="application/inkml+xml"/>
  <Override PartName="/ppt/ink/ink408.xml" ContentType="application/inkml+xml"/>
  <Override PartName="/ppt/ink/ink455.xml" ContentType="application/inkml+xml"/>
  <Override PartName="/ppt/ink/ink641.xml" ContentType="application/inkml+xml"/>
  <Override PartName="/ppt/ink/ink6.xml" ContentType="application/inkml+xml"/>
  <Override PartName="/ppt/ink/ink102.xml" ContentType="application/inkml+xml"/>
  <Override PartName="/ppt/ink/ink247.xml" ContentType="application/inkml+xml"/>
  <Override PartName="/ppt/ink/ink294.xml" ContentType="application/inkml+xml"/>
  <Override PartName="/ppt/ink/ink433.xml" ContentType="application/inkml+xml"/>
  <Override PartName="/ppt/ink/ink480.xml" ContentType="application/inkml+xml"/>
  <Override PartName="/ppt/ink/ink578.xml" ContentType="application/inkml+xml"/>
  <Override PartName="/ppt/slides/slide32.xml" ContentType="application/vnd.openxmlformats-officedocument.presentationml.slide+xml"/>
  <Override PartName="/ppt/ink/ink43.xml" ContentType="application/inkml+xml"/>
  <Override PartName="/ppt/ink/ink90.xml" ContentType="application/inkml+xml"/>
  <Override PartName="/ppt/ink/ink225.xml" ContentType="application/inkml+xml"/>
  <Override PartName="/ppt/ink/ink272.xml" ContentType="application/inkml+xml"/>
  <Override PartName="/ppt/ink/ink509.xml" ContentType="application/inkml+xml"/>
  <Override PartName="/ppt/ink/ink556.xml" ContentType="application/inkml+xml"/>
  <Override PartName="/ppt/slides/slide10.xml" ContentType="application/vnd.openxmlformats-officedocument.presentationml.slide+xml"/>
  <Override PartName="/ppt/ink/ink21.xml" ContentType="application/inkml+xml"/>
  <Override PartName="/ppt/ink/ink348.xml" ContentType="application/inkml+xml"/>
  <Override PartName="/ppt/ink/ink395.xml" ContentType="application/inkml+xml"/>
  <Override PartName="/ppt/ink/ink411.xml" ContentType="application/inkml+xml"/>
  <Override PartName="/ppt/ink/ink187.xml" ContentType="application/inkml+xml"/>
  <Override PartName="/ppt/ink/ink203.xml" ContentType="application/inkml+xml"/>
  <Override PartName="/ppt/ink/ink250.xml" ContentType="application/inkml+xml"/>
  <Override PartName="/ppt/ink/ink534.xml" ContentType="application/inkml+xml"/>
  <Override PartName="/ppt/ink/ink581.xml" ContentType="application/inkml+xml"/>
  <Override PartName="/ppt/ink/ink326.xml" ContentType="application/inkml+xml"/>
  <Override PartName="/ppt/ink/ink373.xml" ContentType="application/inkml+xml"/>
  <Override PartName="/ppt/ink/ink512.xml" ContentType="application/inkml+xml"/>
  <Override PartName="/ppt/ink/ink657.xml" ContentType="application/inkml+xml"/>
  <Override PartName="/ppt/ink/ink118.xml" ContentType="application/inkml+xml"/>
  <Override PartName="/ppt/ink/ink165.xml" ContentType="application/inkml+xml"/>
  <Override PartName="/ppt/ink/ink304.xml" ContentType="application/inkml+xml"/>
  <Override PartName="/ppt/ink/ink351.xml" ContentType="application/inkml+xml"/>
  <Override PartName="/ppt/ink/ink449.xml" ContentType="application/inkml+xml"/>
  <Override PartName="/ppt/ink/ink496.xml" ContentType="application/inkml+xml"/>
  <Override PartName="/ppt/slides/slide48.xml" ContentType="application/vnd.openxmlformats-officedocument.presentationml.slide+xml"/>
  <Override PartName="/ppt/ink/ink59.xml" ContentType="application/inkml+xml"/>
  <Override PartName="/ppt/ink/ink143.xml" ContentType="application/inkml+xml"/>
  <Override PartName="/ppt/ink/ink190.xml" ContentType="application/inkml+xml"/>
  <Override PartName="/ppt/ink/ink288.xml" ContentType="application/inkml+xml"/>
  <Override PartName="/ppt/ink/ink635.xml" ContentType="application/inkml+xml"/>
  <Override PartName="/ppt/slides/slide26.xml" ContentType="application/vnd.openxmlformats-officedocument.presentationml.slide+xml"/>
  <Override PartName="/ppt/ink/ink37.xml" ContentType="application/inkml+xml"/>
  <Override PartName="/ppt/ink/ink84.xml" ContentType="application/inkml+xml"/>
  <Override PartName="/ppt/ink/ink427.xml" ContentType="application/inkml+xml"/>
  <Override PartName="/ppt/ink/ink474.xml" ContentType="application/inkml+xml"/>
  <Override PartName="/ppt/ink/ink613.xml" ContentType="application/inkml+xml"/>
  <Override PartName="/ppt/ink/ink660.xml" ContentType="application/inkml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ink/ink121.xml" ContentType="application/inkml+xml"/>
  <Override PartName="/ppt/ink/ink219.xml" ContentType="application/inkml+xml"/>
  <Override PartName="/ppt/ink/ink266.xml" ContentType="application/inkml+xml"/>
  <Override PartName="/ppt/ink/ink405.xml" ContentType="application/inkml+xml"/>
  <Override PartName="/ppt/ink/ink452.xml" ContentType="application/inkml+xml"/>
  <Override PartName="/ppt/ink/ink597.xml" ContentType="application/inkml+xml"/>
  <Override PartName="/ppt/slides/slide51.xml" ContentType="application/vnd.openxmlformats-officedocument.presentationml.slide+xml"/>
  <Override PartName="/ppt/ink/ink3.xml" ContentType="application/inkml+xml"/>
  <Override PartName="/ppt/ink/ink15.xml" ContentType="application/inkml+xml"/>
  <Override PartName="/ppt/ink/ink62.xml" ContentType="application/inkml+xml"/>
  <Override PartName="/ppt/ink/ink244.xml" ContentType="application/inkml+xml"/>
  <Override PartName="/ppt/ink/ink291.xml" ContentType="application/inkml+xml"/>
  <Override PartName="/ppt/ink/ink389.xml" ContentType="application/inkml+xml"/>
  <Override PartName="/ppt/ink/ink528.xml" ContentType="application/inkml+xml"/>
  <Override PartName="/ppt/ink/ink575.xml" ContentType="application/inkml+xml"/>
  <Override PartName="/ppt/ink/ink40.xml" ContentType="application/inkml+xml"/>
  <Override PartName="/ppt/ink/ink367.xml" ContentType="application/inkml+xml"/>
  <Override PartName="/ppt/ink/ink430.xml" ContentType="application/inkml+xml"/>
  <Override PartName="/ppt/ink/ink159.xml" ContentType="application/inkml+xml"/>
  <Override PartName="/ppt/ink/ink222.xml" ContentType="application/inkml+xml"/>
  <Override PartName="/ppt/ink/ink506.xml" ContentType="application/inkml+xml"/>
  <Override PartName="/ppt/ink/ink553.xml" ContentType="application/inkml+xml"/>
  <Override PartName="/ppt/ink/ink200.xml" ContentType="application/inkml+xml"/>
  <Override PartName="/ppt/ink/ink345.xml" ContentType="application/inkml+xml"/>
  <Override PartName="/ppt/ink/ink392.xml" ContentType="application/inkml+xml"/>
  <Override PartName="/ppt/ink/ink531.xml" ContentType="application/inkml+xml"/>
  <Override PartName="/ppt/ink/ink629.xml" ContentType="application/inkml+xml"/>
  <Override PartName="/ppt/ink/ink676.xml" ContentType="application/inkml+xml"/>
  <Override PartName="/ppt/ink/ink137.xml" ContentType="application/inkml+xml"/>
  <Override PartName="/ppt/ink/ink184.xml" ContentType="application/inkml+xml"/>
  <Override PartName="/ppt/ink/ink323.xml" ContentType="application/inkml+xml"/>
  <Override PartName="/ppt/ink/ink370.xml" ContentType="application/inkml+xml"/>
  <Override PartName="/ppt/ink/ink468.xml" ContentType="application/inkml+xml"/>
  <Override PartName="/ppt/ink/ink607.xml" ContentType="application/inkml+xml"/>
  <Override PartName="/ppt/ink/ink654.xml" ContentType="application/inkml+xml"/>
  <Override PartName="/ppt/slides/slide67.xml" ContentType="application/vnd.openxmlformats-officedocument.presentationml.slide+xml"/>
  <Override PartName="/ppt/ink/ink78.xml" ContentType="application/inkml+xml"/>
  <Override PartName="/ppt/ink/ink115.xml" ContentType="application/inkml+xml"/>
  <Override PartName="/ppt/ink/ink162.xml" ContentType="application/inkml+xml"/>
  <Override PartName="/ppt/ink/ink446.xml" ContentType="application/inkml+xml"/>
  <Override PartName="/ppt/ink/ink493.xml" ContentType="application/inkml+xml"/>
  <Override PartName="/ppt/slides/slide45.xml" ContentType="application/vnd.openxmlformats-officedocument.presentationml.slide+xml"/>
  <Override PartName="/ppt/ink/ink56.xml" ContentType="application/inkml+xml"/>
  <Override PartName="/ppt/ink/ink238.xml" ContentType="application/inkml+xml"/>
  <Override PartName="/ppt/ink/ink285.xml" ContentType="application/inkml+xml"/>
  <Override PartName="/ppt/ink/ink301.xml" ContentType="application/inkml+xml"/>
  <Override PartName="/ppt/ink/ink632.xml" ContentType="application/inkml+xml"/>
  <Override PartName="/ppt/ink/ink140.xml" ContentType="application/inkml+xml"/>
  <Override PartName="/ppt/ink/ink424.xml" ContentType="application/inkml+xml"/>
  <Override PartName="/ppt/ink/ink471.xml" ContentType="application/inkml+xml"/>
  <Override PartName="/ppt/ink/ink569.xml" ContentType="application/inkml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ink/ink34.xml" ContentType="application/inkml+xml"/>
  <Override PartName="/ppt/ink/ink81.xml" ContentType="application/inkml+xml"/>
  <Override PartName="/ppt/ink/ink216.xml" ContentType="application/inkml+xml"/>
  <Override PartName="/ppt/ink/ink263.xml" ContentType="application/inkml+xml"/>
  <Override PartName="/ppt/ink/ink547.xml" ContentType="application/inkml+xml"/>
  <Override PartName="/ppt/ink/ink594.xml" ContentType="application/inkml+xml"/>
  <Override PartName="/ppt/ink/ink610.xml" ContentType="application/inkml+xml"/>
  <Override PartName="/ppt/ink/ink12.xml" ContentType="application/inkml+xml"/>
  <Override PartName="/ppt/ink/ink339.xml" ContentType="application/inkml+xml"/>
  <Override PartName="/ppt/ink/ink386.xml" ContentType="application/inkml+xml"/>
  <Override PartName="/ppt/ink/ink402.xml" ContentType="application/inkml+xml"/>
  <Override PartName="/ppt/commentAuthors.xml" ContentType="application/vnd.openxmlformats-officedocument.presentationml.commentAuthors+xml"/>
  <Override PartName="/ppt/ink/ink178.xml" ContentType="application/inkml+xml"/>
  <Override PartName="/ppt/ink/ink241.xml" ContentType="application/inkml+xml"/>
  <Override PartName="/ppt/ink/ink525.xml" ContentType="application/inkml+xml"/>
  <Override PartName="/ppt/ink/ink572.xml" ContentType="application/inkml+xml"/>
  <Override PartName="/ppt/ink/ink317.xml" ContentType="application/inkml+xml"/>
  <Override PartName="/ppt/ink/ink364.xml" ContentType="application/inkml+xml"/>
  <Override PartName="/ppt/ink/ink503.xml" ContentType="application/inkml+xml"/>
  <Override PartName="/ppt/ink/ink550.xml" ContentType="application/inkml+xml"/>
  <Override PartName="/ppt/ink/ink648.xml" ContentType="application/inkml+xml"/>
  <Override PartName="/ppt/ink/ink97.xml" ContentType="application/inkml+xml"/>
  <Override PartName="/ppt/ink/ink109.xml" ContentType="application/inkml+xml"/>
  <Override PartName="/ppt/ink/ink156.xml" ContentType="application/inkml+xml"/>
  <Override PartName="/ppt/ink/ink342.xml" ContentType="application/inkml+xml"/>
  <Override PartName="/ppt/ink/ink487.xml" ContentType="application/inkml+xml"/>
  <Override PartName="/ppt/ink/ink626.xml" ContentType="application/inkml+xml"/>
  <Override PartName="/ppt/ink/ink673.xml" ContentType="application/inkml+xml"/>
  <Override PartName="/ppt/slides/slide39.xml" ContentType="application/vnd.openxmlformats-officedocument.presentationml.slide+xml"/>
  <Override PartName="/ppt/ink/ink134.xml" ContentType="application/inkml+xml"/>
  <Override PartName="/ppt/ink/ink181.xml" ContentType="application/inkml+xml"/>
  <Override PartName="/ppt/ink/ink279.xml" ContentType="application/inkml+xml"/>
  <Override PartName="/ppt/ink/ink418.xml" ContentType="application/inkml+xml"/>
  <Override PartName="/ppt/ink/ink465.xml" ContentType="application/inkml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ink/ink28.xml" ContentType="application/inkml+xml"/>
  <Override PartName="/ppt/ink/ink75.xml" ContentType="application/inkml+xml"/>
  <Override PartName="/ppt/ink/ink257.xml" ContentType="application/inkml+xml"/>
  <Override PartName="/ppt/ink/ink320.xml" ContentType="application/inkml+xml"/>
  <Override PartName="/ppt/ink/ink604.xml" ContentType="application/inkml+xml"/>
  <Override PartName="/ppt/ink/ink651.xml" ContentType="application/inkml+xml"/>
  <Override PartName="/ppt/ink/ink112.xml" ContentType="application/inkml+xml"/>
  <Override PartName="/ppt/ink/ink443.xml" ContentType="application/inkml+xml"/>
  <Override PartName="/ppt/ink/ink490.xml" ContentType="application/inkml+xml"/>
  <Override PartName="/ppt/ink/ink588.xml" ContentType="application/inkml+xml"/>
  <Override PartName="/ppt/slides/slide42.xml" ContentType="application/vnd.openxmlformats-officedocument.presentationml.slide+xml"/>
  <Override PartName="/ppt/ink/ink53.xml" ContentType="application/inkml+xml"/>
  <Override PartName="/ppt/ink/ink235.xml" ContentType="application/inkml+xml"/>
  <Override PartName="/ppt/ink/ink282.xml" ContentType="application/inkml+xml"/>
  <Override PartName="/ppt/ink/ink421.xml" ContentType="application/inkml+xml"/>
  <Override PartName="/ppt/ink/ink519.xml" ContentType="application/inkml+xml"/>
  <Override PartName="/ppt/ink/ink566.xml" ContentType="application/inkml+xml"/>
  <Override PartName="/ppt/slides/slide20.xml" ContentType="application/vnd.openxmlformats-officedocument.presentationml.slide+xml"/>
  <Override PartName="/ppt/ink/ink31.xml" ContentType="application/inkml+xml"/>
  <Override PartName="/ppt/ink/ink213.xml" ContentType="application/inkml+xml"/>
  <Override PartName="/ppt/ink/ink260.xml" ContentType="application/inkml+xml"/>
  <Override PartName="/ppt/ink/ink358.xml" ContentType="application/inkml+xml"/>
  <Override PartName="/ppt/ink/ink197.xml" ContentType="application/inkml+xml"/>
  <Override PartName="/ppt/ink/ink544.xml" ContentType="application/inkml+xml"/>
  <Override PartName="/ppt/ink/ink591.xml" ContentType="application/inkml+xml"/>
  <Override PartName="/ppt/ink/ink336.xml" ContentType="application/inkml+xml"/>
  <Override PartName="/ppt/ink/ink383.xml" ContentType="application/inkml+xml"/>
  <Override PartName="/ppt/ink/ink522.xml" ContentType="application/inkml+xml"/>
  <Override PartName="/ppt/ink/ink667.xml" ContentType="application/inkml+xml"/>
  <Override PartName="/ppt/slides/slide8.xml" ContentType="application/vnd.openxmlformats-officedocument.presentationml.slide+xml"/>
  <Override PartName="/ppt/ink/ink69.xml" ContentType="application/inkml+xml"/>
  <Override PartName="/ppt/ink/ink128.xml" ContentType="application/inkml+xml"/>
  <Override PartName="/ppt/ink/ink175.xml" ContentType="application/inkml+xml"/>
  <Override PartName="/ppt/ink/ink314.xml" ContentType="application/inkml+xml"/>
  <Override PartName="/ppt/ink/ink361.xml" ContentType="application/inkml+xml"/>
  <Override PartName="/ppt/ink/ink459.xml" ContentType="application/inkml+xml"/>
  <Override PartName="/ppt/ink/ink645.xml" ContentType="application/inkml+xml"/>
  <Override PartName="/ppt/slides/slide58.xml" ContentType="application/vnd.openxmlformats-officedocument.presentationml.slide+xml"/>
  <Override PartName="/ppt/ink/ink106.xml" ContentType="application/inkml+xml"/>
  <Override PartName="/ppt/ink/ink153.xml" ContentType="application/inkml+xml"/>
  <Override PartName="/ppt/ink/ink298.xml" ContentType="application/inkml+xml"/>
  <Override PartName="/ppt/ink/ink437.xml" ContentType="application/inkml+xml"/>
  <Override PartName="/ppt/ink/ink484.xml" ContentType="application/inkml+xml"/>
  <Override PartName="/ppt/ink/ink500.xml" ContentType="application/inkml+xml"/>
  <Override PartName="/ppt/slides/slide36.xml" ContentType="application/vnd.openxmlformats-officedocument.presentationml.slide+xml"/>
  <Override PartName="/ppt/ink/ink47.xml" ContentType="application/inkml+xml"/>
  <Override PartName="/ppt/ink/ink94.xml" ContentType="application/inkml+xml"/>
  <Override PartName="/ppt/ink/ink229.xml" ContentType="application/inkml+xml"/>
  <Override PartName="/ppt/ink/ink276.xml" ContentType="application/inkml+xml"/>
  <Override PartName="/ppt/ink/ink623.xml" ContentType="application/inkml+xml"/>
  <Override PartName="/ppt/ink/ink670.xml" ContentType="application/inkml+xml"/>
  <Override PartName="/ppt/ink/ink25.xml" ContentType="application/inkml+xml"/>
  <Override PartName="/ppt/ink/ink72.xml" ContentType="application/inkml+xml"/>
  <Override PartName="/ppt/ink/ink131.xml" ContentType="application/inkml+xml"/>
  <Override PartName="/ppt/ink/ink399.xml" ContentType="application/inkml+xml"/>
  <Override PartName="/ppt/ink/ink415.xml" ContentType="application/inkml+xml"/>
  <Override PartName="/ppt/ink/ink462.xml" ContentType="application/inkml+xml"/>
  <Override PartName="/ppt/ink/ink601.xml" ContentType="application/inkml+xml"/>
  <Override PartName="/ppt/slides/slide14.xml" ContentType="application/vnd.openxmlformats-officedocument.presentationml.slide+xml"/>
  <Override PartName="/ppt/slides/slide61.xml" ContentType="application/vnd.openxmlformats-officedocument.presentationml.slide+xml"/>
  <Override PartName="/ppt/ink/ink207.xml" ContentType="application/inkml+xml"/>
  <Override PartName="/ppt/ink/ink254.xml" ContentType="application/inkml+xml"/>
  <Override PartName="/ppt/ink/ink440.xml" ContentType="application/inkml+xml"/>
  <Override PartName="/ppt/ink/ink538.xml" ContentType="application/inkml+xml"/>
  <Override PartName="/ppt/ink/ink585.xml" ContentType="application/inkml+xml"/>
  <Override PartName="/ppt/tableStyles.xml" ContentType="application/vnd.openxmlformats-officedocument.presentationml.tableStyles+xml"/>
  <Override PartName="/ppt/ink/ink50.xml" ContentType="application/inkml+xml"/>
  <Override PartName="/ppt/ink/ink232.xml" ContentType="application/inkml+xml"/>
  <Override PartName="/ppt/ink/ink377.xml" ContentType="application/inkml+xml"/>
  <Override PartName="/ppt/ink/ink516.xml" ContentType="application/inkml+xml"/>
  <Override PartName="/ppt/ink/ink169.xml" ContentType="application/inkml+xml"/>
  <Override PartName="/ppt/ink/ink308.xml" ContentType="application/inkml+xml"/>
  <Override PartName="/ppt/ink/ink355.xml" ContentType="application/inkml+xml"/>
  <Override PartName="/ppt/ink/ink563.xml" ContentType="application/inkml+xml"/>
  <Override PartName="/ppt/ink/ink147.xml" ContentType="application/inkml+xml"/>
  <Override PartName="/ppt/ink/ink194.xml" ContentType="application/inkml+xml"/>
  <Override PartName="/ppt/ink/ink210.xml" ContentType="application/inkml+xml"/>
  <Override PartName="/ppt/ink/ink541.xml" ContentType="application/inkml+xml"/>
  <Override PartName="/ppt/ink/ink639.xml" ContentType="application/inkml+xml"/>
  <Override PartName="/ppt/ink/ink88.xml" ContentType="application/inkml+xml"/>
  <Override PartName="/ppt/ink/ink333.xml" ContentType="application/inkml+xml"/>
  <Override PartName="/ppt/ink/ink380.xml" ContentType="application/inkml+xml"/>
  <Override PartName="/ppt/ink/ink478.xml" ContentType="application/inkml+xml"/>
  <Override PartName="/ppt/ink/ink617.xml" ContentType="application/inkml+xml"/>
  <Override PartName="/ppt/ink/ink664.xml" ContentType="application/inkml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ink/ink125.xml" ContentType="application/inkml+xml"/>
  <Override PartName="/ppt/ink/ink172.xml" ContentType="application/inkml+xml"/>
  <Override PartName="/ppt/ink/ink409.xml" ContentType="application/inkml+xml"/>
  <Override PartName="/ppt/ink/ink456.xml" ContentType="application/inkml+xml"/>
  <Override PartName="/ppt/slides/slide55.xml" ContentType="application/vnd.openxmlformats-officedocument.presentationml.slide+xml"/>
  <Override PartName="/ppt/ink/ink19.xml" ContentType="application/inkml+xml"/>
  <Override PartName="/ppt/ink/ink66.xml" ContentType="application/inkml+xml"/>
  <Override PartName="/ppt/ink/ink248.xml" ContentType="application/inkml+xml"/>
  <Override PartName="/ppt/ink/ink295.xml" ContentType="application/inkml+xml"/>
  <Override PartName="/ppt/ink/ink311.xml" ContentType="application/inkml+xml"/>
  <Override PartName="/ppt/ink/ink579.xml" ContentType="application/inkml+xml"/>
  <Override PartName="/ppt/ink/ink642.xml" ContentType="application/inkml+xml"/>
  <Override PartName="/ppt/slides/slide33.xml" ContentType="application/vnd.openxmlformats-officedocument.presentationml.slide+xml"/>
  <Override PartName="/ppt/ink/ink7.xml" ContentType="application/inkml+xml"/>
  <Override PartName="/ppt/ink/ink44.xml" ContentType="application/inkml+xml"/>
  <Override PartName="/ppt/ink/ink91.xml" ContentType="application/inkml+xml"/>
  <Override PartName="/ppt/ink/ink103.xml" ContentType="application/inkml+xml"/>
  <Override PartName="/ppt/ink/ink150.xml" ContentType="application/inkml+xml"/>
  <Override PartName="/ppt/ink/ink434.xml" ContentType="application/inkml+xml"/>
  <Override PartName="/ppt/ink/ink481.xml" ContentType="application/inkml+xml"/>
  <Override PartName="/ppt/ink/ink620.xml" ContentType="application/inkml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ink/ink226.xml" ContentType="application/inkml+xml"/>
  <Override PartName="/ppt/ink/ink273.xml" ContentType="application/inkml+xml"/>
  <Override PartName="/ppt/ink/ink412.xml" ContentType="application/inkml+xml"/>
  <Override PartName="/ppt/ink/ink557.xml" ContentType="application/inkml+xml"/>
  <Override PartName="/ppt/slides/slide11.xml" ContentType="application/vnd.openxmlformats-officedocument.presentationml.slide+xml"/>
  <Override PartName="/ppt/ink/ink22.xml" ContentType="application/inkml+xml"/>
  <Override PartName="/ppt/ink/ink204.xml" ContentType="application/inkml+xml"/>
  <Override PartName="/ppt/ink/ink251.xml" ContentType="application/inkml+xml"/>
  <Override PartName="/ppt/ink/ink349.xml" ContentType="application/inkml+xml"/>
  <Override PartName="/ppt/ink/ink396.xml" ContentType="application/inkml+xml"/>
  <Override PartName="/ppt/ink/ink535.xml" ContentType="application/inkml+xml"/>
  <Override PartName="/ppt/ink/ink582.xml" ContentType="application/inkml+xml"/>
  <Override PartName="/ppt/slideLayouts/slideLayout10.xml" ContentType="application/vnd.openxmlformats-officedocument.presentationml.slideLayout+xml"/>
  <Override PartName="/ppt/ink/ink188.xml" ContentType="application/inkml+xml"/>
  <Override PartName="/ppt/ink/ink327.xml" ContentType="application/inkml+xml"/>
  <Override PartName="/ppt/ink/ink374.xml" ContentType="application/inkml+xml"/>
  <Override PartName="/ppt/ink/ink119.xml" ContentType="application/inkml+xml"/>
  <Override PartName="/ppt/ink/ink166.xml" ContentType="application/inkml+xml"/>
  <Override PartName="/ppt/ink/ink513.xml" ContentType="application/inkml+xml"/>
  <Override PartName="/ppt/ink/ink560.xml" ContentType="application/inkml+xml"/>
  <Override PartName="/ppt/ink/ink658.xml" ContentType="application/inkml+xml"/>
  <Override PartName="/ppt/slides/slide49.xml" ContentType="application/vnd.openxmlformats-officedocument.presentationml.slide+xml"/>
  <Override PartName="/ppt/ink/ink305.xml" ContentType="application/inkml+xml"/>
  <Override PartName="/ppt/ink/ink352.xml" ContentType="application/inkml+xml"/>
  <Override PartName="/ppt/ink/ink497.xml" ContentType="application/inkml+xml"/>
  <Override PartName="/ppt/ink/ink636.xml" ContentType="application/inkml+xml"/>
  <Override PartName="/ppt/ink/ink144.xml" ContentType="application/inkml+xml"/>
  <Override PartName="/ppt/ink/ink191.xml" ContentType="application/inkml+xml"/>
  <Override PartName="/ppt/ink/ink289.xml" ContentType="application/inkml+xml"/>
  <Override PartName="/ppt/ink/ink330.xml" ContentType="application/inkml+xml"/>
  <Override PartName="/ppt/ink/ink428.xml" ContentType="application/inkml+xml"/>
  <Override PartName="/ppt/ink/ink475.xml" ContentType="application/inkml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ink/ink38.xml" ContentType="application/inkml+xml"/>
  <Override PartName="/ppt/ink/ink85.xml" ContentType="application/inkml+xml"/>
  <Override PartName="/ppt/ink/ink122.xml" ContentType="application/inkml+xml"/>
  <Override PartName="/ppt/ink/ink267.xml" ContentType="application/inkml+xml"/>
  <Override PartName="/ppt/ink/ink598.xml" ContentType="application/inkml+xml"/>
  <Override PartName="/ppt/ink/ink614.xml" ContentType="application/inkml+xml"/>
  <Override PartName="/ppt/ink/ink661.xml" ContentType="application/inkml+xml"/>
  <Override PartName="/ppt/slides/slide2.xml" ContentType="application/vnd.openxmlformats-officedocument.presentationml.slide+xml"/>
  <Override PartName="/ppt/slides/slide52.xml" ContentType="application/vnd.openxmlformats-officedocument.presentationml.slide+xml"/>
  <Override PartName="/ppt/ink/ink16.xml" ContentType="application/inkml+xml"/>
  <Override PartName="/ppt/ink/ink63.xml" ContentType="application/inkml+xml"/>
  <Override PartName="/ppt/ink/ink406.xml" ContentType="application/inkml+xml"/>
  <Override PartName="/ppt/ink/ink453.xml" ContentType="application/inkml+xml"/>
  <Override PartName="/ppt/ink/ink4.xml" ContentType="application/inkml+xml"/>
  <Override PartName="/ppt/ink/ink100.xml" ContentType="application/inkml+xml"/>
  <Override PartName="/ppt/ink/ink245.xml" ContentType="application/inkml+xml"/>
  <Override PartName="/ppt/ink/ink292.xml" ContentType="application/inkml+xml"/>
  <Override PartName="/ppt/ink/ink431.xml" ContentType="application/inkml+xml"/>
  <Override PartName="/ppt/ink/ink529.xml" ContentType="application/inkml+xml"/>
  <Override PartName="/ppt/ink/ink576.xml" ContentType="application/inkml+xml"/>
  <Override PartName="/ppt/slides/slide30.xml" ContentType="application/vnd.openxmlformats-officedocument.presentationml.slide+xml"/>
  <Override PartName="/ppt/ink/ink41.xml" ContentType="application/inkml+xml"/>
  <Override PartName="/ppt/ink/ink223.xml" ContentType="application/inkml+xml"/>
  <Override PartName="/ppt/ink/ink270.xml" ContentType="application/inkml+xml"/>
  <Override PartName="/ppt/ink/ink368.xml" ContentType="application/inkml+xml"/>
  <Override PartName="/ppt/ink/ink507.xml" ContentType="application/inkml+xml"/>
  <Override PartName="/ppt/ink/ink554.xml" ContentType="application/inkml+xml"/>
  <Override PartName="/ppt/ink/ink346.xml" ContentType="application/inkml+xml"/>
  <Override PartName="/ppt/ink/ink393.xml" ContentType="application/inkml+xml"/>
  <Override PartName="/ppt/ink/ink138.xml" ContentType="application/inkml+xml"/>
  <Override PartName="/ppt/ink/ink185.xml" ContentType="application/inkml+xml"/>
  <Override PartName="/ppt/ink/ink201.xml" ContentType="application/inkml+xml"/>
  <Override PartName="/ppt/ink/ink469.xml" ContentType="application/inkml+xml"/>
  <Override PartName="/ppt/ink/ink532.xml" ContentType="application/inkml+xml"/>
  <Override PartName="/ppt/slides/slide68.xml" ContentType="application/vnd.openxmlformats-officedocument.presentationml.slide+xml"/>
  <Override PartName="/ppt/ink/ink79.xml" ContentType="application/inkml+xml"/>
  <Override PartName="/ppt/ink/ink324.xml" ContentType="application/inkml+xml"/>
  <Override PartName="/ppt/ink/ink371.xml" ContentType="application/inkml+xml"/>
  <Override PartName="/ppt/ink/ink510.xml" ContentType="application/inkml+xml"/>
  <Override PartName="/ppt/ink/ink608.xml" ContentType="application/inkml+xml"/>
  <Override PartName="/ppt/ink/ink655.xml" ContentType="application/inkml+xml"/>
  <Override PartName="/ppt/ink/ink116.xml" ContentType="application/inkml+xml"/>
  <Override PartName="/ppt/ink/ink163.xml" ContentType="application/inkml+xml"/>
  <Override PartName="/ppt/ink/ink302.xml" ContentType="application/inkml+xml"/>
  <Override PartName="/ppt/ink/ink447.xml" ContentType="application/inkml+xml"/>
  <Override PartName="/ppt/ink/ink494.xml" ContentType="application/inkml+xml"/>
  <Override PartName="/ppt/slides/slide46.xml" ContentType="application/vnd.openxmlformats-officedocument.presentationml.slide+xml"/>
  <Override PartName="/ppt/ink/ink57.xml" ContentType="application/inkml+xml"/>
  <Override PartName="/ppt/ink/ink141.xml" ContentType="application/inkml+xml"/>
  <Override PartName="/ppt/ink/ink239.xml" ContentType="application/inkml+xml"/>
  <Override PartName="/ppt/ink/ink286.xml" ContentType="application/inkml+xml"/>
  <Override PartName="/ppt/ink/ink633.xml" ContentType="application/inkml+xml"/>
  <Override PartName="/ppt/slides/slide24.xml" ContentType="application/vnd.openxmlformats-officedocument.presentationml.slide+xml"/>
  <Override PartName="/ppt/slides/slide71.xml" ContentType="application/vnd.openxmlformats-officedocument.presentationml.slide+xml"/>
  <Override PartName="/ppt/ink/ink35.xml" ContentType="application/inkml+xml"/>
  <Override PartName="/ppt/ink/ink82.xml" ContentType="application/inkml+xml"/>
  <Override PartName="/ppt/ink/ink217.xml" ContentType="application/inkml+xml"/>
  <Override PartName="/ppt/ink/ink264.xml" ContentType="application/inkml+xml"/>
  <Override PartName="/ppt/ink/ink425.xml" ContentType="application/inkml+xml"/>
  <Override PartName="/ppt/ink/ink472.xml" ContentType="application/inkml+xml"/>
  <Override PartName="/ppt/ink/ink611.xml" ContentType="application/inkml+xml"/>
  <Override PartName="/ppt/slideLayouts/slideLayout1.xml" ContentType="application/vnd.openxmlformats-officedocument.presentationml.slideLayout+xml"/>
  <Override PartName="/ppt/ink/ink403.xml" ContentType="application/inkml+xml"/>
  <Override PartName="/ppt/ink/ink450.xml" ContentType="application/inkml+xml"/>
  <Override PartName="/ppt/ink/ink548.xml" ContentType="application/inkml+xml"/>
  <Override PartName="/ppt/ink/ink595.xml" ContentType="application/inkml+xml"/>
  <Override PartName="/ppt/ink/ink1.xml" ContentType="application/inkml+xml"/>
  <Override PartName="/ppt/ink/ink13.xml" ContentType="application/inkml+xml"/>
  <Override PartName="/ppt/ink/ink60.xml" ContentType="application/inkml+xml"/>
  <Override PartName="/ppt/ink/ink242.xml" ContentType="application/inkml+xml"/>
  <Override PartName="/ppt/ink/ink387.xml" ContentType="application/inkml+xml"/>
  <Override PartName="/ppt/ink/ink526.xml" ContentType="application/inkml+xml"/>
  <Override PartName="/ppt/ink/ink573.xml" ContentType="application/inkml+xml"/>
  <Override PartName="/ppt/ink/ink179.xml" ContentType="application/inkml+xml"/>
  <Override PartName="/ppt/ink/ink318.xml" ContentType="application/inkml+xml"/>
  <Override PartName="/ppt/ink/ink365.xml" ContentType="application/inkml+xml"/>
  <Override PartName="/ppt/ink/ink649.xml" ContentType="application/inkml+xml"/>
  <Override PartName="/ppt/ink/ink157.xml" ContentType="application/inkml+xml"/>
  <Override PartName="/ppt/ink/ink220.xml" ContentType="application/inkml+xml"/>
  <Override PartName="/ppt/ink/ink488.xml" ContentType="application/inkml+xml"/>
  <Override PartName="/ppt/ink/ink504.xml" ContentType="application/inkml+xml"/>
  <Override PartName="/ppt/ink/ink551.xml" ContentType="application/inkml+xml"/>
  <Override PartName="/ppt/ink/ink98.xml" ContentType="application/inkml+xml"/>
  <Override PartName="/ppt/ink/ink343.xml" ContentType="application/inkml+xml"/>
  <Override PartName="/ppt/ink/ink390.xml" ContentType="application/inkml+xml"/>
  <Override PartName="/ppt/ink/ink627.xml" ContentType="application/inkml+xml"/>
  <Override PartName="/ppt/ink/ink674.xml" ContentType="application/inkml+xml"/>
  <Override PartName="/ppt/ink/ink135.xml" ContentType="application/inkml+xml"/>
  <Override PartName="/ppt/ink/ink182.xml" ContentType="application/inkml+xml"/>
  <Override PartName="/ppt/ink/ink321.xml" ContentType="application/inkml+xml"/>
  <Override PartName="/ppt/ink/ink419.xml" ContentType="application/inkml+xml"/>
  <Override PartName="/ppt/ink/ink466.xml" ContentType="application/inkml+xml"/>
  <Override PartName="/ppt/ink/ink605.xml" ContentType="application/inkml+xml"/>
  <Override PartName="/ppt/ink/ink652.xml" ContentType="application/inkml+xml"/>
  <Override PartName="/ppt/slides/slide18.xml" ContentType="application/vnd.openxmlformats-officedocument.presentationml.slide+xml"/>
  <Override PartName="/ppt/slides/slide65.xml" ContentType="application/vnd.openxmlformats-officedocument.presentationml.slide+xml"/>
  <Override PartName="/ppt/ink/ink29.xml" ContentType="application/inkml+xml"/>
  <Override PartName="/ppt/ink/ink76.xml" ContentType="application/inkml+xml"/>
  <Override PartName="/ppt/ink/ink113.xml" ContentType="application/inkml+xml"/>
  <Override PartName="/ppt/ink/ink160.xml" ContentType="application/inkml+xml"/>
  <Override PartName="/ppt/ink/ink258.xml" ContentType="application/inkml+xml"/>
  <Override PartName="/ppt/ink/ink444.xml" ContentType="application/inkml+xml"/>
  <Override PartName="/ppt/ink/ink491.xml" ContentType="application/inkml+xml"/>
  <Override PartName="/ppt/ink/ink589.xml" ContentType="application/inkml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ink/ink54.xml" ContentType="application/inkml+xml"/>
  <Override PartName="/ppt/ink/ink236.xml" ContentType="application/inkml+xml"/>
  <Override PartName="/ppt/ink/ink283.xml" ContentType="application/inkml+xml"/>
  <Override PartName="/ppt/ink/ink630.xml" ContentType="application/inkml+xml"/>
  <Override PartName="/ppt/ink/ink422.xml" ContentType="application/inkml+xml"/>
  <Override PartName="/ppt/ink/ink567.xml" ContentType="application/inkml+xml"/>
  <Override PartName="/ppt/slides/slide21.xml" ContentType="application/vnd.openxmlformats-officedocument.presentationml.slide+xml"/>
  <Override PartName="/ppt/ink/ink32.xml" ContentType="application/inkml+xml"/>
  <Override PartName="/ppt/ink/ink214.xml" ContentType="application/inkml+xml"/>
  <Override PartName="/ppt/ink/ink261.xml" ContentType="application/inkml+xml"/>
  <Override PartName="/ppt/ink/ink359.xml" ContentType="application/inkml+xml"/>
  <Override PartName="/ppt/ink/ink400.xml" ContentType="application/inkml+xml"/>
  <Override PartName="/ppt/ink/ink545.xml" ContentType="application/inkml+xml"/>
  <Override PartName="/ppt/ink/ink592.xml" ContentType="application/inkml+xml"/>
  <Override PartName="/ppt/ink/ink10.xml" ContentType="application/inkml+xml"/>
  <Override PartName="/ppt/ink/ink198.xml" ContentType="application/inkml+xml"/>
  <Override PartName="/ppt/ink/ink337.xml" ContentType="application/inkml+xml"/>
  <Override PartName="/ppt/ink/ink384.xml" ContentType="application/inkml+xml"/>
  <Override PartName="/ppt/ink/ink668.xml" ContentType="application/inkml+xml"/>
  <Override PartName="/ppt/ink/ink129.xml" ContentType="application/inkml+xml"/>
  <Override PartName="/ppt/ink/ink176.xml" ContentType="application/inkml+xml"/>
  <Override PartName="/ppt/ink/ink523.xml" ContentType="application/inkml+xml"/>
  <Override PartName="/ppt/ink/ink570.xml" ContentType="application/inkml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ink/ink299.xml" ContentType="application/inkml+xml"/>
  <Override PartName="/ppt/ink/ink315.xml" ContentType="application/inkml+xml"/>
  <Override PartName="/ppt/ink/ink362.xml" ContentType="application/inkml+xml"/>
  <Override PartName="/ppt/ink/ink501.xml" ContentType="application/inkml+xml"/>
  <Override PartName="/ppt/ink/ink646.xml" ContentType="application/inkml+xml"/>
  <Override PartName="/ppt/ink/ink48.xml" ContentType="application/inkml+xml"/>
  <Override PartName="/ppt/ink/ink95.xml" ContentType="application/inkml+xml"/>
  <Override PartName="/ppt/ink/ink107.xml" ContentType="application/inkml+xml"/>
  <Override PartName="/ppt/ink/ink154.xml" ContentType="application/inkml+xml"/>
  <Override PartName="/ppt/ink/ink340.xml" ContentType="application/inkml+xml"/>
  <Override PartName="/ppt/ink/ink438.xml" ContentType="application/inkml+xml"/>
  <Override PartName="/ppt/ink/ink485.xml" ContentType="application/inkml+xml"/>
  <Override PartName="/ppt/ink/ink624.xml" ContentType="application/inkml+xml"/>
  <Override PartName="/ppt/ink/ink671.xml" ContentType="application/inkml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ink/ink132.xml" ContentType="application/inkml+xml"/>
  <Override PartName="/ppt/ink/ink277.xml" ContentType="application/inkml+xml"/>
  <Override PartName="/ppt/ink/ink416.xml" ContentType="application/inkml+xml"/>
  <Override PartName="/ppt/ink/ink463.xml" ContentType="application/inkml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ink/ink26.xml" ContentType="application/inkml+xml"/>
  <Override PartName="/ppt/ink/ink73.xml" ContentType="application/inkml+xml"/>
  <Override PartName="/ppt/ink/ink208.xml" ContentType="application/inkml+xml"/>
  <Override PartName="/ppt/ink/ink255.xml" ContentType="application/inkml+xml"/>
  <Override PartName="/ppt/ink/ink539.xml" ContentType="application/inkml+xml"/>
  <Override PartName="/ppt/ink/ink586.xml" ContentType="application/inkml+xml"/>
  <Override PartName="/ppt/ink/ink602.xml" ContentType="application/inkml+xml"/>
  <Override PartName="/ppt/ink/ink110.xml" ContentType="application/inkml+xml"/>
  <Override PartName="/ppt/ink/ink378.xml" ContentType="application/inkml+xml"/>
  <Override PartName="/ppt/ink/ink441.xml" ContentType="application/inkml+xml"/>
  <Override PartName="/ppt/slides/slide40.xml" ContentType="application/vnd.openxmlformats-officedocument.presentationml.slide+xml"/>
  <Override PartName="/ppt/ink/ink51.xml" ContentType="application/inkml+xml"/>
  <Override PartName="/ppt/ink/ink233.xml" ContentType="application/inkml+xml"/>
  <Override PartName="/ppt/ink/ink280.xml" ContentType="application/inkml+xml"/>
  <Override PartName="/ppt/ink/ink517.xml" ContentType="application/inkml+xml"/>
  <Override PartName="/ppt/ink/ink564.xml" ContentType="application/inkml+xml"/>
  <Override PartName="/ppt/ink/ink211.xml" ContentType="application/inkml+xml"/>
  <Override PartName="/ppt/ink/ink309.xml" ContentType="application/inkml+xml"/>
  <Override PartName="/ppt/ink/ink356.xml" ContentType="application/inkml+xml"/>
  <Override PartName="/ppt/ink/ink148.xml" ContentType="application/inkml+xml"/>
  <Override PartName="/ppt/ink/ink195.xml" ContentType="application/inkml+xml"/>
  <Override PartName="/ppt/ink/ink479.xml" ContentType="application/inkml+xml"/>
  <Override PartName="/ppt/ink/ink542.xml" ContentType="application/inkml+xml"/>
  <Override PartName="/docProps/core.xml" ContentType="application/vnd.openxmlformats-package.core-properties+xml"/>
  <Override PartName="/ppt/ink/ink89.xml" ContentType="application/inkml+xml"/>
  <Override PartName="/ppt/ink/ink334.xml" ContentType="application/inkml+xml"/>
  <Override PartName="/ppt/ink/ink381.xml" ContentType="application/inkml+xml"/>
  <Override PartName="/ppt/ink/ink520.xml" ContentType="application/inkml+xml"/>
  <Override PartName="/ppt/ink/ink618.xml" ContentType="application/inkml+xml"/>
  <Override PartName="/ppt/ink/ink665.xml" ContentType="application/inkml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ink/ink67.xml" ContentType="application/inkml+xml"/>
  <Override PartName="/ppt/ink/ink126.xml" ContentType="application/inkml+xml"/>
  <Override PartName="/ppt/ink/ink173.xml" ContentType="application/inkml+xml"/>
  <Override PartName="/ppt/ink/ink312.xml" ContentType="application/inkml+xml"/>
  <Override PartName="/ppt/ink/ink457.xml" ContentType="application/inkml+xml"/>
  <Override PartName="/ppt/ink/ink643.xml" ContentType="application/inkml+xml"/>
  <Override PartName="/ppt/slideMasters/slideMaster1.xml" ContentType="application/vnd.openxmlformats-officedocument.presentationml.slideMaster+xml"/>
  <Override PartName="/ppt/ink/ink8.xml" ContentType="application/inkml+xml"/>
  <Override PartName="/ppt/ink/ink104.xml" ContentType="application/inkml+xml"/>
  <Override PartName="/ppt/ink/ink151.xml" ContentType="application/inkml+xml"/>
  <Override PartName="/ppt/ink/ink249.xml" ContentType="application/inkml+xml"/>
  <Override PartName="/ppt/ink/ink296.xml" ContentType="application/inkml+xml"/>
  <Override PartName="/ppt/ink/ink435.xml" ContentType="application/inkml+xml"/>
  <Override PartName="/ppt/ink/ink482.xml" ContentType="application/inkml+xml"/>
  <Override PartName="/ppt/slides/slide34.xml" ContentType="application/vnd.openxmlformats-officedocument.presentationml.slide+xml"/>
  <Override PartName="/ppt/ink/ink45.xml" ContentType="application/inkml+xml"/>
  <Override PartName="/ppt/ink/ink92.xml" ContentType="application/inkml+xml"/>
  <Override PartName="/ppt/ink/ink227.xml" ContentType="application/inkml+xml"/>
  <Override PartName="/ppt/ink/ink274.xml" ContentType="application/inkml+xml"/>
  <Override PartName="/ppt/ink/ink558.xml" ContentType="application/inkml+xml"/>
  <Override PartName="/ppt/ink/ink621.xml" ContentType="application/inkml+xml"/>
  <Default Extension="rels" ContentType="application/vnd.openxmlformats-package.relationships+xml"/>
  <Override PartName="/ppt/ink/ink23.xml" ContentType="application/inkml+xml"/>
  <Override PartName="/ppt/ink/ink70.xml" ContentType="application/inkml+xml"/>
  <Override PartName="/ppt/ink/ink397.xml" ContentType="application/inkml+xml"/>
  <Override PartName="/ppt/ink/ink413.xml" ContentType="application/inkml+xml"/>
  <Override PartName="/ppt/ink/ink460.xml" ContentType="application/inkml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ink/ink189.xml" ContentType="application/inkml+xml"/>
  <Override PartName="/ppt/ink/ink205.xml" ContentType="application/inkml+xml"/>
  <Override PartName="/ppt/ink/ink252.xml" ContentType="application/inkml+xml"/>
  <Override PartName="/ppt/ink/ink536.xml" ContentType="application/inkml+xml"/>
  <Override PartName="/ppt/ink/ink583.xml" ContentType="application/inkml+xml"/>
  <Override PartName="/ppt/ink/ink230.xml" ContentType="application/inkml+xml"/>
  <Override PartName="/ppt/ink/ink328.xml" ContentType="application/inkml+xml"/>
  <Override PartName="/ppt/ink/ink375.xml" ContentType="application/inkml+xml"/>
  <Override PartName="/ppt/ink/ink514.xml" ContentType="application/inkml+xml"/>
  <Override PartName="/ppt/ink/ink561.xml" ContentType="application/inkml+xml"/>
  <Override PartName="/ppt/ink/ink659.xml" ContentType="application/inkml+xml"/>
  <Override PartName="/ppt/ink/ink167.xml" ContentType="application/inkml+xml"/>
  <Override PartName="/ppt/ink/ink306.xml" ContentType="application/inkml+xml"/>
  <Override PartName="/ppt/ink/ink353.xml" ContentType="application/inkml+xml"/>
  <Override PartName="/ppt/ink/ink498.xml" ContentType="application/inkml+xml"/>
  <Override PartName="/ppt/ink/ink145.xml" ContentType="application/inkml+xml"/>
  <Override PartName="/ppt/ink/ink192.xml" ContentType="application/inkml+xml"/>
  <Override PartName="/ppt/ink/ink637.xml" ContentType="application/inkml+xml"/>
  <Override PartName="/ppt/slides/slide28.xml" ContentType="application/vnd.openxmlformats-officedocument.presentationml.slide+xml"/>
  <Override PartName="/ppt/ink/ink39.xml" ContentType="application/inkml+xml"/>
  <Override PartName="/ppt/ink/ink86.xml" ContentType="application/inkml+xml"/>
  <Override PartName="/ppt/ink/ink331.xml" ContentType="application/inkml+xml"/>
  <Override PartName="/ppt/ink/ink429.xml" ContentType="application/inkml+xml"/>
  <Override PartName="/ppt/ink/ink476.xml" ContentType="application/inkml+xml"/>
  <Override PartName="/ppt/ink/ink615.xml" ContentType="application/inkml+xml"/>
  <Override PartName="/ppt/ink/ink662.xml" ContentType="application/inkml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ink/ink123.xml" ContentType="application/inkml+xml"/>
  <Override PartName="/ppt/ink/ink170.xml" ContentType="application/inkml+xml"/>
  <Override PartName="/ppt/ink/ink268.xml" ContentType="application/inkml+xml"/>
  <Override PartName="/ppt/ink/ink407.xml" ContentType="application/inkml+xml"/>
  <Override PartName="/ppt/ink/ink454.xml" ContentType="application/inkml+xml"/>
  <Override PartName="/ppt/ink/ink599.xml" ContentType="application/inkml+xml"/>
  <Override PartName="/ppt/slides/slide53.xml" ContentType="application/vnd.openxmlformats-officedocument.presentationml.slide+xml"/>
  <Default Extension="jpeg" ContentType="image/jpeg"/>
  <Override PartName="/ppt/ink/ink17.xml" ContentType="application/inkml+xml"/>
  <Override PartName="/ppt/ink/ink64.xml" ContentType="application/inkml+xml"/>
  <Override PartName="/ppt/ink/ink101.xml" ContentType="application/inkml+xml"/>
  <Override PartName="/ppt/ink/ink246.xml" ContentType="application/inkml+xml"/>
  <Override PartName="/ppt/ink/ink293.xml" ContentType="application/inkml+xml"/>
  <Override PartName="/ppt/ink/ink577.xml" ContentType="application/inkml+xml"/>
  <Override PartName="/ppt/ink/ink640.xml" ContentType="application/inkml+xml"/>
  <Override PartName="/ppt/slides/slide31.xml" ContentType="application/vnd.openxmlformats-officedocument.presentationml.slide+xml"/>
  <Override PartName="/ppt/ink/ink5.xml" ContentType="application/inkml+xml"/>
  <Override PartName="/ppt/ink/ink42.xml" ContentType="application/inkml+xml"/>
  <Override PartName="/ppt/ink/ink369.xml" ContentType="application/inkml+xml"/>
  <Override PartName="/ppt/ink/ink432.xml" ContentType="application/inkml+xml"/>
  <Override PartName="/ppt/ink/ink224.xml" ContentType="application/inkml+xml"/>
  <Override PartName="/ppt/ink/ink271.xml" ContentType="application/inkml+xml"/>
  <Override PartName="/ppt/ink/ink410.xml" ContentType="application/inkml+xml"/>
  <Override PartName="/ppt/ink/ink508.xml" ContentType="application/inkml+xml"/>
  <Override PartName="/ppt/ink/ink555.xml" ContentType="application/inkml+xml"/>
  <Override PartName="/ppt/ink/ink20.xml" ContentType="application/inkml+xml"/>
  <Override PartName="/ppt/ink/ink202.xml" ContentType="application/inkml+xml"/>
  <Override PartName="/ppt/ink/ink347.xml" ContentType="application/inkml+xml"/>
  <Override PartName="/ppt/ink/ink394.xml" ContentType="application/inkml+xml"/>
  <Override PartName="/ppt/ink/ink533.xml" ContentType="application/inkml+xml"/>
  <Override PartName="/ppt/ink/ink580.xml" ContentType="application/inkml+xml"/>
  <Override PartName="/ppt/ink/ink139.xml" ContentType="application/inkml+xml"/>
  <Override PartName="/ppt/ink/ink186.xml" ContentType="application/inkml+xml"/>
  <Override PartName="/ppt/ink/ink325.xml" ContentType="application/inkml+xml"/>
  <Override PartName="/ppt/ink/ink372.xml" ContentType="application/inkml+xml"/>
  <Override PartName="/ppt/slides/slide69.xml" ContentType="application/vnd.openxmlformats-officedocument.presentationml.slide+xml"/>
  <Override PartName="/ppt/ink/ink117.xml" ContentType="application/inkml+xml"/>
  <Override PartName="/ppt/ink/ink164.xml" ContentType="application/inkml+xml"/>
  <Override PartName="/ppt/ink/ink511.xml" ContentType="application/inkml+xml"/>
  <Override PartName="/ppt/ink/ink609.xml" ContentType="application/inkml+xml"/>
  <Override PartName="/ppt/ink/ink656.xml" ContentType="application/inkml+xml"/>
  <Override PartName="/ppt/slides/slide47.xml" ContentType="application/vnd.openxmlformats-officedocument.presentationml.slide+xml"/>
  <Override PartName="/ppt/ink/ink350.xml" ContentType="application/inkml+xml"/>
  <Override PartName="/ppt/ink/ink495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4" r:id="rId1"/>
  </p:sldMasterIdLst>
  <p:sldIdLst>
    <p:sldId id="256" r:id="rId2"/>
    <p:sldId id="395" r:id="rId3"/>
    <p:sldId id="396" r:id="rId4"/>
    <p:sldId id="279" r:id="rId5"/>
    <p:sldId id="339" r:id="rId6"/>
    <p:sldId id="340" r:id="rId7"/>
    <p:sldId id="325" r:id="rId8"/>
    <p:sldId id="334" r:id="rId9"/>
    <p:sldId id="336" r:id="rId10"/>
    <p:sldId id="351" r:id="rId11"/>
    <p:sldId id="352" r:id="rId12"/>
    <p:sldId id="353" r:id="rId13"/>
    <p:sldId id="354" r:id="rId14"/>
    <p:sldId id="355" r:id="rId15"/>
    <p:sldId id="433" r:id="rId16"/>
    <p:sldId id="434" r:id="rId17"/>
    <p:sldId id="315" r:id="rId18"/>
    <p:sldId id="280" r:id="rId19"/>
    <p:sldId id="317" r:id="rId20"/>
    <p:sldId id="320" r:id="rId21"/>
    <p:sldId id="341" r:id="rId22"/>
    <p:sldId id="318" r:id="rId23"/>
    <p:sldId id="321" r:id="rId24"/>
    <p:sldId id="319" r:id="rId25"/>
    <p:sldId id="316" r:id="rId26"/>
    <p:sldId id="281" r:id="rId27"/>
    <p:sldId id="372" r:id="rId28"/>
    <p:sldId id="373" r:id="rId29"/>
    <p:sldId id="374" r:id="rId30"/>
    <p:sldId id="375" r:id="rId31"/>
    <p:sldId id="376" r:id="rId32"/>
    <p:sldId id="377" r:id="rId33"/>
    <p:sldId id="343" r:id="rId34"/>
    <p:sldId id="344" r:id="rId35"/>
    <p:sldId id="345" r:id="rId36"/>
    <p:sldId id="368" r:id="rId37"/>
    <p:sldId id="369" r:id="rId38"/>
    <p:sldId id="370" r:id="rId39"/>
    <p:sldId id="371" r:id="rId40"/>
    <p:sldId id="432" r:id="rId41"/>
    <p:sldId id="429" r:id="rId42"/>
    <p:sldId id="430" r:id="rId43"/>
    <p:sldId id="407" r:id="rId44"/>
    <p:sldId id="408" r:id="rId45"/>
    <p:sldId id="450" r:id="rId46"/>
    <p:sldId id="431" r:id="rId47"/>
    <p:sldId id="346" r:id="rId48"/>
    <p:sldId id="347" r:id="rId49"/>
    <p:sldId id="348" r:id="rId50"/>
    <p:sldId id="350" r:id="rId51"/>
    <p:sldId id="349" r:id="rId52"/>
    <p:sldId id="296" r:id="rId53"/>
    <p:sldId id="297" r:id="rId54"/>
    <p:sldId id="298" r:id="rId55"/>
    <p:sldId id="423" r:id="rId56"/>
    <p:sldId id="424" r:id="rId57"/>
    <p:sldId id="425" r:id="rId58"/>
    <p:sldId id="436" r:id="rId59"/>
    <p:sldId id="441" r:id="rId60"/>
    <p:sldId id="437" r:id="rId61"/>
    <p:sldId id="443" r:id="rId62"/>
    <p:sldId id="438" r:id="rId63"/>
    <p:sldId id="439" r:id="rId64"/>
    <p:sldId id="442" r:id="rId65"/>
    <p:sldId id="440" r:id="rId66"/>
    <p:sldId id="444" r:id="rId67"/>
    <p:sldId id="445" r:id="rId68"/>
    <p:sldId id="446" r:id="rId69"/>
    <p:sldId id="447" r:id="rId70"/>
    <p:sldId id="448" r:id="rId71"/>
    <p:sldId id="449" r:id="rId72"/>
    <p:sldId id="451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aha" initials="SS" lastIdx="3" clrIdx="0">
    <p:extLst>
      <p:ext uri="{19B8F6BF-5375-455C-9EA6-DF929625EA0E}">
        <p15:presenceInfo xmlns="" xmlns:p15="http://schemas.microsoft.com/office/powerpoint/2012/main" userId="4df31ed3c8601c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60DBB"/>
    <a:srgbClr val="200096"/>
    <a:srgbClr val="280EC2"/>
    <a:srgbClr val="2A6BA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4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8:59:33.18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44 172 45,'0'0'138,"0"0"-14,-9-7-2,9 7-6,0 0-2,0 0-6,0 0-3,0 0-8,-7-6-12,7 6-3,0 0-7,0 0 0,0 0-8,0 0-2,0 0-3,0 0-6,0 0-2,0 0-7,0 0-12,0 0 4,0 0-4,0 0 4,0 0-4,0 0-1,0 0-5,0 0 9,0 0 0,0 0 4,0 0 3,0 0 1,0 0 2,0 0 1,0 0 1,0 0-3,0 0 1,0 0 1,0 0-3,0 0-2,0 0 0,0 0-8,0 0 3,0 0-7,0 0 0,0 0-1,0 0-2,0 0-6,0 0 0,0 0-1,0 0 0,0 0-2,0 0 1,0 0-5,0 0 3,0 0-2,0 0-1,0 0-3,0 0 1,0 0 3,0 0-3,0 0 1,0 0-1,0 0-1,0 0 0,0 0-1,28-8 0,-28 8 1,15 0 2,-15 0-3,19-2 4,-19 2-2,21 2-5,-14 0 3,5-1 0,-12-1-5,20 3 5,-8-3-5,-3 2-4,-9-2 3,21 0 0,-10 0 0,0 1 4,5-2-4,-16 1-3,23 0 0,-11-2 1,-12 2 3,21-3-3,-4 0 0,-2 3 2,0-2-3,2 1 2,-2-1-3,-3 2 2,3-2 1,-15 2 1,27 0-3,-12 0 1,4 0-1,-3-2 1,1 2-1,-3 0 3,2 0-2,2-1-3,-3 1-1,2 0 6,-2 1-6,5-1 1,-2 0-1,-3 2 5,2-2-5,1 0 3,0 2-4,2-2 6,-2-4-4,0 4 0,2 0 1,5 0-1,-3 0 2,-3-1-4,2 1 1,-1-2 0,0 2-1,-1-2 2,-2 1-2,1 1 2,0-2-3,-1 0 5,1 2-5,-3-2 2,-3 4 1,-12-2-1,28-3-1,-16 3 2,-2-3 1,-10 3-2,23 3 0,-12-3 1,5-3-4,-16 3 0,21 0 0,-7-1 3,-2 2 1,-12-1 1,21-3 5,-9 1-6,-1 4-2,-11-2 2,20-4-1,-8 4-2,-12 0 1,18-3 2,-9 1-4,-9 2 3,18-1-3,-18 1 6,14 0-4,-14 0 2,13-4-4,-13 4 3,0 0-1,14 0 0,-14 0 0,0 0 4,0 0-3,14-1-1,-14 1 2,0 0 2,0 0-6,0 0 4,0 0 1,0 0 6,9-4-10,-9 4-5,0 0-9,0 0-19,0 0-27,0 0-40,0 0-76,0 0-53,0 0-220,0 0-488,0 0 216</inkml:trace>
  <inkml:trace contextRef="#ctx0" brushRef="#br0" timeOffset="1075">404 9 59,'0'0'113,"0"0"-10,0 0-25,15-2 15,-15 2-2,0 0-3,0 0-6,14-3 0,-14 3 7,0 0-10,0 0 0,0 0 0,0 0-3,12-4 2,-12 4-5,0 0-5,0 0-6,0 0 3,0 0-11,0 0-8,0 0 1,0 0-3,0 0-1,0 0-4,0 0 1,0 0-3,0 0-4,0 0 5,0 0-5,0 0-2,0 0 0,0 0-2,0 0 3,0 0-5,0 0 1,0 0-3,0 0 2,0 0-3,0 0 2,0 0-4,0 0 2,0 0-2,0 0 3,0 0-3,0 0 1,0 0 2,0 0 1,0 0 1,0 0 9,0 0 2,0 0 0,0 0-1,0 0 1,0 0-2,0 0 3,0 0-4,0 0-5,0 0-3,0 0-2,0 0-3,-21 22 2,21-22-9,0 0 4,0 0-6,0 0-1,0 0-1,0 0-2,-9 5-2,9-5-3,0 0 2,0 0 0,-5 7-1,5-7 0,-10 5-1,10-5 1,0 0 1,-12 9-2,12-9-1,-9 5 0,9-5 3,-11 7-1,11-7 1,-9 7-3,9-7 2,-9 5-2,9-5-2,-11 7 6,11-7 0,-13 7-3,5-5 0,8-2-2,-15 7 2,6-6-2,9-1 1,-11 8 0,11-8-2,-12 4 0,12-4 5,-12 3-5,12-3 0,-9 5 1,9-5-3,-11 3-2,11-3 6,-9 4-4,9-4 5,0 0-2,0 0-1,-12 3-1,12-3 0,0 0 0,-7 6 2,7-6 1,0 0 0,0 0-5,-14 4 5,14-4-3,-12 3 3,12-3-1,0 0-2,-15 2 3,15-2-6,-14 1 3,14-1 5,0 0-3,-13 4-2,13-4-2,0 0 2,0 0-2,-14 2 1,14-2 2,0 0 1,0 0-2,-12 3-2,12-3 4,0 0-1,-12 2 0,12-2 1,-11 6-3,11-6 2,-12 1-2,12-1-2,0 0 2,-14 4 2,14-4-3,0 0 0,0 0 3,-12 1-2,12-1-1,0 0 1,0 0-3,0 0 5,0 0-2,0 0 5,0 0-5,-12 4 4,12-4-3,0 0 1,0 0-1,0 0 2,-10 3-2,10-3 0,0 0 2,-12 2-2,12-2-2,0 0 6,0 0-5,-13 3 0,13-3 1,0 0-2,0 0-1,0 0 3,-9 6 1,9-6-2,0 0-1,0 0 4,0 0-5,0 0 4,0 0-3,0 0 4,0 0-2,0 0 1,0 0-1,0 0 3,0 0-3,0 0 1,0 0-4,0 0 0,0 0 2,0 0 1,0 0-2,0 0-4,0 0 4,0 0 1,0 0-3,0 0 2,0 0 0,0 0 4,0 0-5,0 0 1,0 0 3,0 0 1,0 0-3,0 0-1,0 0 2,0 0 2,0 0 0,14 19 1,-14-19-2,0 0 2,0 0 1,14 2 1,-14-2-2,0 0-1,13 5 1,-13-5-1,14 2 3,-7 0 3,-7-2 2,17 3 0,-6-3 1,-11 0-3,22 0 1,-8 2-1,3-2 1,-2 3 0,0-3-2,1 2-1,-2-2 0,-3 2-1,-11-2 1,25 2 1,-11-2-5,-2 1 6,-12-1 0,20 0 1,-13 2-10,-7-2 0,18 2-2,-8 1 3,-10-3-1,15 4 2,-5-2 0,-10-2 0,14 5 1,-14-5-4,13 7 3,-3-7-2,-10 0-4,13 7 7,-7-4 1,-6-3 0,14 6-3,-5-2 2,-9-4-2,10 5 2,-2 0-2,-8-5 3,12 8-5,-6-4-1,-6-4-2,9 9 8,-3-4-3,-6-5-3,14 7 6,-8-3 0,2 1-2,-8-5 2,13 9-2,-13-9 2,11 7 0,-11-7-2,12 5-1,-5-1 1,-7-4 0,14 3 4,-14-3-4,12 4 0,-12-4 0,9 3-2,-9-3 0,0 0 2,12 4-1,-12-4 0,0 0-1,9 5-1,-9-5 0,0 0 1,0 0 1,11 3 4,-11-3-1,0 0-3,0 0 1,0 0 4,0 0 3,0 0 7,0 0 3,0 0 7,0 0-3,0 0 10,8 4-3,-8-4 2,0 0 3,0 0 3,0 0 7,0 0-6,0 0-1,0 0 1,0 0 2,0 0-2,0 0 2,0 0-3,0 0 0,0 0-5,0 0-6,0 0-8,0 0-6,0 0-31,0-23-39,0 23-58,0 0-85,0 0-129,0 0-220,-40 0-594,13-5 263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8:59:37.59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 84 112,'0'0'127,"0"0"-13,-16-7-2,16 7-5,0 0-4,0 0-5,0 0-6,-6-9-7,6 9-8,0 0-6,0 0-8,0 0-7,0 0-5,0 0-7,-6-7-2,6 7-6,0 0 1,0 0-6,0 0 0,0 0 1,0 0-2,0 0-7,0 0 5,0 0-3,0 0 1,0 0-6,0 0 4,0 0-2,0 0 4,0 0 2,0 0 0,0 0-7,0 0 2,0 0 1,0 0-1,0 0 2,0 0-1,0 0-2,0 0 0,0 0 3,0 0-7,0 0 5,0 0 2,0 0-1,0 0 1,0 0-2,0 0 3,0 0 1,36 0-2,-36 0-2,13 0 0,-13 0-1,19-3 1,-6 1-3,-2 0-1,-11 2-2,22-1-4,-12-1 2,3 2-1,-13 0-2,26-2-1,-13 1 0,4 1-2,-3-2 3,2-1-2,0 0-2,0 3-2,1-2 1,-4 1 1,7-3-2,-3 2-5,-1-3 3,-4 2 3,2 0-4,3 0 0,-8 0 0,1-1 0,-10 4 3,17-3-3,-17 3 0,14-4-3,-14 4-1,9-1 4,-9 1-2,0 0 2,0 0-1,13-2-3,-13 2 5,0 0-2,0 0 2,0 0-1,0 0 3,0 0-5,0 0 1,0 0-7,0 0 8,0 0-3,0 0 2,0 0-9,0 0-8,0 0-18,0 0-26,0 0-15,0 0-19,0 0-16,0 0-37,0 0-35,0 0-130,0 0-336,0 0 149</inkml:trace>
  <inkml:trace contextRef="#ctx0" brushRef="#br0" timeOffset="781">151 239 70,'0'0'144,"0"0"-7,0 0 5,0 0-6,0 0-13,0 0-7,0 0-9,0 0-5,0 0-12,0 0-10,0 0-11,-3 7-1,3-7-12,0 0-7,0 0-3,0 0 2,0 0-15,0 0 1,0 0-8,0 0-2,-11 5-4,11-5 7,0 0-8,0 0 5,0 0 0,0 0-1,-9 5 7,9-5 2,0 0 1,0 0-7,0 0 6,0 0 2,0 0 3,0 0-1,0 0 3,0 0 1,0 0 3,0 0 1,-7 3 0,7-3 4,0 0 5,0 0-2,0 0 3,0 0-6,0 0-2,0 0-2,0 0-6,0 0-5,0 0-4,0 0-1,0 0-4,0 0-4,0 0 1,0 0-7,0 0 1,0 0 0,33-6-4,-33 6-1,26-2 3,-10-2-4,4 4 2,-1-1-3,1 1 1,7-2-1,2 0 0,-2 1-4,8-3 4,-5 4-4,-2-2 2,0 0-4,-8 2 2,0 0-2,-1 0 0,-8 0 1,1 0 0,-1-2-4,-11 2 3,19 0-4,-19 0 2,17 2 2,-17-2 1,9 0-4,-9 0 5,0 0-6,0 0 5,20 0-1,-20 0-3,0 0 2,0 0 2,0 0-3,0 0 2,0 0-1,0 0 3,0 0-5,0 0 4,0 0 0,10 0-3,-10 0 3,0 0-1,0 0 0,0 0-2,0 0-1,0 0-1,0 0-10,0 0-19,0 0-23,0 0-14,0 0-30,0 0-63,0 0-87,0 0-147,-33 16-429,33-16 190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8:59:43.5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17 39,'0'0'98,"-8"-7"19,8 7-11,0 0 4,0 0-12,0 0-10,0 0-11,0 0-3,0 0-5,0 0-8,0 0-2,0 0-2,0 0-10,0 0 5,0 0-4,0 0-7,0 0 1,0 0-2,0 0 2,0 0-5,0 0 2,0 0 4,0 0 1,0 0-1,0 0 0,0 0 0,0 0 1,0 0-3,0 0-1,0 0 5,0 0-4,0 0-1,0 0-4,0 0-2,0 0-1,0 0 0,0 0-8,0 0 3,0 0-3,0 0-10,0 0 5,0 0-4,0 0-2,0 0 2,0 0-5,0 0 3,0 0 6,0 0 1,0 0 7,0 0-1,0 0-5,31-7 4,-31 7-2,16 0-4,-16 0 1,20 0-6,-10 2 3,-10-2-5,20-2 0,-6 4-1,1-4 0,-15 2-4,26 4 0,-11-3 1,-3 1-4,1 1 2,4 1 1,0-3 0,-2-1 1,-3 0-5,3 3 1,3-3 0,-3 0 0,3-3 0,-2 2 1,0-1-3,-4 0 5,6 1-5,-18 1-2,23-4 1,-12 4 0,-11 0-1,19-3-1,-11 1 2,-8 2-3,14 0 2,-14 0 0,0 0-1,0 0 3,15-2-4,-15 2-1,0 0 2,0 0 1,12-1-2,-12 1 1,0 0 2,0 0-1,0 0 1,0 0-1,0 0 1,0 0-1,0 0 1,0 0 1,0 0 0,0 0 0,0 0-3,0 0 5,0 0-2,0 0-2,0 0 3,0 0-11,0 0-20,0 0-22,0 0-19,0 0-36,0 0-39,0 0-41,0 0-164,0 0-377,0 0 167</inkml:trace>
  <inkml:trace contextRef="#ctx0" brushRef="#br0" timeOffset="861">80 270 73,'0'0'142,"0"0"-6,0 0-17,0 0-7,0 0-4,0 0 0,0 0-11,0 0-5,0 0-7,0 0-2,0 0-3,0 0 1,0 0-1,0 0-1,0 0-1,0 0-4,0 0-3,0 0 1,0 0-3,0 0-5,0 0 1,0 0-3,0 0-2,0 0-1,0 0 3,0 0-3,0 0-1,0 0 0,0 0 0,0 0-6,0 0 3,0 0-3,0 0-3,0 0-4,0 0-5,0 0-1,0 0-3,9 4-6,-9-4-5,0 0-1,0 0-1,0 0-5,0 0 1,0 0-4,0 0 0,0 0-2,0 0 2,0 0-4,0 0-2,23-7 3,-23 7-4,0 0-2,15-4 1,-15 4 1,17-2 2,-17 2-1,15-2 2,-15 2-2,18-5 0,-11 3-4,7 1 6,1-3-6,0 1 2,3-1-1,1-2 1,-4 5-3,4-3 3,-2 3-3,1-1 0,0 0-2,-1 1 5,-5-1-6,0 2 5,2-2-2,-14 2-3,16 0 1,-16 0-4,19 2 4,-19-2-2,12 0 2,-12 0-1,0 0-1,10 2 4,-10-2-3,0 0 1,0 0-1,0 0-1,12 1 1,-12-1-1,0 0 2,0 0-2,0 0 1,20-1 4,-20 1-2,0 0-1,14-4-1,-14 4-2,10-2 2,-10 2 1,0 0-1,0 0 0,14-1 0,-14 1 0,0 0-1,0 0 2,0 0 1,15 0-2,-15 0 0,0 0 0,0 0 4,0 0 2,0 0 3,0 0 7,0 0 3,0 0 9,0 0-2,0 0 0,0 0 2,0 0 1,0 0 0,0 0 0,0 0 4,0 0 0,0 0-4,0 0-3,0 0-2,0 0 2,7-6 2,-7 6-8,0 0 3,0 0 7,0 0-11,0 0-4,0 0-5,0 0 1,0 0 3,0 0-7,0 0 4,0 0 0,0 0 1,0 0-9,0 0 1,0 0-4,0 0-13,0 0-14,0 0-23,0 0-30,0 0-41,0 0-47,0 0-50,0 0-82,-36 6-192,36-6-532,-22-2 236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8:59:53.77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21 67,'0'0'100,"0"0"-6,0 0-1,0 0-5,0 0 6,0 0-3,0 0-10,0 0 2,0 0-1,0 0-6,0 0-3,0 0 0,0 0-2,0 0-4,0 0-7,0 0-2,0 0-5,0 0-2,0 0-8,0 0 4,0 0 4,0 0 0,0 0-2,0 0-1,36 6-7,-26-6-6,10-4 3,0 4-3,7-4-5,3 1-5,11 1 2,-11 0-3,1-1-1,-1 1-2,-1-1-1,-2 3-8,-1-4 7,-7 6-5,-2-4 1,-1 4-3,-6-2-3,2 0-6,-12 0 4,15 0 0,-15 0 2,13 0-2,-13 0 0,11 2 0,-11-2-4,0 0 4,0 0 1,0 0-4,17-2-3,-17 2 3,0 0-1,0 0-1,0 0-7,0 0-6,0 0-6,0 0-9,0 0-17,0 0-6,0 0-16,0 0-24,13-2-18,-13 2-42,0 0-128,0 0-301,0 0 133</inkml:trace>
  <inkml:trace contextRef="#ctx0" brushRef="#br0" timeOffset="619">52 258 109,'0'0'147,"0"0"-9,0 0-3,0 0-9,0 0-8,0 0-16,0 0-3,0 0-10,0 0-6,0 0 2,0 0-12,0 0-6,0 0-6,0 0-5,0 0-7,0 0-3,0 0-5,0 0-5,0 0-4,0 0-4,0 0 2,0 0-7,0 0 0,0 0 2,0 0-3,20 9 13,-20-9-2,0 0 7,11 4 0,-11-4 1,13 2-3,-13-2-1,20-2-4,-8 2 0,3 0-5,-1-2-3,7 0 0,9 0-3,-4 0 4,3-1 0,12-4-1,-13 4-1,16-1-5,-4 1-1,-10 0-2,0 0-3,-3 3 0,0-2 1,-7 2-6,-5 0 0,0 0-2,-2-2-4,-13 2 3,19 2-4,-19-2 3,14 2-7,-14-2 5,12 2 1,-12-2-4,0 0 2,0 0-1,14 4 2,-14-4-3,0 0 0,0 0 4,0 0 0,0 0 2,0 0 1,0 0-1,0 0-4,0 0 1,0 0 1,0 0 0,0 0 5,0 0 1,0 0 2,0 0 3,0 0-3,0 0 3,0 0-3,0 0 1,0 0-2,0 0-3,0 0 5,0 0-7,0 0-7,0 0-22,0 0-31,0 0-69,0 0-108,0 0-139,0 0-401,0 0 178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09.610"/>
    </inkml:context>
    <inkml:brush xml:id="br0">
      <inkml:brushProperty name="width" value="0.04233" units="cm"/>
      <inkml:brushProperty name="height" value="0.04233" units="cm"/>
    </inkml:brush>
  </inkml:definitions>
  <inkml:trace contextRef="#ctx0" brushRef="#br0">4 1 732 0 0,'0'0'3276'0'0,"0"17"3136"0"0,1-15-6632 0 0,8 13 1997 0 0,-8-7-3246 0 0,-7-5-4222 0 0,-3-3 2982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10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16 344 0 0,'-4'-2'10706'0'0,"1"53"-8641"0"0,4-40-1538 0 0,5-17-7 0 0,-6 5-533 0 0,1-1 295 0 0,20 8-82 0 0,-27 0-148 0 0,6-8-53 0 0,0 1 0 0 0,0 0 0 0 0,0 1 1 0 0,0-1-1 0 0,0 0 0 0 0,0 0 1 0 0,0 0-1 0 0,0 1 0 0 0,0-1 1 0 0,-1 0-1 0 0,1 0 0 0 0,0 1 1 0 0,0-1-1 0 0,-1 0 0 0 0,1 0 1 0 0,-1 1-1 0 0,1-1 1 0 0,0 0-1 0 0,-1 1 0 0 0,1-1 1 0 0,-1 1-1 0 0,0-1 0 0 0,1 1 1 0 0,-1-1-1 0 0,1 1 0 0 0,-2-1 1 0 0,1 0 14 0 0,1 4-107 0 0,0 1 80 0 0,0-1-1 0 0,0 0 1 0 0,0 0-1 0 0,1 0 1 0 0,-1 0-1 0 0,1 1 1 0 0,0-1-1 0 0,0 0 1 0 0,0 0-1 0 0,0 0 1 0 0,2 4-1 0 0,-1-7-13 0 0,25-11-102 0 0,-25 9 124 0 0,0 1 0 0 0,-1-1-1 0 0,1 1 1 0 0,-1-1 0 0 0,1 0 0 0 0,-1 0-1 0 0,0 0 1 0 0,0 0 0 0 0,0 0 0 0 0,0 0-1 0 0,0 0 1 0 0,1-3 0 0 0,-2 4-6 0 0,0 0-2 0 0,0 0 11 0 0,0 0 0 0 0,-1 0 1 0 0,1 0-1 0 0,0 0 0 0 0,0-1 1 0 0,0 1-1 0 0,-1 0 1 0 0,1 0-1 0 0,-1 0 0 0 0,1 0 1 0 0,-1 0-1 0 0,1 0 0 0 0,-1 0 1 0 0,0-1-1 0 0,-1-3-16 0 0,-1 6 13 0 0,1-1 0 0 0,-1 0 0 0 0,1 1 0 0 0,0 0 0 0 0,-1-1 0 0 0,1 1 0 0 0,0 0 0 0 0,-1 0 0 0 0,1 0 0 0 0,-3 3 0 0 0,3-3 6 0 0,1-1 0 0 0,0 1 0 0 0,0 0 0 0 0,-1 0 0 0 0,1 0 0 0 0,0 0-1 0 0,0 0 1 0 0,0 0 0 0 0,0 0 0 0 0,0 0 0 0 0,0 0 0 0 0,0 1 0 0 0,0-1 0 0 0,0 0 0 0 0,1 1 0 0 0,-1-1 0 0 0,1 1 0 0 0,-1-1 0 0 0,1 0 0 0 0,-1 3 0 0 0,2-3-1 0 0,2 3-1 0 0,-2-3-3 0 0,0-2-9 0 0,1 1 13 0 0,0 0 0 0 0,-1-1-1 0 0,1 1 1 0 0,-1-1 0 0 0,1 0-1 0 0,-1 0 1 0 0,1 1-1 0 0,-1-1 1 0 0,1 0 0 0 0,-1 0-1 0 0,0 0 1 0 0,1-1 0 0 0,-1 1-1 0 0,0 0 1 0 0,0 0 0 0 0,0-1-1 0 0,0 1 1 0 0,0-1 0 0 0,0 1-1 0 0,-1 0 1 0 0,1-1 0 0 0,0 0-1 0 0,0-2 1 0 0,0 1-12 0 0,1-1 1 0 0,-1 1 0 0 0,-1 0-1 0 0,1-1 1 0 0,0 1-1 0 0,-1-1 1 0 0,0 1-1 0 0,1-1 1 0 0,-1 1-1 0 0,-1-1 1 0 0,0-4 0 0 0,-1 1-20 0 0,-2 6 7 0 0,-2 12 10 0 0,6-10 15 0 0,0 0 0 0 0,0 0 0 0 0,0 1 0 0 0,0-1 1 0 0,0 0-1 0 0,0 0 0 0 0,0 1 0 0 0,0-1 0 0 0,0 0 0 0 0,0 0 0 0 0,1 1 0 0 0,-1-1 1 0 0,1 0-1 0 0,-1 0 0 0 0,1 0 0 0 0,-1 0 0 0 0,1 0 0 0 0,-1 0 0 0 0,1 0 0 0 0,0 0 1 0 0,0 0-1 0 0,0 0 0 0 0,-1 0 0 0 0,1 0 0 0 0,1 1 0 0 0,-1-2 1 0 0,-1 0 1 0 0,0 1-1 0 0,0-1 0 0 0,0 0 0 0 0,0 0 0 0 0,0 1 0 0 0,0-1 0 0 0,0 0 0 0 0,1 0 1 0 0,-1 1-1 0 0,0-1 0 0 0,0 0 0 0 0,0 0 0 0 0,1 1 0 0 0,-1-1 0 0 0,0 0 1 0 0,0 0-1 0 0,1 0 0 0 0,-1 0 0 0 0,0 1 0 0 0,0-1 0 0 0,1 0 0 0 0,-1 0 0 0 0,0 0 1 0 0,1 0-1 0 0,-1 0 0 0 0,0 0 0 0 0,0 0 0 0 0,1 0 0 0 0,-1 0 0 0 0,0 0 0 0 0,1 0 1 0 0,-1 0-1 0 0,0 0 0 0 0,1 0 0 0 0,-1 0 0 0 0,0 0 0 0 0,0 0 0 0 0,1 0 1 0 0,-1 0-1 0 0,0 0 0 0 0,1-1 0 0 0,-1 1 0 0 0,0 0 0 0 0,0 0 0 0 0,1 0 0 0 0,-1 0 1 0 0,0-1-1 0 0,0 1 0 0 0,0 0 0 0 0,1 0 0 0 0,-1-1 0 0 0,0 1 0 0 0,0 0 1 0 0,0 0-1 0 0,1-1 0 0 0,-1-11 151 0 0,0 12-164 0 0,-1-1 167 0 0,-5-2-24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1:1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6 76,'-15'-5'17564,"59"12"-17147,60 2 0,-53-5-297,89-1 40,-81-5-89,-19-1-36,23 2-21,92 4 40,110 11-73,-239-12 18,44 7 0,5 1 9,149-3-22,6 4-175,-205-10 100,27-3-27,-3 4-42,-29 2 85,17 1-120,-36-5 176,-6 0-1550,-30-5-365,7-2-5795,16 3 3879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1:1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0 276,'-3'7'10991,"3"-7"-10817,17 14 2799,28 12-3899,-41-23 1840,17 7-620,0-1 1,44 12-1,-56-18-261,41 9 200,-49-12-233,0 1 1,0 0 1,0-1-1,-1 1 1,1-1-1,0 1 1,0-1-1,0 1 1,0-1-1,0 1 1,0-1-1,0 0 1,0 0-1,-1 1 1,1-1-1,0 0 1,0 0-1,0 0 1,0 0-1,0 0 1,0 0-1,0 0 1,2-1-1,2 1-11,51 10-68,-55-9 66,-33 21 498,11-10-301,0 1 0,-27 24 1,5-5-23,38-27-257,-1 1-728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16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964 8 372 0 0,'-4'-7'13241'0'0,"-7"22"-13009"0"0,-51 60 946 0 0,38-41-876 0 0,-13 19 126 0 0,0 1-13 0 0,11-18-146 0 0,-18 19 178 0 0,33-42-364 0 0,-204 245 810 0 0,28-39-339 0 0,151-179-435 0 0,-46 48 96 0 0,62-68-101 0 0,-26 33 0 0 0,18-18 42 0 0,-43 54-31 0 0,58-69-81 0 0,12-19-57 0 0,-3 7 219 0 0,0-5-2600 0 0,4-23 188 0 0,2-3-5208 0 0,-1 9 3210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17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50 40 0 0,'10'-49'10606'0'0,"-14"49"-10381"0"0,1 1 0 0 0,-1 0 0 0 0,1 0-1 0 0,-1 0 1 0 0,0 1 0 0 0,1-1 0 0 0,0 1 0 0 0,-1 0-1 0 0,-4 3 1 0 0,-39 30-173 0 0,11-9 137 0 0,-29 19 9 0 0,35-24-51 0 0,-45 26-1 0 0,60-39-137 0 0,-2 0 212 0 0,32-23-101 0 0,4-2-153 0 0,2 2 0 0 0,0 0 0 0 0,36-19-1 0 0,75-27-69 0 0,-81 39 38 0 0,-34 15 39 0 0,23-11-3 0 0,-39 17 38 0 0,-47 60 1365 0 0,34-40-1182 0 0,0 0 0 0 0,2 1-1 0 0,0 0 1 0 0,1 0-1 0 0,1 1 1 0 0,1 1-1 0 0,1-1 1 0 0,-3 26 0 0 0,7-41-242 0 0,2-3-60 0 0,0 0 0 0 0,-1 1 0 0 0,1-1 0 0 0,-1 0 0 0 0,0 0 0 0 0,0 0 0 0 0,0 0 0 0 0,-3 4 0 0 0,-14-24-9191 0 0,12 9 5706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18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10 32 0 0,'4'-9'10298'0'0,"-12"30"-8335"0"0,-13 36-2189 0 0,-71 181 2284 0 0,43-118-1395 0 0,-92 210 859 0 0,117-268-1308 0 0,-4 0-39 0 0,18-38-90 0 0,-22 37 1 0 0,26-51-77 0 0,1 0 1 0 0,0 0-1 0 0,0 1 1 0 0,-4 14-1 0 0,2-6 2 0 0,5-15-357 0 0,3-8-147 0 0,1-2-520 0 0,-1 1 0 0 0,0-1 0 0 0,-1 1 0 0 0,1-1-1 0 0,-1-8 1 0 0,-3 5-2775 0 0,1-1 286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19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17 480 0 0,'6'-10'4169'0'0,"0"3"228"0"0,4 72-2720 0 0,-5-37-1157 0 0,-1-1 1 0 0,0 30-1 0 0,-4 4-123 0 0,0-56-364 0 0,0-4-24 0 0,-1 1 1 0 0,1-1-1 0 0,0 1 0 0 0,0-1 1 0 0,0 1-1 0 0,0 0 1 0 0,1-1-1 0 0,-1 1 1 0 0,0-1-1 0 0,1 0 0 0 0,-1 1 1 0 0,1-1-1 0 0,-1 1 1 0 0,2 1-1 0 0,-2 15 67 0 0,1-15-58 0 0,-1-2-10 0 0,0-1 0 0 0,1 1 1 0 0,-1-1-1 0 0,0 1 0 0 0,1-1 1 0 0,-1 1-1 0 0,0 0 0 0 0,0-1 1 0 0,0 1-1 0 0,1-1 0 0 0,-1 1 1 0 0,0 0-1 0 0,0-1 0 0 0,0 1 1 0 0,0-1-1 0 0,0 1 0 0 0,0 0 1 0 0,0-1-1 0 0,0 1 1 0 0,0-1-1 0 0,-1 1 0 0 0,1 0 1 0 0,0-1-1 0 0,0 1 0 0 0,0-1 1 0 0,-1 1-1 0 0,1-1 0 0 0,0 1 1 0 0,-1 0-1 0 0,1-1 0 0 0,-1 0 1 0 0,1 1-1 0 0,0-1 0 0 0,-1 1 1 0 0,1-1-1 0 0,-1 1 1 0 0,0 0-1 0 0,0-1 39 0 0,1 1-33 0 0,-1 2-9 0 0,0-2 64 0 0,48-74 989 0 0,-34 54-1050 0 0,1 0 0 0 0,0 0 1 0 0,29-26-1 0 0,-9 11-5 0 0,-33 34 13 0 0,-10 17 179 0 0,-23 27 43 0 0,22-32-206 0 0,-1 0 1 0 0,-1-1-1 0 0,1 0 1 0 0,-2-1-1 0 0,-15 10 0 0 0,-13 7-3854 0 0,18-13-1071 0 0,14-8 1278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1:5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492 993 188 0 0,'0'0'10456'0'0,"7"13"-10232"0"0,-6 13-134 0 0,0-17-53 0 0,-1 0-1 0 0,0 0 0 0 0,-3 17 1 0 0,0-15-21 0 0,0 0 1 0 0,0 0 0 0 0,-1-1-1 0 0,-1 0 1 0 0,0 0 0 0 0,0 0-1 0 0,-1 0 1 0 0,0-1 0 0 0,-13 15-1 0 0,-8 6 43 0 0,-42 35 0 0 0,35-34-22 0 0,-20 17 15 0 0,31-29-13 0 0,1 0 0 0 0,1 2-1 0 0,1 1 1 0 0,1 0-1 0 0,0 1 1 0 0,-20 36 0 0 0,23-28 19 0 0,2 1 1 0 0,1 0-1 0 0,1 1 0 0 0,2 1 1 0 0,-9 51-1 0 0,16-63-7 0 0,1 1 0 0 0,0-1 1 0 0,1 1-1 0 0,2-1 0 0 0,0 1 0 0 0,2-1 0 0 0,0 0 0 0 0,1 0 0 0 0,12 34 0 0 0,13 58 93 0 0,-22-86-111 0 0,6 18 10 0 0,2 0 1 0 0,24 50 0 0 0,-26-74-43 0 0,0 0 0 0 0,33 39 0 0 0,-11-16 5 0 0,-20-28-9 0 0,0-2 1 0 0,1 0-1 0 0,1 0 0 0 0,0-2 1 0 0,33 20-1 0 0,-37-24 7 0 0,62 34 2 0 0,2-2 1 0 0,122 45 0 0 0,-89-40 2 0 0,-74-33-5 0 0,0-1 0 0 0,0-2 0 0 0,1-1 0 0 0,0-2 0 0 0,1-2 0 0 0,0-1 0 0 0,69-2 0 0 0,258-2 14 0 0,-306-1 56 0 0,0-3 0 0 0,1-3 0 0 0,-2-2 0 0 0,1-3 1 0 0,-2-2-1 0 0,94-36 0 0 0,-104 30-30 0 0,-1-1 0 0 0,0-3 0 0 0,-2-2-1 0 0,74-57 1 0 0,-106 73-38 0 0,126-109 51 0 0,-100 80-18 0 0,-1-1 0 0 0,53-77 0 0 0,-74 92 4 0 0,-1-1 1 0 0,-1 0-1 0 0,-2-1 1 0 0,0-1-1 0 0,-2 0 1 0 0,11-47-1 0 0,20-164 164 0 0,-28 156-141 0 0,2-89 0 0 0,0 49-5 0 0,-9 96-53 0 0,-2 0 1 0 0,-1 0-1 0 0,-1-1 1 0 0,-1 1 0 0 0,-1 0-1 0 0,-8-49 1 0 0,-5 5 95 0 0,-4-19-7 0 0,-7 0-12 0 0,12 44-53 0 0,-2-1 0 0 0,-31-72 0 0 0,29 83 8 0 0,-16-59-1 0 0,-2-6 33 0 0,19 69-91 0 0,-1 0-1 0 0,-1 2 0 0 0,-1-1 1 0 0,-2 2-1 0 0,-33-38 1 0 0,7 17 14 0 0,-2 2-1 0 0,-72-56 1 0 0,98 89-8 0 0,0 2-1 0 0,-2 0 1 0 0,1 1-1 0 0,-2 1 1 0 0,0 2-1 0 0,-49-13 1 0 0,2 8-13 0 0,0 4 0 0 0,-118-2 0 0 0,159 10 24 0 0,-63 1-43 0 0,-171 20 0 0 0,-4 28 35 0 0,228-36 3 0 0,2 2 0 0 0,-49 22 0 0 0,81-32 8 0 0,-66 26-49 0 0,-100 48 98 0 0,150-65-59 0 0,2 1 0 0 0,0 1 1 0 0,-29 25-1 0 0,-86 75-56 0 0,102-76 20 0 0,30-33 45 0 0,0 1 0 0 0,0-1 0 0 0,1 1 0 0 0,-1 0 0 0 0,1 0 0 0 0,1 1 0 0 0,-5 12 0 0 0,3-6 3 0 0,-1 0 0 0 0,-11 24-1 0 0,-3 5 37 0 0,18-39-42 0 0,-2 4 3 0 0,1 0-1 0 0,-1 0 1 0 0,1 0-1 0 0,1 0 1 0 0,0 0-1 0 0,0 0 1 0 0,0 10-1 0 0,1-13-2 0 0,0 0 0 0 0,1 0 1 0 0,0 0-1 0 0,0 0 0 0 0,0 0 0 0 0,0 0 0 0 0,1-1 1 0 0,-1 1-1 0 0,1 0 0 0 0,0-1 0 0 0,0 0 0 0 0,1 1 1 0 0,3 3-1 0 0,5 10-3 0 0,14 25 43 0 0,-12-18-57 0 0,-13-22 19 0 0,1 1 0 0 0,0-1 0 0 0,0 1 0 0 0,0-1 0 0 0,1 0 0 0 0,-1 0 0 0 0,0 0 0 0 0,1 0 0 0 0,-1 0 0 0 0,4 3 0 0 0,-3-1 0 0 0,1 0 0 0 0,-1 0 1 0 0,0 0-1 0 0,0 1 0 0 0,-1-1 1 0 0,1 1-1 0 0,1 7 0 0 0,-2-7 4 0 0,10 24 28 0 0,-11-28-37 0 0,2 13-4 0 0,11 0 10 0 0,-13-13 1 0 0,0-1-1 0 0,0 0 0 0 0,0 1 0 0 0,0-1 0 0 0,0 0 0 0 0,-1 1 1 0 0,1-1-1 0 0,0 0 0 0 0,0 1 0 0 0,0-1 0 0 0,0 0 1 0 0,0 1-1 0 0,0-1 0 0 0,0 0 0 0 0,0 1 0 0 0,0-1 1 0 0,0 0-1 0 0,1 1 0 0 0,-1-1 0 0 0,0 0 0 0 0,0 0 1 0 0,0 1-1 0 0,0-1 0 0 0,0 0 0 0 0,1 1 0 0 0,-1-1 1 0 0,0 0-1 0 0,0 0 0 0 0,0 1 0 0 0,1-1 0 0 0,-1 0 1 0 0,0 0-1 0 0,0 0 0 0 0,1 1 0 0 0,-1-1 0 0 0,0 0 1 0 0,0 0-1 0 0,1 0 0 0 0,-1 0 0 0 0,0 0 0 0 0,1 0 0 0 0,-1 1 1 0 0,0-1-1 0 0,1 0 0 0 0,-1 0 0 0 0,0 0 0 0 0,1 0 1 0 0,0 0-9 0 0,-1 1 4 0 0,7 5-20 0 0,-4 3 52 0 0,-3-8-40 0 0,0-1 6 0 0,0 3 16 0 0,0-2-10 0 0,13 39 24 0 0,-13-38-20 0 0,0 0-6 0 0,0-1 0 0 0,0 1 1 0 0,0 0-1 0 0,0-1 0 0 0,0 1 0 0 0,-1 0 0 0 0,1 0 1 0 0,-1-1-1 0 0,1 1 0 0 0,-1-1 0 0 0,0 1 1 0 0,0-1-1 0 0,1 1 0 0 0,-1-1 0 0 0,0 1 0 0 0,0-1 1 0 0,-1 1-1 0 0,1-1 0 0 0,0 0 0 0 0,-3 2 0 0 0,4-2 4 0 0,-1 1 201 0 0,0 0-816 0 0,1 4-4494 0 0,-5-7 1654 0 0,-18-4 262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07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45 311 204 0 0,'-30'-6'5596'0'0,"16"0"-689"0"0,15 5-4847 0 0,0 0 0 0 0,0-1 1 0 0,0 1-1 0 0,1 0 0 0 0,-1 0 0 0 0,0 0 1 0 0,1 0-1 0 0,-1 0 0 0 0,1 0 0 0 0,-1 0 0 0 0,1 0 1 0 0,0 1-1 0 0,-1-1 0 0 0,1 1 0 0 0,0-1 1 0 0,3 0-1 0 0,37-3 370 0 0,-13 1-223 0 0,168-22 203 0 0,-64 11-256 0 0,-25 3-84 0 0,123-6-58 0 0,-148 5-21 0 0,-14 2 13 0 0,153-15 10 0 0,-168 16-14 0 0,-20 3-5 0 0,40-2 0 0 0,234-25-1 0 0,-230 22 6 0 0,89-14 8 0 0,131-15-37 0 0,-249 37 23 0 0,-14 0-23 0 0,41-7 1 0 0,-75 10 22 0 0,4-1 153 0 0,-5 1-451 0 0,0 0 266 0 0,0 0-1 0 0,0 0 1 0 0,0 0 0 0 0,0 0 0 0 0,0 0 0 0 0,0 0 0 0 0,0 0 0 0 0,0-1 0 0 0,0 1 0 0 0,0 0 0 0 0,0 0 0 0 0,0 0 0 0 0,0 0 0 0 0,0 0 0 0 0,0 0-1 0 0,0 0 1 0 0,0 0 0 0 0,0 0 0 0 0,0 0 0 0 0,0 0 0 0 0,0 0 0 0 0,0 0 0 0 0,0 0 0 0 0,0 0 0 0 0,0-1-343 0 0,-4 0 294 0 0,-12-4-1985 0 0,5 1-2235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08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1 572 0 0,'2'-1'6644'0'0,"13"1"-6487"0"0,150 26 1894 0 0,-104-12-1707 0 0,-61-14-343 0 0,0 0 0 0 0,1 0 1 0 0,-1 0-1 0 0,0 0 1 0 0,0 0-1 0 0,1 0 1 0 0,-1 0-1 0 0,0 0 1 0 0,0 0-1 0 0,0 0 0 0 0,1 0 1 0 0,-1 0-1 0 0,0 1 1 0 0,0-1-1 0 0,1 0 1 0 0,-1 0-1 0 0,0 0 1 0 0,0 0-1 0 0,0 1 0 0 0,0-1 1 0 0,1 0-1 0 0,-1 0 1 0 0,0 0-1 0 0,0 1 1 0 0,0-1-1 0 0,0 0 1 0 0,0 0-1 0 0,0 1 0 0 0,0-1 1 0 0,0 0-1 0 0,1 0 1 0 0,-1 1-1 0 0,0-1 1 0 0,0 0-1 0 0,0 0 0 0 0,0 1 1 0 0,0-1-1 0 0,-7 11 45 0 0,-9 5 14 0 0,-2-4 92 0 0,1-1 1 0 0,-33 14 0 0 0,-7 4-1201 0 0,28-19-4004 0 0,19-7 2638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0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41 408 484 0 0,'-40'14'11736'0'0,"44"-15"-11680"0"0,266-53 427 0 0,145-24-500 0 0,-207 35 100 0 0,181-36 33 0 0,-140 31-116 0 0,-83 12 2 0 0,40-21-31 0 0,-181 49 8 0 0,-24 7 25 0 0,-1 1-131 0 0,0-1 1 0 0,0 1-1 0 0,-1-1 0 0 0,1 1 0 0 0,0-1 0 0 0,0 1 0 0 0,-1-1 0 0 0,1 1 1 0 0,0-1-1 0 0,-1 1 0 0 0,1 0 0 0 0,-1-1 0 0 0,1 1 0 0 0,-1-1 1 0 0,1 1-1 0 0,0 0 0 0 0,-1-1 0 0 0,1 1 0 0 0,-1 0 0 0 0,1 0 1 0 0,-1-1-1 0 0,1 1 0 0 0,-1 0 0 0 0,0 0 0 0 0,1 0 0 0 0,-1 0 1 0 0,-22-5-3559 0 0,18 5 2723 0 0,-9-2-1756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06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27 120 0 0,'3'-1'249'0'0,"-1"-1"-1"0"0,1 0 1 0 0,0 1 0 0 0,0-1-1 0 0,0 1 1 0 0,0 0 0 0 0,0 0-1 0 0,0 0 1 0 0,1 1-1 0 0,3-1 1 0 0,22-8 1685 0 0,-28 9-1507 0 0,-1 0-395 0 0,0-1-1 0 0,0 1 0 0 0,0 0 0 0 0,0 0 0 0 0,1-1 1 0 0,-1 1-1 0 0,0 0 0 0 0,0 0 0 0 0,0 0 0 0 0,1-1 1 0 0,-1 1-1 0 0,0 0 0 0 0,0 0 0 0 0,1 0 0 0 0,-1 0 1 0 0,0-1-1 0 0,1 1 0 0 0,-1 0 0 0 0,0 0 0 0 0,0 0 1 0 0,1 0-1 0 0,-1 0 0 0 0,0 0 0 0 0,1 0 0 0 0,-1 0 1 0 0,0 0-1 0 0,1 0 0 0 0,-1 0 0 0 0,0 0 0 0 0,0 0 0 0 0,1 0 1 0 0,-1 0-1 0 0,0 0 0 0 0,1 1 0 0 0,-1-1 0 0 0,0 0 1 0 0,1 0-1 0 0,15 5 917 0 0,-13-4-1095 0 0,28 2 471 0 0,-30-3-316 0 0,35-3 58 0 0,-35 3-60 0 0,22-3 568 0 0,-57 27 110 0 0,-39 21 0 0 0,-35 25 19 0 0,100-65-654 0 0,6-4-18 0 0,0 0-1 0 0,0 0 1 0 0,1 0 0 0 0,-1 0-1 0 0,0 0 1 0 0,1 0-1 0 0,-1 1 1 0 0,1-1 0 0 0,0 1-1 0 0,-1-1 1 0 0,1 1 0 0 0,0-1-1 0 0,0 1 1 0 0,0-1-1 0 0,0 1 1 0 0,-1 3 0 0 0,22-10 63 0 0,-9 3-20 0 0,-2 0-37 0 0,0 1 0 0 0,-1 0 1 0 0,1 0-1 0 0,0 1 0 0 0,0 0 1 0 0,0 1-1 0 0,0 0 0 0 0,0 0 1 0 0,14 5-1 0 0,34 2-187 0 0,1-10-1846 0 0,-33 0-2425 0 0,-12 2 1721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0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5 276 0 0,'6'-4'7754'0'0,"-83"40"-7469"0"0,57-27-235 0 0,0 0 0 0 0,1 1 0 0 0,-30 20 0 0 0,48-30-49 0 0,1 0 1 0 0,-1 0 0 0 0,1 1-1 0 0,-1-1 1 0 0,1 0 0 0 0,-1 1-1 0 0,1-1 1 0 0,0 0 0 0 0,-1 1-1 0 0,1-1 1 0 0,-1 1 0 0 0,1-1-1 0 0,0 1 1 0 0,-1-1 0 0 0,1 1-1 0 0,0-1 1 0 0,0 1 0 0 0,-1-1-1 0 0,1 1 1 0 0,0-1 0 0 0,0 1-1 0 0,0-1 1 0 0,0 1 0 0 0,0-1-1 0 0,0 1 1 0 0,0 0 0 0 0,0-1-1 0 0,0 1 1 0 0,0-1 0 0 0,0 1-1 0 0,15 8 34 0 0,32-2-18 0 0,-42-7-22 0 0,18 3-417 0 0,41 10 0 0 0,-29-2-3993 0 0,-30-9 2529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13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0 809 172 0 0,'0'0'7201'0'0,"7"11"-6369"0"0,0-10-691 0 0,0-1 0 0 0,0 1 0 0 0,0-1 0 0 0,1-1 0 0 0,-1 1 0 0 0,0-1 0 0 0,0 0 0 0 0,0-1 0 0 0,0 0 0 0 0,-1 0 0 0 0,1 0 0 0 0,0-1 0 0 0,6-4 0 0 0,1 0 13 0 0,0-1-1 0 0,0 0 1 0 0,0-1-1 0 0,21-20 1 0 0,-20 15-40 0 0,-1 0 0 0 0,0-1 1 0 0,-1 0-1 0 0,-1-1 0 0 0,0-1 0 0 0,-1 1 0 0 0,9-22 0 0 0,-11 19-68 0 0,-1-2 0 0 0,-1 1 0 0 0,-1-1 0 0 0,0 0-1 0 0,-2 0 1 0 0,3-30 0 0 0,-6 36-46 0 0,-1 0 1 0 0,-1 0-1 0 0,0 0 0 0 0,-1 0 0 0 0,0 1 1 0 0,-1-1-1 0 0,-1 1 0 0 0,-1-1 1 0 0,-11-26-1 0 0,6 21 12 0 0,0 1 0 0 0,-1 0 0 0 0,-1 0 0 0 0,-1 1 0 0 0,0 1 0 0 0,-1 0 0 0 0,-1 1 0 0 0,-1 0 0 0 0,0 1 0 0 0,-1 1 0 0 0,-25-16 0 0 0,27 20 11 0 0,13 8-28 0 0,0 0-1 0 0,0 1 1 0 0,0-1 0 0 0,-1 0-1 0 0,1 1 1 0 0,-1 0-1 0 0,1 0 1 0 0,-1 0 0 0 0,1 0-1 0 0,-1 0 1 0 0,-2-1-1 0 0,3 2-87 0 0,-2 11-509 0 0,10 0-52 0 0,5 13-1224 0 0,-5-7-2757 0 0,-5-11 2147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14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83 328 0 0,'2'-3'285'0'0,"0"0"-1"0"0,0 0 1 0 0,1 0-1 0 0,0 0 1 0 0,-1 0-1 0 0,1 1 1 0 0,0-1 0 0 0,0 1-1 0 0,6-4 1 0 0,-8 5-135 0 0,0-1 0 0 0,-1 0 0 0 0,1 1 1 0 0,-1-1-1 0 0,0 0 0 0 0,1 0 0 0 0,-1 0 1 0 0,0 1-1 0 0,0-1 0 0 0,0 0 0 0 0,0 0 1 0 0,-1 0-1 0 0,1 1 0 0 0,0-1 0 0 0,-1 0 1 0 0,1 0-1 0 0,-1 1 0 0 0,0-1 0 0 0,-1-2 1 0 0,2 3-59 0 0,0 0-46 0 0,-1 1 0 0 0,1-1 1 0 0,0 0-1 0 0,0 0 1 0 0,-1 1-1 0 0,1-1 0 0 0,-1 0 1 0 0,1 0-1 0 0,0 1 0 0 0,-1-1 1 0 0,1 1-1 0 0,-1-1 1 0 0,0 0-1 0 0,1 1 0 0 0,-1-1 1 0 0,1 1-1 0 0,-1-1 1 0 0,0 1-1 0 0,1-1 0 0 0,-2 0 1 0 0,-2 3-17 0 0,1 0 1 0 0,0 0 0 0 0,-1 1-1 0 0,1-1 1 0 0,0 0 0 0 0,0 1-1 0 0,1 0 1 0 0,-1 0 0 0 0,1 0 0 0 0,-1 0-1 0 0,1 0 1 0 0,0 0 0 0 0,0 1-1 0 0,0-1 1 0 0,-2 7 0 0 0,-1 6 118 0 0,0 0 1 0 0,-4 25 0 0 0,-6 17 19 0 0,13-52-155 0 0,0-1-1 0 0,-1 1 0 0 0,0-1 1 0 0,0 0-1 0 0,0 0 1 0 0,0 0-1 0 0,-1 0 1 0 0,0 0-1 0 0,0-1 1 0 0,-10 8-1 0 0,13-11 8 0 0,0 1-1 0 0,0 0 1 0 0,0-1-1 0 0,0 1 1 0 0,1 0-1 0 0,-1 0 1 0 0,0-1 0 0 0,1 1-1 0 0,-1 0 1 0 0,1 0-1 0 0,-1 3 1 0 0,1-4 247 0 0,2-4-241 0 0,1 0-12 0 0,0-1-1 0 0,0 0 0 0 0,0 0 1 0 0,-1 0-1 0 0,0 0 1 0 0,0 0-1 0 0,0-1 1 0 0,0 1-1 0 0,0-1 0 0 0,-1 1 1 0 0,0-1-1 0 0,0 0 1 0 0,0-7-1 0 0,0 5 13 0 0,0 0 1 0 0,1 0-1 0 0,-1 0 0 0 0,1 0 0 0 0,1 0 1 0 0,-1 0-1 0 0,1 1 0 0 0,5-10 1 0 0,-7 15 1 0 0,11 2 228 0 0,200 96 1341 0 0,-196-91-1587 0 0,31 14 240 0 0,-45-19-364 0 0,1 1-1 0 0,0-1 0 0 0,0 1 1 0 0,-1 0-1 0 0,1 0 0 0 0,-1 0 1 0 0,1 0-1 0 0,-1 0 0 0 0,0 1 1 0 0,0-1-1 0 0,4 6 0 0 0,-6-8 4 0 0,0 1-1 0 0,0-1 1 0 0,0 0-1 0 0,0 1 1 0 0,0-1-1 0 0,0 1 1 0 0,0-1-1 0 0,0 0 0 0 0,0 1 1 0 0,0-1-1 0 0,0 0 1 0 0,0 1-1 0 0,-1-1 1 0 0,1 1-1 0 0,0-1 1 0 0,0 0-1 0 0,0 1 1 0 0,-1-1-1 0 0,1 0 1 0 0,0 0-1 0 0,0 1 1 0 0,-1-1-1 0 0,1 0 0 0 0,0 0 1 0 0,0 1-1 0 0,-1-1 1 0 0,1 0-1 0 0,0 0 1 0 0,-1 1-1 0 0,1-1 1 0 0,0 0-1 0 0,-1 0 1 0 0,1 0-1 0 0,-1 0 1 0 0,1 0-1 0 0,0 0 1 0 0,-1 0-1 0 0,1 0 0 0 0,-1 0 1 0 0,-2 1-983 0 0,-5 4-1587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33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9 436 0 0,'5'-8'10560'0'0,"-7"24"-10253"0"0,0 1 0 0 0,-1-1-1 0 0,-8 25 1 0 0,0 1 105 0 0,-2 16 331 0 0,2 1-1 0 0,-6 113 1 0 0,17-162-658 0 0,-2 19 156 0 0,2-28-278 0 0,-6-7-4561 0 0,0 1 3460 0 0,1-1-2589 0 0,2 0 526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33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80 472 0 0,'0'0'672'0'0,"37"-3"3129"0"0,-11-1-2019 0 0,1-1-1 0 0,-1-1 1 0 0,50-18 0 0 0,38-12-314 0 0,-113 36-1500 0 0,4-1-111 0 0,-30 11-4940 0 0,12-6 1211 0 0,4-1 1390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34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33 584 0 0,'0'0'705'0'0,"3"4"1407"0"0,3-3 2650 0 0,92-18-1050 0 0,-29 5-2640 0 0,-15 4-566 0 0,-40 8-1076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5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35 180,'2'-6'1420,"-2"4"-1006,0-1-1,1 1 1,-1 0-1,1 0 1,0 0-1,0 0 1,0 0-1,0 0 1,0 0-1,0 0 1,0 0-1,2-1 1,-2 2 15,-4 49 2100,-11 61 0,6-56-2391,-3 77-1,12-113-82,0-13-42,-1 0 1,1-1 0,-1 1-1,0 0 1,0-1 0,0 1-1,-1 0 1,1-1 0,-2 6-1,2 0 52,0-9-108,0 1 0,0-1 1,0 0-1,0 0 0,0 0 1,0 1-1,0-1 0,0 0 1,0 0-1,0 0 0,0 1 1,0-1-1,0 0 0,0 0 0,0 0 1,0 0-1,0 1 0,0-1 1,0 0-1,0 0 0,0 0 1,-1 0-1,1 1 0,0-1 1,0 0-1,0 0 0,0 0 0,0 0 1,-1 0-1,1 0 0,0 1 1,0-1-1,0 0 0,0 0 1,-1 0-1,1 0 0,0 0 0,0 0 1,0 0-1,0 0 0,-1 0 1,1 0-1,0 0 0,0 0 1,0 0-1,-1 0 0,1 0 1,0 0-1,0 0 0,0 0 0,0 0 1,-1 0-1,1 0 0,0 0 1,0 0-1,-1-1 0,0 1-165,-14-11-880,5 1-3680,6 1 2236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5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71 260,'0'0'1529,"5"-2"2415,21-8-2717,226-31 2204,-138 24-2335,-112 17-1083,-5 3-338,-1 1 0,0-1 0,0 1 0,0-1 0,-8 5 0,-15 2-5193,18-8 3250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76 492,'0'0'4477,"4"-2"-3861,12-4 364,28-10 2406,77-17 0,-87 25-2760,-25 5-440,1 1 1,-1 0 0,1 1-1,-1 0 1,1 0 0,0 1-1,11 1 1,-19-1-126,8 2 789,-7-1-3189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17 680,'-6'14'4958,"-18"48"-3805,-17 63 214,27-77-651,-22 50 0,36-97-684,0-1 0,0 0 0,0 0 0,0 1 0,0-1 0,0 0 0,0 0 0,0 0 0,0 1 0,0-1 0,0 0 0,-1 0 0,1 0 0,0 1 0,0-1 0,0 0 0,0 0 0,0 0 0,-1 1 0,1-1 0,0 0 0,0 0 0,0 0 0,-1 0 0,1 0 0,0 0 0,0 0 0,-1 1 0,1-1 0,0 0 0,0 0 0,-1 0 0,1 0 0,0 0 0,0 0 0,-1 0 0,1 0 0,0 0 0,0 0 0,-1 0 0,1 0 0,0-1 0,-1 1 0,-7-12 354,-1-21-192,11 10-128,0 0 0,2 1 0,1-1 0,0 1 0,1 0 0,2 0 0,18-37 0,-25 55-52,1 0-1,0 1 0,0-1 0,1 1 1,-1-1-1,1 1 0,-1 0 0,1 0 0,0 0 1,0 0-1,1 0 0,-1 1 0,0 0 0,6-3 1,-7 4 3,0 1 0,0-1 0,1 1-1,-1 0 1,0 0 0,0 0 0,0 0 0,0 0 0,1 0 0,-1 1 0,0-1 0,0 1 0,0-1 0,0 1 0,0 0 0,0 0 0,0 0 0,0 0 0,0 0 0,-1 0 0,1 1 0,0-1 0,-1 0-1,1 1 1,-1 0 0,1-1 0,-1 1 0,0 0 0,2 2 0,21 29 234,29 53-1,13 21 77,-54-95-175,-12-12-144,0 0-1,0 0 1,1 0 0,-1 0-1,0 0 1,0 0 0,0 0-1,0 0 1,0 0 0,1 0-1,-1 0 1,0 0-1,0 0 1,0 0 0,0 0-1,1 0 1,-1 0 0,0 0-1,0 0 1,0 0 0,0 0-1,1 0 1,-1 0 0,0 0-1,0 0 1,0 0-1,0-1 1,0 1 0,1 0-1,-1 0 1,0 0 0,0 0-1,0 0 1,0 0 0,0-1-1,0 1 1,0 0 0,0 0-1,0 0 1,0 0 0,1-1-1,0-27 523,-1 15-575,1-17 110,2 1 0,1-1 0,1 1 0,2-1 0,1 1 1,16-40-1,-23 67-89,0 0 0,0 0 0,0 0 0,1 0 0,-1 0 0,1 0 0,-1 0 0,1 1 0,0-1 0,0 1 0,-1-1 1,1 1-1,0-1 0,0 1 0,3-1 0,-4 1-121,0 1 1,0 0 0,1-1-1,-1 1 1,0 0 0,0 0-1,0 0 1,0 0 0,0 0-1,0 0 1,0 0 0,0 0-1,1 0 1,-1 1 0,0-1-1,0 0 1,0 1 0,0-1-1,0 1 1,0-1-1,0 1 1,0-1 0,0 1-1,-1 0 1,1 0 0,0-1-1,0 1 1,0 0 0,-1 0-1,1 0 1,-1 0 0,1 0-1,0 0 1,-1 0 0,1 0-1,-1 1 1,2 4-3388,-2 0 269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35 367 176,'4'2'408,"1"0"0,1 0-1,-1-1 1,0 0 0,0 0 0,8 1 0,-12-2-366,0 0 1,0 0-1,0 0 0,0 0 1,0 0-1,0 0 1,0 0-1,0 0 0,0 0 1,0 0-1,0-1 1,0 1-1,0 0 1,0-1-1,0 1 0,-1-1 1,1 1-1,0-1 1,0 1-1,0-1 0,0 0 1,-1 1-1,1-1 1,0 0-1,-1 0 0,1 1 1,0-1-1,-1 0 1,1 0-1,-1 0 0,0 0 1,1 0-1,-1 0 1,1 0-1,-1 0 0,0 0 1,0 0-1,0 0 1,0-1-1,0 1-25,0 0 0,0 0 0,0-1 0,0 1 0,-1 0 0,1 0 0,0 0 0,-1 0 0,1 0 0,-1 0 0,1 0 0,-1 0 0,0 0 0,1 1 0,-1-1 0,0 0 0,0 0 0,1 0 0,-1 1 0,0-1 0,0 0 0,0 1 0,0-1 0,0 1 0,-2-1 0,-26-7 313,21 7-214,7 0-19,-2 2 44,1 0-86,-1 0 1,0 1 0,0-1-1,0 1 1,0 0 0,1 0-1,-1 0 1,1 0 0,0 0-1,-1 0 1,1 1 0,0-1-1,0 1 1,1 0 0,-1-1-1,0 1 1,1 0 0,0 0-1,0 0 1,0 0 0,0 0-1,0 0 1,0 0 0,1 1-1,-1-1 1,1 0 0,0 0-1,0 0 1,0 1 0,1-1-1,-1 0 1,1 0 0,1 5-1,2 7 80,-4-12-114,1-1 0,-1 1-1,1-1 1,-1 1 0,1-1-1,0 0 1,0 0 0,0 1 0,0-1-1,0 0 1,1 0 0,-1 0-1,1 0 1,-1 0 0,1 0-1,0-1 1,-1 1 0,1 0-1,0-1 1,0 1 0,0-1-1,3 2 1,0-1-5,-1-1 1,0 1-1,1 0 0,-1-1 1,1 0-1,0 0 0,-1 0 1,1-1-1,0 1 0,-1-1 1,1-1-1,0 1 0,-1 0 1,1-1-1,0 0 0,-1 0 1,1 0-1,-1-1 0,1 0 1,-1 0-1,0 0 0,5-3 0,-1-1-8,0 0-1,0 0 1,-1-1-1,0 0 1,0 0-1,-1-1 1,0 0-1,0 0 1,9-17-1,1-11 1,-1-1-1,-2-1 1,-2 0 0,11-61-1,0 0 126,-15 63 260,-7 35-26,0 33 261,-45 175 1014,43-200-1596,-11 33 215,9-28-155,0 0 0,1 1-1,-4 21 1,2 7 85,3-32-134,0 1-1,1 0 0,0-1 0,0 1 0,1-1 1,1 1-1,0 0 0,0-1 0,1 1 0,3 11 1,2-13-617,-6-8 213,0 0-1,0 0 0,0 0 1,0 0-1,0 0 0,0 0 1,0 0-1,0 0 0,0 0 1,-1-1-1,1 1 0,0 0 1,0-1-1,0 1 0,0 0 1,-1-1-1,1 0 0,0 1 1,0-1-1,-1 1 0,2-2 0,1-3-2658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20,'12'2'808,"-1"-4"-12,10-1-96,0 5-56,1-4-48,1 4-80,1-2-48,-1 0-200,-1 1-148,1-2-272,-6 1-264,-5 0-312,1-2-792,-3 2 352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9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17 720,'-10'-8'3246,"9"7"-3173,1 0 0,0 1 1,-1-1-1,1 1 0,-1-1 0,1 1 0,0-1 0,-1 1 0,1-1 1,-1 1-1,1 0 0,-1-1 0,0 1 0,1 0 0,-1-1 0,1 1 1,-1 0-1,0 0 0,1 0 0,-1-1 0,0 1 0,1 0 0,-1 0 1,1 0-1,-1 0 0,0 0 0,1 0 0,-1 0 0,0 0 0,1 1 1,-1-1-1,0 0 0,1 0 0,-1 0 0,1 1 0,-1-1 0,0 0 1,1 1-1,-1-1 0,1 0 0,-1 1 0,1-1 0,-1 1 0,1-1 1,-1 1-1,1-1 0,0 1 0,-1-1 0,1 1 0,0-1 0,-1 1 1,1 1-1,-4 4 181,0 0 1,0 1-1,1-1 1,0 1 0,0 0-1,0 0 1,-1 8-1,-10 58 853,10-47-701,-20 212 2387,15-99-1575,5-96-1000,-6 52 591,9-86-898,-1 0 0,0-1 0,-1 1 1,0-1-1,0 0 0,-1 0 0,0 0 1,-6 9-1,8-15-55,1-1 1,-1 1 0,1-1 0,-1 1-1,0-1 1,0 1 0,0-1 0,0 0-1,0 0 1,0 0 0,0 0 0,0 0-1,0-1 1,0 1 0,0 0 0,-1-1-1,1 0 1,0 1 0,0-1 0,-1 0-1,-2-1 1,1 1-592,-1-1 0,0 0 0,1 0 0,-1 0 0,1 0 0,-1-1 0,1 0 0,0 0 0,-6-3 0,-5-5-2150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39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0 310 336,'0'-2'202,"1"-1"-1,-1 0 1,1 1 0,-1-1-1,1 0 1,0 1 0,0-1-1,0 1 1,0-1 0,0 1-1,1 0 1,-1-1 0,1 1-1,0 0 1,-1 0 0,1 0-1,0 0 1,0 1 0,0-1-1,0 0 1,1 1 0,-1-1-1,0 1 1,1 0 0,-1 0-1,5-2 1,8-2 342,0 1 0,0 0 0,25-2 0,-18 2-26,65-8 706,-50 8-646,0-2-1,-1-1 1,0-1-1,65-25 0,-91 28-536,-1 0-1,1-1 0,-1 0 0,0 0 0,-1-1 1,1 0-1,-1-1 0,-1 0 0,1 0 0,-1 0 1,-1-1-1,0 0 0,0-1 0,0 1 0,-1-1 1,3-11-1,-7 21-41,-1 0 0,0-1 0,1 1 0,-1 0 0,0-1 0,0 1 0,0-1 0,1 1 0,-1 0 0,0-1 0,0 1 0,0-1 0,0 1 0,0-1-1,0 1 1,1-1 0,-1 1 0,0-1 0,0 1 0,-1 0 0,1-1 0,0 1 0,0-1 0,0 1 0,0-1 0,0 1 0,0-1 0,-1 1 0,1 0 0,0-1 0,0 1 0,-1-1 0,1 1 0,0 0 0,0-1 0,-1 1 0,1 0 0,0-1 0,-1 1 0,1 0 0,-1 0 0,1-1 0,0 1 0,-1 0 0,1 0 0,-1 0 0,1 0 0,-1-1 0,1 1 0,0 0 0,-1 0 0,1 0-1,-1 0 1,1 0 0,-1 0 0,1 0 0,-1 0 0,1 0 0,-1 1 0,1-1 0,0 0 0,-1 0 0,1 0 0,-1 0 0,1 1 0,-1-1 0,0 0 0,-29 16-40,22-10 37,1 0-1,1 0 0,-1 1 1,1 0-1,0 1 0,1 0 1,0-1-1,0 2 0,1-1 1,0 0-1,0 1 0,1 0 1,0 0-1,0 0 0,1 0 1,0 0-1,1 0 0,0 1 1,1 16-1,0-25 4,0 0 1,0 0 0,0 0-1,0 0 1,0 0-1,0 0 1,0 0-1,1 0 1,-1 0-1,0 0 1,1 0 0,-1 0-1,0 0 1,1 0-1,-1 0 1,1-1-1,0 1 1,0 1 0,-1-2-1,1 0 0,-1 0 0,1 1 0,-1-1 0,0 0 0,1 0 0,-1 0 0,0 0 0,1 0 0,-1 0 1,1 0-1,-1 0 0,0 0 0,1 0 0,-1 0 0,1 0 0,-1 0 0,0 0 0,1 0 0,-1-1 1,1 1-1,-1 0 0,0 0 0,1 0 0,-1-1 0,0 1 0,1 0 0,-1 0 0,0-1 0,0 1 0,1 0 1,-1 0-1,0-1 0,1 0 0,0-1-5,1-1-1,-1 0 1,1 0 0,-1 0 0,0-1-1,0 1 1,0 0 0,-1 0-1,1-1 1,-1 1 0,0 0 0,0-5-1,3-15-4,-2 18 6,0 0 1,0 0-1,1 0 0,0 0 0,0 0 1,0 0-1,1 0 0,0 1 0,0-1 1,0 1-1,5-6 0,-6 8 5,0 0-1,1 0 1,-1 1-1,1-1 1,-1 1-1,1 0 1,-1 0 0,1 0-1,0 0 1,-1 0-1,1 0 1,0 1-1,0 0 1,0-1 0,-1 1-1,1 0 1,0 0-1,0 0 1,0 1 0,0-1-1,-1 1 1,1-1-1,4 3 1,2 0 4,0 0 0,0 1 0,0 0 0,0 0 0,0 1 0,-1 1 0,0-1 0,8 8 0,-12-9-10,0 0 1,0 0 0,0 0 0,-1 0 0,1 1 0,-1 0 0,-1 0-1,1-1 1,0 2 0,-1-1 0,0 0 0,-1 0 0,1 1-1,-1-1 1,1 9 0,-1-4-52,0-8 37,0 1 0,-1 0 0,1 0 0,-1-1 0,0 1 0,0 0 0,0 0 0,0 0 0,-1-1 0,1 1 0,-1 0 0,0 0 0,1-1 0,-1 1 0,-2 2 0,3-5 22,0 1 0,0-1 0,-1 0-1,1 0 1,0 0 0,0 0 0,-1 1 0,1-1 0,0 0 0,-1 0 0,1 0 0,0 0 0,0 0 0,-1 0-1,1 0 1,0 0 0,-1 0 0,1 0 0,0 0 0,-1 0 0,1 0 0,0 0 0,0 0 0,-1 0 0,1 0-1,0-1 1,0 1 0,-1 0 0,1 0 0,0 0 0,-1 0 0,1-1 0,0 1 0,0 0 0,0 0-1,-1 0 1,1-1 0,0 1 0,0 0 0,0 0 0,0-1 0,-1 1 0,1 0 0,0 0 0,0-1 0,0 1-1,0 0 1,0-1 0,0 1 0,0 0 0,0-1 0,0 1 0,0 0 0,0 0 0,0-1 0,0 1 0,0 0-1,0-1 1,-1-18 124,3 10-88,1 1-1,-1-1 1,2 1 0,-1 0-1,1 0 1,0 0 0,1 1-1,0 0 1,0-1 0,1 2-1,-1-1 1,1 1 0,1-1-1,6-4 1,4-2-432,0 2 0,0 0 0,1 0 0,36-14-1,-42 22-1033,-3 2-3182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0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1 404,'-22'24'4250,"17"-18"-3604,-44 57 3694,46-58-4097,-1 0 0,1 0 1,1 1-1,-1-1 0,1 1 0,0-1 0,0 1 1,1 0-1,-1 0 0,0 11 0,3-14-188,-1-1 0,0 1 0,1-1-1,0 1 1,-1-1 0,1 1 0,0-1 0,0 1 0,0-1-1,1 0 1,-1 0 0,0 0 0,1 0 0,0 0-1,-1 0 1,1 0 0,0 0 0,0 0 0,0-1 0,0 1-1,0-1 1,1 1 0,-1-1 0,0 0 0,1 0 0,-1 0-1,0 0 1,1-1 0,-1 1 0,1-1 0,0 1 0,3-1-1,1 1-13,1 0 0,0-1-1,-1 0 1,1 0 0,-1 0-1,1-1 1,-1-1-1,1 1 1,-1-1 0,10-4-1,2-2 38,-1-1-1,27-17 0,-38 20-86,0 0 0,1 0 0,-2-1-1,1 0 1,-1 0 0,0 0 0,9-16-1,-13 20-4,-1-1 0,1 1 0,-1 0 0,0-1 0,0 1 0,0-1 0,0 1 0,-1-1 0,1 1 0,-1-7 0,0 9-18,0 1 27,-1-1 0,1 1 0,0 0 0,-1-1 0,1 1 0,0 0 0,-1 0 0,1-1 0,-1 1 0,1 0 0,0 0 0,-1 0 0,1 0 0,-1 0 0,1-1 0,-1 1 1,1 0-1,-1 0 0,1 0 0,0 0 0,-1 0 0,1 0 0,-1 0 0,1 1 0,-1-1 0,-2 1 2,1 1 1,0-1-1,-1 1 0,1-1 1,0 1-1,0 0 1,0 0-1,0 0 0,1 0 1,-1 0-1,0 1 0,1-1 1,0 0-1,-1 1 1,1-1-1,0 1 0,0-1 1,0 1-1,1 0 0,-1-1 1,1 1-1,-1 0 1,1-1-1,0 1 0,0 0 1,0 0-1,0-1 0,1 1 1,-1 0-1,1 0 1,0-1-1,-1 1 0,1-1 1,0 1-1,1-1 0,-1 1 1,0-1-1,1 0 1,-1 1-1,1-1 0,0 0 1,0 0-1,0 0 0,0 0 1,0 0-1,0-1 1,0 1-1,5 2 0,0-1-130,0 0-1,1 0 1,-1 0-1,1-1 1,0 0-1,-1-1 1,1 1-1,0-2 1,14 1-1,41-5-7280,-48 3 4298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0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16 252,'8'-3'1668,"-1"1"1,1 0-1,-1 0 1,15-2-1,63 1-19,-69 3-915,7 1-207,-14-1-2101,-2 0-4056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1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67 304,'11'1'3014,"81"-7"1726,48-18-2375,-135 23-2565,0 0 1,-1 0-1,1-1 1,-1 0-1,1 0 1,5-3-1,11-13-4704,-14 12 2582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41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5 804 0 0,'-1'-1'280'0'0,"1"1"1"0"0,-1-1-1 0 0,0 1 0 0 0,0-1 1 0 0,0 1-1 0 0,0 0 0 0 0,0 0 1 0 0,0-1-1 0 0,0 1 0 0 0,0 0 0 0 0,0 0 1 0 0,0 0-1 0 0,0 0 0 0 0,0 0 1 0 0,0 0-1 0 0,1 0 0 0 0,-2 1 1 0 0,-27 9 2244 0 0,20-3-1844 0 0,0 0-1 0 0,0 0 1 0 0,1 1-1 0 0,0 0 1 0 0,1 1-1 0 0,-7 9 1 0 0,11-14-536 0 0,1-1 0 0 0,-1 1 0 0 0,1 0 0 0 0,0 0 0 0 0,0 0 0 0 0,1 0 0 0 0,-1 0 0 0 0,1 1 0 0 0,0-1 1 0 0,0 0-1 0 0,0 1 0 0 0,1-1 0 0 0,-1 0 0 0 0,1 1 0 0 0,0-1 0 0 0,0 1 0 0 0,1-1 0 0 0,1 7 0 0 0,-1-8-100 0 0,0-1-1 0 0,1 1 1 0 0,-1-1-1 0 0,1 1 0 0 0,0-1 1 0 0,0 0-1 0 0,0 1 1 0 0,0-1-1 0 0,0 0 0 0 0,0 0 1 0 0,1-1-1 0 0,-1 1 0 0 0,0 0 1 0 0,1-1-1 0 0,0 1 1 0 0,-1-1-1 0 0,1 0 0 0 0,0 0 1 0 0,-1 0-1 0 0,1 0 0 0 0,0-1 1 0 0,3 1-1 0 0,2 1 18 0 0,0-1 0 0 0,-1 0 1 0 0,1-1-1 0 0,0 0 0 0 0,0 0 0 0 0,15-2 0 0 0,-17 0-55 0 0,0 1 0 0 0,1-1 0 0 0,-1 0 0 0 0,0-1 0 0 0,0 0 0 0 0,0 0 0 0 0,-1 0 0 0 0,1-1 0 0 0,-1 1 0 0 0,1-1 0 0 0,-1-1 0 0 0,-1 1 0 0 0,1-1 0 0 0,-1 0 0 0 0,1 0 0 0 0,-1 0 0 0 0,-1 0 0 0 0,1-1 0 0 0,-1 0-1 0 0,0 1 1 0 0,0-1 0 0 0,0 0 0 0 0,-1-1 0 0 0,0 1 0 0 0,-1 0 0 0 0,1-1 0 0 0,-1 1 0 0 0,0-1 0 0 0,0-12 0 0 0,-1 17-117 0 0,-1 0-1 0 0,1 0 0 0 0,0 0 1 0 0,-1 0-1 0 0,1 0 1 0 0,-1 0-1 0 0,1 0 0 0 0,-1 0 1 0 0,0 1-1 0 0,0-1 1 0 0,0 0-1 0 0,0 0 0 0 0,0 1 1 0 0,0-1-1 0 0,0 1 1 0 0,-1-1-1 0 0,1 1 0 0 0,-1-1 1 0 0,1 1-1 0 0,-1 0 1 0 0,-2-2-1 0 0,-27-8-8185 0 0,21 8 4453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4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0 64 0 0,'-4'1'9777'0'0,"-4"4"-7222"0"0,-71 217-681 0 0,56-156-1559 0 0,-35 133 651 0 0,50-171-847 0 0,-9 20 80 0 0,17-47-257 0 0,-2 1-182 0 0,2-2 168 0 0,1 1-1 0 0,-1-1 1 0 0,-1 0 0 0 0,1 1 0 0 0,0-1 0 0 0,0 0-1 0 0,0 0 1 0 0,0 1 0 0 0,0-1 0 0 0,0 0-1 0 0,0 0 1 0 0,0 1 0 0 0,0-1 0 0 0,0 0-1 0 0,-1 0 1 0 0,1 1 0 0 0,0-1 0 0 0,0 0 0 0 0,0 0-1 0 0,0 0 1 0 0,-1 1 0 0 0,1-1 0 0 0,0 0-1 0 0,0 0 1 0 0,-1 0 0 0 0,1 0 0 0 0,0 0 0 0 0,0 1-1 0 0,-1-1 1 0 0,1 0 0 0 0,0 0 0 0 0,0 0-1 0 0,-1 0 1 0 0,1 0 0 0 0,0 0 0 0 0,0 0-1 0 0,-1 0 1 0 0,1 0 0 0 0,0 0 0 0 0,-1 0 0 0 0,1 0-1 0 0,-1 0 1 0 0,0-1-67 0 0,-11-8-2021 0 0,5-1-2379 0 0,5 3 1372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5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70 180,'-2'-16'3424,"3"14"-3201,-1 0-1,1 0 0,0 0 0,0 1 0,0-1 1,0 0-1,0 1 0,0-1 0,0 0 0,0 1 0,1 0 1,-1-1-1,0 1 0,1 0 0,0-1 0,-1 1 1,1 0-1,3-1 0,-4 1 655,15 18 251,-6 8-203,-2 0 0,9 45 0,5 19-34,-12-63-664,0-1 1,2-1 0,1 0 0,1 0 0,1-1 0,28 33-1,-43-56-222,1 0-1,-1 1 1,0-1-1,1 0 0,-1 1 1,0-1-1,1 0 0,-1 0 1,0 1-1,1-1 1,-1 0-1,0 0 0,1 0 1,-1 1-1,1-1 0,-1 0 1,0 0-1,1 0 1,-1 0-1,1 0 0,-1 0 1,1 0-1,-1 0 0,1 0 1,-1 0-1,0 0 1,1 0-1,-1 0 0,1 0 1,-1 0-1,0-1 0,1 1 1,-1 0-1,1 0 1,-1 0-1,0-1 0,1 1 1,-1 0-1,1-1 0,14-20 68,4-28-27,13-56-27,42-126-77,-71 221 54,-3 8 2,0 0-1,1 0 0,-1 0 1,1 0-1,-1 1 1,1-1-1,0 0 0,0 0 1,0 1-1,0-1 1,0 1-1,0-1 0,0 1 1,0-1-1,1 1 1,-1 0-1,0-1 0,1 1 1,-1 0-1,1 0 1,1-1-1,-1 2-84,18 18-1830,-16-6-392,-3-4-2927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6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36 386 172,'0'0'871,"28"-5"1266,-27 4-2071,1 1 1,0-1 0,0 1-1,-1-1 1,1 0 0,-1 0 0,1 1-1,-1-1 1,1 0 0,-1-1-1,1 1 1,-1 0 0,0 0-1,1 0 1,-1-1 0,0 1 0,0-1-1,0 1 1,0-1 0,-1 1-1,1-1 1,0 0 0,0 1-1,-1-1 1,1 0 0,-1 1 0,0-1-1,0 0 1,1 0 0,-1 0-1,0 1 1,0-1 0,-1 0 0,1 0-1,0 1 1,0-1 0,-1 0-1,1 0 1,-1 1 0,0-1-1,1 1 1,-1-1 0,-2-2 0,2 3 25,1 0-73,0 1 0,-1 0 0,1-1 0,0 1 0,0 0 0,-1-1 1,1 1-1,0 0 0,-1-1 0,1 1 0,-1 0 0,1 0 0,0-1 0,-1 1 0,1 0 0,-1 0 0,1 0 0,0 0 0,-1 0 0,1-1 0,-1 1 0,1 0 0,-1 0 0,1 0 0,-1 0 0,1 0 0,-1 0 0,1 1 0,0-1 1,-1 0-1,1 0 0,-1 0 0,1 0 0,-1 0 0,1 1 0,0-1 0,-1 0 0,1 0 0,-1 1 0,-18 8 363,13-4-198,0 1 0,0 0-1,1 1 1,-1 0-1,-6 12 1,10-16-127,0 0-1,1 0 1,0 0 0,0 0-1,0 0 1,0 1-1,0-1 1,1 0 0,-1 1-1,1-1 1,0 0-1,0 1 1,0-1 0,0 0-1,1 1 1,-1-1 0,3 7-1,-2-8-29,1 0-1,-1 0 1,1 0-1,-1 0 0,1 0 1,0 0-1,0 0 1,0-1-1,0 1 1,0-1-1,0 1 0,0-1 1,0 0-1,1 0 1,-1 0-1,0 0 1,1 0-1,-1 0 1,1-1-1,-1 1 0,1-1 1,-1 0-1,6 0 1,-2 1-5,0-1 1,-1 0 0,1-1 0,0 1-1,0-1 1,0 0 0,0-1-1,-1 1 1,8-4 0,15-14 16,-23 15-35,-17 13 3,11-29-761,6-38 0,-5 57 748,1-1-1,-1 0 1,0 0 0,1 0 0,-1 0-1,0 1 1,0-1 0,0 0-1,0 0 1,-1 0 0,1 0-1,-1 1 1,1-1 0,-1 0-1,1 0 1,-1 1 0,0-1-1,0 0 1,0 1 0,0-1-1,0 1 1,0-1 0,0 1-1,0-1 1,-1 1 0,1 0-1,0 0 1,-1-1 0,1 1-1,-1 0 1,0 1 0,1-1-1,-3-1 1,2 2 36,0-1 1,-1 1-1,1 0 0,0-1 1,-1 1-1,1 0 0,0 1 1,-1-1-1,1 0 0,0 1 1,-1-1-1,1 1 0,0 0 1,0-1-1,-1 1 0,1 0 1,0 1-1,0-1 0,0 0 1,0 0-1,1 1 0,-1-1 1,0 1-1,1 0 0,-4 3 1,-1 3 98,-1 1 1,1 0-1,1 1 1,0-1-1,0 1 1,-6 18-1,10-24-91,0 0-1,0 0 1,0 0-1,0 1 1,1-1-1,0 0 1,0 0-1,0 0 1,0 0-1,1 0 1,0 0-1,-1 0 1,1 0-1,1 0 1,-1 0 0,1 0-1,-1 0 1,1 0-1,0-1 1,0 1-1,5 4 1,-4-5-14,1 1 1,-1-1-1,1 0 1,0 0-1,0 0 1,1 0 0,-1-1-1,1 0 1,-1 0-1,1 0 1,-1-1-1,1 1 1,0-1-1,0 0 1,0 0 0,5 0-1,1-1-31,0 0-1,0 0 1,0-1-1,0-1 1,0 0-1,14-4 1,-20 4-46,0 0-1,0-1 1,-1 1 0,1-1-1,-1 0 1,0 0 0,0 0-1,0-1 1,0 1-1,-1-1 1,1 0 0,4-7-1,4-7-253,16-33-1,-21 37 181,102-253-1620,-85 203 1616,1-8 756,-25 71-147,-2 27 81,-31 77 760,-4 17-240,33-105-905,1 0 0,1 1 1,1-1-1,0 1 0,2 30 0,1-34-123,-1-2-22,0-1 0,0 1 1,1-1-1,1 0 0,6 17 0,-8-24-844,4 9 551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7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35 112,'9'0'864,"1"-1"4,3-1-64,4 1-56,6-2-56,-3 0-60,2 1-72,3-1-63,-2 3-45,1-1-104,-9-1-152,0 1-156,0-1-232,-2-2-276,-6 2-561,1-1-1107,-1-1 488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48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29 324,'0'0'6103,"4"-9"-2879,-3 9-3010,31-14 1044,-27 12-1173,9-2 412,-13 4-489,-1 0 0,0 1 0,1-1 0,-1 0 0,0 0 0,1 1 0,-1-1 0,0 0 0,1 0 0,-1 1 1,0-1-1,1 0 0,-1 1 0,0-1 0,0 0 0,1 1 0,-1-1 0,0 1 0,0-1 0,0 0 0,0 1 0,0-1 0,0 1 0,1-1 1,-1 1-1,0-1 0,0 0 0,0 1 0,0-1 0,0 1 0,-1-1 0,1 1 0,1 0-11,1 2-1,-1-2 6,-3 3-14,1 0 11,-1 0 1,1 0-1,1 0 1,-1 1-1,0 7 1,0-6-1,-9 36 38,-26 65-1,32-96-35,3-9 14,0 0 1,1 0-1,-1-1 0,0 1 1,0 0-1,0-1 1,0 1-1,0-1 0,-1 1 1,1-1-1,-3 3 1,-1-6 192,7-13-158,4 1-30,0-1 0,1 1 0,0 0-1,1 1 1,0 0 0,1 0 0,1 1 0,0 0 0,1 1-1,0 0 1,20-15 0,-26 22-20,1-1-1,0 1-1,1-1 1,-1 1-1,1 0 1,0 0-1,0 1 1,0 0-1,1 0 1,7-1-1,-14 4 3,0 0-1,0 0 0,0 0 0,1 0 0,-1 0 0,0 0 0,0 0 0,0 1 0,0-1 0,0 0 0,0 1 0,1-1 0,-1 1 0,0-1 0,0 1 0,0-1 0,0 1 0,-1 0 0,1-1 0,0 1 0,0 0 0,0 0 0,-1 0 0,1 0 0,0 0 0,-1 0 0,1 0 0,0 0 0,-1 0 0,0 0 0,1 1 0,5 34 67,-6-31-50,0 9-4,-1 0-1,-1 0 0,0 0 1,-1 0-1,0 0 1,-1-1-1,-11 26 0,9-23 7,6-16-16,0 0 0,-1 0 0,1 0 1,0 0-1,0 0 0,0 0 0,0 0 1,0 0-1,0 0 0,0 0 0,0 0 1,0 0-1,0 0 0,-1-1 0,1 1 1,0 0-1,0 0 0,0 0 1,0 0-1,0 0 0,0 0 0,0 0 1,0 0-1,-1 0 0,1 0 0,0 0 1,0 0-1,0 1 0,0-1 0,0 0 1,0 0-1,0 0 0,0 0 1,-1 0-1,1 0 0,0 0 0,0 0 1,0 0-1,0 0 0,0 0 0,0 0 1,0 0-1,0 0 0,0 1 0,0-1 1,0 0-1,0 0 0,0 0 1,0 0-1,0 0 0,-1 0 0,1 0 1,0 0-1,0 0 0,0 1 0,0-1 1,0 0-1,0 0 0,0 0 0,0 0 1,0 0-1,0 0 0,1 0 1,-1 1-1,0-1 0,0 0 0,-2-13 58,4-20-26,4 17-29,0 0 1,2 1 0,0-1 0,17-25 0,-21 37-8,-1 0 1,1-1 0,-1 1 0,1 1 0,0-1 0,0 0 0,1 1 0,-1 0 0,1 0 0,0 1-1,0-1 1,0 1 0,0 0 0,0 0 0,0 0 0,0 1 0,1 0 0,-1 0 0,9 0 0,-12 1 8,1 0 0,-1 1 0,0-1 0,1 1 0,-1 0 0,0 0 0,0 0 0,0 0 0,1 0 0,-1 0 0,0 0 0,-1 1 0,1-1 0,0 1 0,0 0 0,-1-1 0,1 1 0,-1 0 0,1 0 0,-1 0 1,0 0-1,1 0 0,-1 0 0,0 0 0,-1 0 0,1 1 0,1 3 0,2 9 86,-1 1 0,0-1 0,1 19 0,-2-18 15,7 88 366,-8-88-4411,-2-33-1986,3 11 3352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49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54 424 0 0,'1'0'107'0'0,"-1"0"0"0"0,0 0 0 0 0,0-1-1 0 0,0 1 1 0 0,0 0 0 0 0,1 0 0 0 0,-1 0 0 0 0,0 0 0 0 0,0 0 0 0 0,0 0-1 0 0,1 0 1 0 0,-1 0 0 0 0,0 0 0 0 0,0 0 0 0 0,0 0 0 0 0,0 0 0 0 0,1 0 0 0 0,-1 0-1 0 0,0 0 1 0 0,0 0 0 0 0,0 0 0 0 0,1 0 0 0 0,-1 0 0 0 0,0 0 0 0 0,0 1-1 0 0,0-1 1 0 0,0 0 0 0 0,1 0 0 0 0,-1 0 0 0 0,0 0 0 0 0,0 0 0 0 0,0 0-1 0 0,0 1 1 0 0,0-1 0 0 0,0 0 0 0 0,1 0 0 0 0,-1 0 0 0 0,0 0 0 0 0,0 0-1 0 0,0 1 1 0 0,0-1 0 0 0,0 0 0 0 0,0 0 0 0 0,0 0 0 0 0,0 1 0 0 0,0 14 2598 0 0,-10 32-872 0 0,4-15-543 0 0,5-30-1240 0 0,1 0 1 0 0,0 0 0 0 0,0 0 0 0 0,-1 0-1 0 0,2 0 1 0 0,-1 1 0 0 0,0-1-1 0 0,0 0 1 0 0,1 0 0 0 0,-1 0 0 0 0,1 0-1 0 0,-1 0 1 0 0,1 0 0 0 0,0 0 0 0 0,0-1-1 0 0,0 1 1 0 0,0 0 0 0 0,0 0-1 0 0,0 0 1 0 0,0-1 0 0 0,1 1 0 0 0,-1-1-1 0 0,1 1 1 0 0,-1-1 0 0 0,1 0-1 0 0,0 1 1 0 0,-1-1 0 0 0,1 0 0 0 0,0 0-1 0 0,0 0 1 0 0,0 0 0 0 0,0 0-1 0 0,0-1 1 0 0,0 1 0 0 0,0-1 0 0 0,2 1-1 0 0,-1-1-36 0 0,0 0 0 0 0,-1 0 0 0 0,1 0 0 0 0,0 0-1 0 0,-1 0 1 0 0,1-1 0 0 0,0 1 0 0 0,-1-1 0 0 0,1 0 0 0 0,-1 0-1 0 0,1 0 1 0 0,-1 0 0 0 0,1 0 0 0 0,-1-1 0 0 0,0 1-1 0 0,0-1 1 0 0,0 0 0 0 0,0 1 0 0 0,0-1 0 0 0,0 0 0 0 0,0 0-1 0 0,0 0 1 0 0,-1 0 0 0 0,1 0 0 0 0,-1-1 0 0 0,0 1-1 0 0,2-5 1 0 0,0 1-23 0 0,0 0 1 0 0,-1-1-1 0 0,0 1 0 0 0,-1-1 0 0 0,1 1 1 0 0,-1-1-1 0 0,-1 1 0 0 0,1-1 0 0 0,-1 0 0 0 0,-1-7 1 0 0,0 10-6 0 0,0 0 0 0 0,0 0 1 0 0,0 0-1 0 0,-1 0 0 0 0,1 0 1 0 0,-1 0-1 0 0,0 0 0 0 0,0 1 1 0 0,-1-1-1 0 0,1 1 0 0 0,-1-1 1 0 0,0 1-1 0 0,1 0 0 0 0,-1 0 1 0 0,-1 0-1 0 0,-4-3 1 0 0,7 5 0 0 0,0 1 0 0 0,1-1 1 0 0,-1 1-1 0 0,1 0 0 0 0,-1-1 1 0 0,0 1-1 0 0,1 0 0 0 0,-1-1 1 0 0,0 1-1 0 0,0 0 0 0 0,1 0 1 0 0,-1 0-1 0 0,0 0 0 0 0,0 0 1 0 0,1 0-1 0 0,-1 0 0 0 0,0 0 1 0 0,1 0-1 0 0,-1 0 0 0 0,0 0 1 0 0,0 0-1 0 0,1 1 0 0 0,-1-1 1 0 0,0 0-1 0 0,1 0 0 0 0,-1 1 1 0 0,0-1-1 0 0,1 1 0 0 0,-1-1 1 0 0,1 0-1 0 0,-1 1 0 0 0,0-1 1 0 0,1 1-1 0 0,-1-1 1 0 0,1 1-1 0 0,-1 0 0 0 0,1-1 1 0 0,0 1-1 0 0,-1-1 0 0 0,1 1 1 0 0,0 0-1 0 0,-1-1 0 0 0,1 1 1 0 0,0 0-1 0 0,0 0 0 0 0,-1-1 1 0 0,1 1-1 0 0,0 0 0 0 0,0-1 1 0 0,0 1-1 0 0,0 0 0 0 0,0 0 1 0 0,0-1-1 0 0,0 1 0 0 0,0 0 1 0 0,1 0-1 0 0,-1-1 0 0 0,0 1 1 0 0,0 0-1 0 0,0-1 0 0 0,1 1 1 0 0,-1 0-1 0 0,0-1 0 0 0,2 2 1 0 0,-1-1-10 0 0,0 1 1 0 0,1-1-1 0 0,-1 0 0 0 0,1 0 1 0 0,-1 0-1 0 0,1 0 0 0 0,0 0 1 0 0,-1 0-1 0 0,1 0 0 0 0,0 0 1 0 0,0-1-1 0 0,-1 1 0 0 0,1-1 1 0 0,0 1-1 0 0,0-1 1 0 0,0 0-1 0 0,0 0 0 0 0,0 0 1 0 0,0 0-1 0 0,-1 0 0 0 0,1 0 1 0 0,3-1-1 0 0,3-1 2 0 0,0 0 0 0 0,0-1 0 0 0,15-7 0 0 0,2 0-32 0 0,1 1 38 0 0,51-14 6 0 0,-71 22 6 0 0,0 0 1 0 0,0 0-1 0 0,-1 0 0 0 0,1 1 1 0 0,0 0-1 0 0,0 0 0 0 0,0 1 1 0 0,0 0-1 0 0,0 0 0 0 0,10 3 1 0 0,-14-3 8 0 0,0 0 0 0 0,0 1 0 0 0,0 0 0 0 0,0 0 0 0 0,0-1 0 0 0,0 1 0 0 0,0 1-1 0 0,0-1 1 0 0,-1 0 0 0 0,1 0 0 0 0,-1 0 0 0 0,0 1 0 0 0,1-1 0 0 0,-1 1 0 0 0,0-1 0 0 0,-1 1 0 0 0,1-1 0 0 0,0 1 0 0 0,-1 0 0 0 0,1-1 0 0 0,-1 1 0 0 0,0 0 0 0 0,0-1 0 0 0,0 1 0 0 0,0 0 0 0 0,-1 3 0 0 0,0 3 11 0 0,0 0 0 0 0,0 1 0 0 0,-1-1-1 0 0,0 0 1 0 0,0 0 0 0 0,-6 12 0 0 0,2 8 51 0 0,7-31-47 0 0,1-7-18 0 0,1-1-3 0 0,1 2 4 0 0,0 0 1 0 0,0 0-1 0 0,1 0 1 0 0,0 0-1 0 0,0 1 0 0 0,1 0 1 0 0,0 0-1 0 0,0 0 1 0 0,1 1-1 0 0,0 0 0 0 0,0 0 1 0 0,0 0-1 0 0,1 1 0 0 0,12-6 1 0 0,-19 11-3 0 0,0-1 0 0 0,0 1 0 0 0,0-1-1 0 0,0 1 1 0 0,-1 0 0 0 0,1-1 0 0 0,0 1 0 0 0,0 0 0 0 0,0 0 0 0 0,0 0 0 0 0,0 0 0 0 0,0 0 0 0 0,0 0 0 0 0,0 0 0 0 0,0 0 0 0 0,0 0 0 0 0,0 0-1 0 0,0 0 1 0 0,0 1 0 0 0,0-1 0 0 0,0 0 0 0 0,0 1 0 0 0,0-1 0 0 0,-1 0 0 0 0,1 1 0 0 0,0 0 0 0 0,0-1 0 0 0,0 1 0 0 0,-1-1 0 0 0,1 1 0 0 0,0 0-1 0 0,-1-1 1 0 0,1 1 0 0 0,0 0 0 0 0,-1 0 0 0 0,1 0 0 0 0,-1-1 0 0 0,1 1 0 0 0,-1 0 0 0 0,0 0 0 0 0,1 0 0 0 0,-1 0 0 0 0,0 0 0 0 0,0 0 0 0 0,0 0-1 0 0,1 0 1 0 0,-1 1 0 0 0,0 5 11 0 0,1-1 1 0 0,-1 0-1 0 0,0 1 0 0 0,-3 11 0 0 0,-8 29 4 0 0,3-13 198 0 0,7-26 17 0 0,4-11 113 0 0,5-13-322 0 0,0 1 1 0 0,1 1-1 0 0,1 0 0 0 0,0 0 1 0 0,1 1-1 0 0,1 0 0 0 0,0 1 1 0 0,1 0-1 0 0,0 1 0 0 0,0 1 1 0 0,1 0-1 0 0,24-13 1 0 0,-35 22-17 0 0,-1-1 1 0 0,1 1 0 0 0,0 0 0 0 0,0 0 0 0 0,0 0 0 0 0,1 0 0 0 0,-1 1 0 0 0,0-1 0 0 0,0 1 0 0 0,0 0 0 0 0,0 0 0 0 0,0 0-1 0 0,1 0 1 0 0,-1 1 0 0 0,0-1 0 0 0,0 1 0 0 0,0 0 0 0 0,4 1 0 0 0,-4 0 4 0 0,-1-1 0 0 0,0 1 0 0 0,1 0 1 0 0,-1 0-1 0 0,0 0 0 0 0,0 0 0 0 0,0 1 0 0 0,0-1 1 0 0,-1 0-1 0 0,1 1 0 0 0,-1-1 0 0 0,1 1 0 0 0,-1-1 0 0 0,0 1 1 0 0,0 0-1 0 0,0 0 0 0 0,0 0 0 0 0,-1-1 0 0 0,1 1 0 0 0,-1 5 1 0 0,13 66 109 0 0,-7-43-2736 0 0,-6-30 1610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50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1 484 440 0 0,'1'1'1291'0'0,"3"4"-164"0"0,10 7 631 0 0,-8-9-1501 0 0,0 0 1 0 0,1 0-1 0 0,-1-1 1 0 0,0 0-1 0 0,1 0 0 0 0,-1-1 1 0 0,1 1-1 0 0,0-2 1 0 0,0 1-1 0 0,-1-1 1 0 0,1 0-1 0 0,0 0 1 0 0,0-1-1 0 0,-1 1 1 0 0,1-2-1 0 0,0 1 0 0 0,-1-1 1 0 0,0 0-1 0 0,1 0 1 0 0,8-5-1 0 0,-14 6-251 0 0,-1 1 0 0 0,1 0 0 0 0,-1-1 0 0 0,1 1 0 0 0,-1-1 0 0 0,1 0 0 0 0,-1 1 0 0 0,1-1 0 0 0,-1 1 0 0 0,1-1 0 0 0,-1 0 0 0 0,0 1 0 0 0,1-1 0 0 0,-1 0 0 0 0,0 1 0 0 0,1-1 0 0 0,-1 0 0 0 0,0 0 0 0 0,0 1 0 0 0,0-1 0 0 0,0 0 0 0 0,0 1 0 0 0,0-1 0 0 0,0 0 0 0 0,0 0 0 0 0,0 1 0 0 0,0-1 0 0 0,0 0 0 0 0,0 0 0 0 0,-1 1 0 0 0,1-1 0 0 0,0 0 0 0 0,-1 1 0 0 0,1-1 0 0 0,0 0 0 0 0,-1 1 0 0 0,1-1 0 0 0,-1 0 0 0 0,1 1 0 0 0,-1-1 0 0 0,1 1 0 0 0,-1-1 0 0 0,1 1 0 0 0,-1-1 0 0 0,1 1 0 0 0,-1-1 0 0 0,0 1 0 0 0,1 0 0 0 0,-1-1 0 0 0,-1 1 0 0 0,-2-3-12 0 0,0 1 1 0 0,0-1-1 0 0,-1 1 1 0 0,1 0-1 0 0,-1 0 1 0 0,-7-1-1 0 0,8 2 19 0 0,1 1 0 0 0,-1-1 0 0 0,0 1 1 0 0,0 0-1 0 0,0 0 0 0 0,0 0 0 0 0,0 1 0 0 0,0 0 0 0 0,1-1 1 0 0,-1 1-1 0 0,0 1 0 0 0,-5 1 0 0 0,7-2 11 0 0,0 1-1 0 0,0-1 1 0 0,0 0-1 0 0,1 1 1 0 0,-1-1-1 0 0,1 1 1 0 0,-1-1 0 0 0,1 1-1 0 0,-1 0 1 0 0,1-1-1 0 0,0 1 1 0 0,0 0-1 0 0,0 0 1 0 0,0 0-1 0 0,0 0 1 0 0,0 0 0 0 0,1 0-1 0 0,-1 0 1 0 0,1 0-1 0 0,-1 0 1 0 0,1 0-1 0 0,0 1 1 0 0,0-1-1 0 0,0 3 1 0 0,0-2 5 0 0,0 0 0 0 0,0 0 0 0 0,1 1 0 0 0,0-1 0 0 0,-1 0 0 0 0,1 0 0 0 0,1 0 0 0 0,-1 0 0 0 0,0 0 0 0 0,1 0 0 0 0,-1 0 0 0 0,1 0-1 0 0,0 0 1 0 0,0-1 0 0 0,0 1 0 0 0,0-1 0 0 0,0 1 0 0 0,1-1 0 0 0,-1 0 0 0 0,1 0 0 0 0,0 0 0 0 0,-1 0 0 0 0,5 2 0 0 0,-2-2 8 0 0,1 1 0 0 0,-1-1-1 0 0,1 0 1 0 0,-1-1 0 0 0,1 1 0 0 0,0-1 0 0 0,-1 0-1 0 0,1 0 1 0 0,0-1 0 0 0,0 0 0 0 0,0 0 0 0 0,7-1-1 0 0,-6 0-13 0 0,0-1 0 0 0,-1 0 0 0 0,1 0 0 0 0,-1 0 0 0 0,1-1 0 0 0,-1 0 0 0 0,0 0 0 0 0,0-1-1 0 0,0 0 1 0 0,7-6 0 0 0,4-6 23 0 0,28-31-1 0 0,4-5-8 0 0,-49 51-36 0 0,1 0-1 0 0,0 1 1 0 0,0-1-1 0 0,0 0 1 0 0,0 1-1 0 0,0-1 1 0 0,0 1-1 0 0,0-1 1 0 0,0 1-1 0 0,0-1 0 0 0,0 1 1 0 0,1 0-1 0 0,-1 0 1 0 0,0-1-1 0 0,0 1 1 0 0,0 0-1 0 0,0 0 1 0 0,1 0-1 0 0,-1 0 1 0 0,0 0-1 0 0,0 0 0 0 0,0 1 1 0 0,0-1-1 0 0,0 0 1 0 0,1 1-1 0 0,-1-1 1 0 0,0 1-1 0 0,0-1 1 0 0,0 1-1 0 0,0-1 1 0 0,0 1-1 0 0,0 0 0 0 0,0-1 1 0 0,0 1-1 0 0,-1 0 1 0 0,1 0-1 0 0,0 0 1 0 0,0-1-1 0 0,-1 1 1 0 0,1 0-1 0 0,0 0 1 0 0,-1 0-1 0 0,1 0 0 0 0,-1 1 1 0 0,1-1-1 0 0,0 2 1 0 0,0 1-3 0 0,0 0 1 0 0,-1 0 0 0 0,1 0-1 0 0,-1 1 1 0 0,1-1-1 0 0,-1 0 1 0 0,0 0-1 0 0,-1 1 1 0 0,1-1 0 0 0,-2 5-1 0 0,-12 42-110 0 0,13-48 74 0 0,0 0-1 0 0,-1-1 0 0 0,1 1 1 0 0,-1 0-1 0 0,0-1 0 0 0,0 1 1 0 0,0-1-1 0 0,0 0 0 0 0,0 0 1 0 0,-3 3-1 0 0,4-5 24 0 0,2-3 8 0 0,1 0 8 0 0,8-21 42 0 0,-5 14-9 0 0,-1 5-7 0 0,4-6 51 0 0,0 1 0 0 0,0 0 0 0 0,1 0 0 0 0,1 1 0 0 0,0 0-1 0 0,19-13 1 0 0,-28 22-63 0 0,0-1 0 0 0,0 1 0 0 0,0-1 0 0 0,0 1-1 0 0,0-1 1 0 0,0 1 0 0 0,0 0 0 0 0,0 0 0 0 0,0 0 0 0 0,0-1 0 0 0,0 1 0 0 0,0 0-1 0 0,0 0 1 0 0,0 1 0 0 0,0-1 0 0 0,0 0 0 0 0,0 0 0 0 0,0 0 0 0 0,0 1-1 0 0,0-1 1 0 0,0 0 0 0 0,0 1 0 0 0,0-1 0 0 0,0 1 0 0 0,0-1 0 0 0,0 1-1 0 0,0 0 1 0 0,0-1 0 0 0,0 1 0 0 0,-1 0 0 0 0,1 0 0 0 0,0-1 0 0 0,-1 1 0 0 0,1 0-1 0 0,0 0 1 0 0,-1 0 0 0 0,1 0 0 0 0,-1 0 0 0 0,0 0 0 0 0,1 1 0 0 0,3 7 53 0 0,-1 0 0 0 0,1 0 0 0 0,2 18 0 0 0,0-2 56 0 0,-5-23-109 0 0,0 0 0 0 0,0 0-1 0 0,-1 0 1 0 0,1 0-1 0 0,1 0 1 0 0,-1 0 0 0 0,0 0-1 0 0,0 0 1 0 0,1 0 0 0 0,-1 0-1 0 0,1-1 1 0 0,0 1-1 0 0,-1-1 1 0 0,1 1 0 0 0,0-1-1 0 0,0 0 1 0 0,0 1 0 0 0,0-1-1 0 0,0 0 1 0 0,3 1-1 0 0,-2-2 21 0 0,-1 0 0 0 0,0 0 0 0 0,1 0 0 0 0,-1 0 0 0 0,1-1 0 0 0,-1 1 0 0 0,0-1 0 0 0,1 1 0 0 0,-1-1 0 0 0,0 0-1 0 0,0 0 1 0 0,1 0 0 0 0,-1 0 0 0 0,0 0 0 0 0,0-1 0 0 0,0 1 0 0 0,0 0 0 0 0,0-1 0 0 0,2-3 0 0 0,14-12 156 0 0,-1-1 0 0 0,-1-1 0 0 0,-1 0 0 0 0,15-25 0 0 0,47-93 154 0 0,-43 73-214 0 0,-7 10 4 0 0,31-90-1 0 0,-46 112 15 0 0,-5 11 73 0 0,-12 33-95 0 0,-12 33-32 0 0,-1 10 33 0 0,-1-1 184 0 0,3 1 0 0 0,-15 95 0 0 0,28-125-192 0 0,1-14-45 0 0,0 1 0 0 0,1 0 0 0 0,0 0 0 0 0,1 0 0 0 0,1 0 0 0 0,-1 0 0 0 0,2 0-1 0 0,4 19 1 0 0,-4-24-8 0 0,-2-6-102 0 0,1 0 0 0 0,-1 0 0 0 0,0 0 0 0 0,0 0 0 0 0,1 0 0 0 0,-1 0 0 0 0,1 0 0 0 0,-1 0 0 0 0,1 0 0 0 0,-1 0 0 0 0,1 0 0 0 0,-1 0 0 0 0,1 0 1 0 0,0 0-1 0 0,0 0 0 0 0,-1-1 0 0 0,1 1 0 0 0,0 0 0 0 0,0-1 0 0 0,0 1 0 0 0,0 0 0 0 0,0-1 0 0 0,0 1 0 0 0,0-1 0 0 0,0 1 0 0 0,0-1 0 0 0,2 1 0 0 0,-2-1-438 0 0,17-18-2886 0 0,-7-18-4314 0 0,-7 18 4048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22:51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1 900,'0'5'4707,"37"1"-3427,0-2 1,0-2 0,49-2 0,-32-1-2570,-45-4-3393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51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4 0 0,'2'0'12505'0'0,"16"0"-12423"0"0,11 2 302 0 0,0-1-1 0 0,0-2 1 0 0,50-7-1 0 0,13-1-71 0 0,51-3-1228 0 0,-142 12 549 0 0,17-3-1461 0 0,-3 1-4882 0 0,-11 1 4110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5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72 552 0 0,'0'0'2168'0'0,"30"5"1031"0"0,51-14-473 0 0,-30 1-1595 0 0,11-2 292 0 0,79-24 1 0 0,-136 32-1335 0 0,12-4 294 0 0,2 0-682 0 0,-7 4-8181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52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0 504 0 0,'0'0'1085'0'0,"25"11"5817"0"0,-25-10-6328 0 0,-2 26 129 0 0,-1-1-1 0 0,-2 0 1 0 0,0 0 0 0 0,-2 0 0 0 0,-12 31-1 0 0,-13 52 114 0 0,19-50-329 0 0,-17 97 460 0 0,24-89-2233 0 0,-4-98-2964 0 0,6 23 165 0 0,0-1 759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2:5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0 744 0 0,'0'0'5567'0'0,"-4"2"-5095"0"0,-4 3 120 0 0,-1 1-1 0 0,1 0 0 0 0,0 0 0 0 0,0 1 0 0 0,1 0 1 0 0,-12 15-1 0 0,3-4 50 0 0,9-10-496 0 0,-4 6 332 0 0,0 1-1 0 0,1 0 0 0 0,-17 32 0 0 0,24-41-372 0 0,0 0 0 0 0,0 1 0 0 0,1-1 0 0 0,0 1 0 0 0,0 0 0 0 0,0 0 0 0 0,1 0 0 0 0,0 0 0 0 0,1 0 0 0 0,0 0 0 0 0,0 0 0 0 0,0 0 0 0 0,2 8 0 0 0,-1-13-79 0 0,0 1 0 0 0,0-1 0 0 0,0 0 0 0 0,0 0 0 0 0,1 0 0 0 0,-1 0 0 0 0,0 0 0 0 0,1 0 0 0 0,0 0 0 0 0,0-1 0 0 0,-1 1 0 0 0,1-1 0 0 0,0 1 0 0 0,0-1 0 0 0,0 0 0 0 0,0 1 0 0 0,1-1 0 0 0,-1 0 0 0 0,0-1 0 0 0,0 1 0 0 0,1 0 0 0 0,-1 0 0 0 0,0-1 0 0 0,1 0 0 0 0,-1 1 0 0 0,1-1 0 0 0,2 0 0 0 0,6 0 10 0 0,0 1 0 0 0,0-2 0 0 0,1 0 0 0 0,14-3 0 0 0,-22 3-26 0 0,0 0 0 0 0,0-1-1 0 0,0 1 1 0 0,0-1 0 0 0,0 0 0 0 0,0-1-1 0 0,0 1 1 0 0,-1 0 0 0 0,0-1-1 0 0,1 0 1 0 0,-1 0 0 0 0,0 0 0 0 0,0 0-1 0 0,0 0 1 0 0,-1-1 0 0 0,1 1 0 0 0,-1-1-1 0 0,0 0 1 0 0,3-6 0 0 0,2-7-5 0 0,0-1 0 0 0,-2 0 0 0 0,5-20 0 0 0,-7 24-9 0 0,0 0 54 0 0,-2 0-1 0 0,1-1 1 0 0,-2-22-1 0 0,-1 19 131 0 0,1 17-194 0 0,0 1 0 0 0,0-1 0 0 0,0 1 0 0 0,0-1 1 0 0,-1 0-1 0 0,1 1 0 0 0,0-1 0 0 0,0 1 0 0 0,-1-1 0 0 0,1 1 1 0 0,0-1-1 0 0,-1 1 0 0 0,1 0 0 0 0,-1-1 0 0 0,1 1 0 0 0,-1-1 0 0 0,1 1 1 0 0,-1 0-1 0 0,1-1 0 0 0,-1 1 0 0 0,1 0 0 0 0,-1 0 0 0 0,1-1 1 0 0,-1 1-1 0 0,1 0 0 0 0,-1 0 0 0 0,1 0 0 0 0,-1 0 0 0 0,0-1 0 0 0,1 1 1 0 0,-1 0-1 0 0,1 0 0 0 0,-1 0 0 0 0,-1 1 0 0 0,-22 1-2142 0 0,20-2 1654 0 0,-28 3-6079 0 0,13-1 2793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2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36 336 0 0,'0'0'643'0'0,"0"-3"195"0"0,0-1 0 0 0,-1 0-1 0 0,1 1 1 0 0,-1-1-1 0 0,0 0 1 0 0,0 1-1 0 0,-1-1 1 0 0,-1-3-1 0 0,1 9-807 0 0,-1-1-1 0 0,1 1 0 0 0,-1-1 0 0 0,1 1 0 0 0,0 0 0 0 0,0 0 0 0 0,0 0 1 0 0,0 0-1 0 0,0 1 0 0 0,0-1 0 0 0,1 0 0 0 0,-1 1 0 0 0,1-1 1 0 0,-1 1-1 0 0,1 0 0 0 0,0-1 0 0 0,0 1 0 0 0,0 0 0 0 0,1 0 0 0 0,-1 0 1 0 0,1-1-1 0 0,-1 1 0 0 0,1 0 0 0 0,0 5 0 0 0,2 4 222 0 0,-3-12 43 0 0,-2-23 1 0 0,5-17 362 0 0,-3 28-53 0 0,-2 27-427 0 0,2-13-180 0 0,1 1 0 0 0,0-1 1 0 0,0 1-1 0 0,0-1 1 0 0,0 0-1 0 0,0 1 0 0 0,0-1 1 0 0,1 1-1 0 0,-1-1 0 0 0,1 1 1 0 0,0-1-1 0 0,0 0 1 0 0,0 0-1 0 0,0 1 0 0 0,0-1 1 0 0,0 0-1 0 0,1 0 0 0 0,-1 0 1 0 0,1 0-1 0 0,-1 0 1 0 0,1 0-1 0 0,0-1 0 0 0,-1 1 1 0 0,1 0-1 0 0,0-1 0 0 0,0 0 1 0 0,0 1-1 0 0,1-1 1 0 0,-1 0-1 0 0,4 2 0 0 0,-5-3-4 0 0,0 0-1 0 0,-1 1 1 0 0,1-1-1 0 0,0 0 1 0 0,0 1-1 0 0,0-1 1 0 0,0 0-1 0 0,0 0 0 0 0,0 0 1 0 0,-1 0-1 0 0,1 0 1 0 0,0 0-1 0 0,0 0 1 0 0,0 0-1 0 0,0 0 1 0 0,0 0-1 0 0,0-1 1 0 0,0 1-1 0 0,-1 0 0 0 0,1-1 1 0 0,0 1-1 0 0,0 0 1 0 0,0-1-1 0 0,0 1 1 0 0,-1-1-1 0 0,1 1 1 0 0,0-1-1 0 0,-1 0 0 0 0,1 1 1 0 0,0-1-1 0 0,-1 0 1 0 0,1 1-1 0 0,-1-1 1 0 0,1 0-1 0 0,-1 0 1 0 0,1 1-1 0 0,-1-1 1 0 0,0 0-1 0 0,1 0 0 0 0,-1 0 1 0 0,0 0-1 0 0,1-1 1 0 0,-1 0-26 0 0,1 0 1 0 0,0 0 0 0 0,-1 0 0 0 0,1 0-1 0 0,-1-1 1 0 0,1 1 0 0 0,-1 0-1 0 0,0 0 1 0 0,0 0 0 0 0,0 0-1 0 0,0 0 1 0 0,0-1 0 0 0,-1 1 0 0 0,1 0-1 0 0,-1 0 1 0 0,1 0 0 0 0,-3-4-1 0 0,3 6 23 0 0,0-1 0 0 0,-1 0-1 0 0,1 1 1 0 0,-1-1-1 0 0,1 0 1 0 0,-1 1 0 0 0,1-1-1 0 0,-1 1 1 0 0,1-1-1 0 0,-1 1 1 0 0,1-1 0 0 0,-1 1-1 0 0,0-1 1 0 0,1 1-1 0 0,-1 0 1 0 0,0-1 0 0 0,1 1-1 0 0,-1 0 1 0 0,0 0-1 0 0,1-1 1 0 0,-1 1 0 0 0,0 0-1 0 0,0 0 1 0 0,1 0-1 0 0,-1 0 1 0 0,0 0 0 0 0,0 0-1 0 0,1 0 1 0 0,-1 0-1 0 0,0 0 1 0 0,0 0 0 0 0,1 1-1 0 0,-1-1 1 0 0,0 0-1 0 0,0 0 1 0 0,0 1 0 0 0,-1 0-1 0 0,2-1-7 0 0,0 0 19 0 0,0 0 1 0 0,0 0 0 0 0,0 0-1 0 0,-1 0 1 0 0,1 0 0 0 0,0 0 0 0 0,0 0-1 0 0,0 1 1 0 0,0-1 0 0 0,0 0-1 0 0,0 0 1 0 0,0 0 0 0 0,0 0-1 0 0,-1 0 1 0 0,1 0 0 0 0,0 0 0 0 0,0 0-1 0 0,0 0 1 0 0,0 0 0 0 0,0 0-1 0 0,0 0 1 0 0,0 0 0 0 0,0 0-1 0 0,0 1 1 0 0,0-1 0 0 0,0 0 0 0 0,0 0-1 0 0,-1 0 1 0 0,1 0 0 0 0,0 0-1 0 0,0 0 1 0 0,0 0 0 0 0,0 0-1 0 0,0 1 1 0 0,0-1 0 0 0,0 0 0 0 0,0 0-1 0 0,0 0 1 0 0,0 0 0 0 0,0 0-1 0 0,0 0 1 0 0,0 0 0 0 0,0 1-1 0 0,0-1 1 0 0,0 0 0 0 0,0 0 0 0 0,1 0-1 0 0,-1 0 1 0 0,0 0 0 0 0,0 0-1 0 0,0 0 1 0 0,0 0 0 0 0,0 0-1 0 0,0 1 1 0 0,0-1 0 0 0,0 0 0 0 0,0 0-1 0 0,0 0 1 0 0,0 0 0 0 0,0 0-1 0 0,1 0 1 0 0,-1 0 0 0 0,0 0-1 0 0,0 0 1 0 0,0 0 0 0 0,-8-7-2961 0 0,4 1 205 0 0,0 2 212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4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533 14 264 0 0,'0'0'551'0'0,"15"-13"6865"0"0,-33 32-7013 0 0,-1-1-1 0 0,-24 18 1 0 0,-14 14 134 0 0,-144 143 1265 0 0,55-47-417 0 0,136-134-1365 0 0,8-9-144 0 0,0 0 0 0 0,0 0 0 0 0,0 0-1 0 0,-1 0 1 0 0,1 0 0 0 0,-1-1 0 0 0,0 1-1 0 0,0-1 1 0 0,0 0 0 0 0,0 0 0 0 0,0 0-1 0 0,0 0 1 0 0,0 0 0 0 0,-5 1 0 0 0,7-3-64 0 0,1-1 0 0 0,-1 1 1 0 0,1 0-1 0 0,-1 0 0 0 0,1-1 1 0 0,-1 1-1 0 0,1 0 1 0 0,0-1-1 0 0,-1 1 0 0 0,1-1 1 0 0,-1 1-1 0 0,1 0 0 0 0,0-1 1 0 0,-1 1-1 0 0,1-1 0 0 0,0 1 1 0 0,0-1-1 0 0,-1 1 0 0 0,1-1 1 0 0,0 1-1 0 0,0-1 1 0 0,0 1-1 0 0,0-1 0 0 0,0 0 1 0 0,-1 1-1 0 0,1-1 0 0 0,0 1 1 0 0,0-1-1 0 0,0 1 0 0 0,1-1 1 0 0,-1 1-1 0 0,0-1 0 0 0,0 0 1 0 0,3-9-2593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4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0 64 0 0,'-27'10'4875'0'0,"-33"13"-4688"0"0,37-12-38 0 0,-4 2 411 0 0,31-10-339 0 0,20-5-172 0 0,-21 2-16 0 0,0 0-1 0 0,0 0 0 0 0,0 0 1 0 0,0 1-1 0 0,-1 0 0 0 0,1-1 1 0 0,0 1-1 0 0,0 0 0 0 0,0 0 1 0 0,-1 0-1 0 0,1 1 0 0 0,-1-1 1 0 0,1 1-1 0 0,-1-1 0 0 0,1 1 1 0 0,-1 0-1 0 0,0 0 0 0 0,0 0 1 0 0,0 0-1 0 0,0 0 1 0 0,0 1-1 0 0,-1-1 0 0 0,3 4 1 0 0,-2-4-251 0 0,0 1 0 0 0,0 0 1 0 0,0-1-1 0 0,0 1 0 0 0,0-1 1 0 0,1 1-1 0 0,-1-1 1 0 0,1 0-1 0 0,0 0 0 0 0,0 0 1 0 0,0-1-1 0 0,0 1 0 0 0,0-1 1 0 0,0 1-1 0 0,0-1 1 0 0,0 0-1 0 0,6 1 0 0 0,3-3-1450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59 268 0 0,'6'-5'6095'0'0,"-6"5"-6081"0"0,0 1 1 0 0,-1-1-1 0 0,1 0 0 0 0,0 1 0 0 0,0-1 0 0 0,-1 1 0 0 0,1-1 1 0 0,0 1-1 0 0,0-1 0 0 0,0 1 0 0 0,0-1 0 0 0,0 1 0 0 0,0-1 1 0 0,-1 1-1 0 0,1-1 0 0 0,0 1 0 0 0,0-1 0 0 0,1 1 0 0 0,-1 0 1 0 0,0-1-1 0 0,0 1 0 0 0,0-1 0 0 0,0 1 0 0 0,0-1 0 0 0,1 0 1 0 0,-1 1-1 0 0,0-1 0 0 0,0 1 0 0 0,1-1 0 0 0,-1 1 0 0 0,0-1 1 0 0,1 1-1 0 0,-1-1 0 0 0,0 0 0 0 0,1 1 0 0 0,-1-1 0 0 0,1 0 1 0 0,-1 1-1 0 0,0-1 0 0 0,1 0 0 0 0,-1 0 0 0 0,1 1 0 0 0,-1-1 1 0 0,1 0-1 0 0,-1 0 0 0 0,1 0 0 0 0,-1 0 0 0 0,1 0 0 0 0,-1 0 1 0 0,1 0-1 0 0,0 0 0 0 0,0 1 145 0 0,13-6-55 0 0,-10 3-82 0 0,-3 1 0 0 0,-1 1-16 0 0,1-1 0 0 0,-1 0 0 0 0,1 0-1 0 0,-1 1 1 0 0,1-1 0 0 0,-1 0-1 0 0,1 0 1 0 0,-1 0 0 0 0,0 0 0 0 0,0 1-1 0 0,1-1 1 0 0,-1 0 0 0 0,0 0 0 0 0,0 0-1 0 0,0 0 1 0 0,0 0 0 0 0,0 0-1 0 0,0 0 1 0 0,0 0 0 0 0,0 1 0 0 0,0-3-1 0 0,0 2 3 0 0,-5-5 63 0 0,4 3 6 0 0,-4 10-30 0 0,2 12 331 0 0,3-17-115 0 0,-3-7-158 0 0,-2-4-228 0 0,-3-7-151 0 0,7 12 43 0 0,-1 0 0 0 0,0 1 0 0 0,0-1 1 0 0,0 1-1 0 0,0 0 0 0 0,-1-1 0 0 0,-3-3 0 0 0,-3 5-4767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3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10 400 0 0,'-9'-1'791'0'0,"-22"-7"4857"0"0,26 8-4018 0 0,-2-1 1197 0 0,14 9-2873 0 0,-2-6 131 0 0,-1 0 1 0 0,1 0-1 0 0,-1 0 1 0 0,1-1 0 0 0,0 0-1 0 0,0 0 1 0 0,0 0 0 0 0,8 0-1 0 0,3 1 43 0 0,290 48 693 0 0,-149-26-603 0 0,137 20 95 0 0,-264-39-253 0 0,12 2-1810 0 0,-40-7 1268 0 0,2 1-442 0 0,8-2-7464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3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0 760 0 0,'43'20'6551'0'0,"29"15"-5199"0"0,-66-32-1274 0 0,-1 1 1 0 0,0 0-1 0 0,1-1 1 0 0,-1 2-1 0 0,0-1 0 0 0,-1 1 1 0 0,1-1-1 0 0,-1 1 0 0 0,7 10 1 0 0,-11-14-77 0 0,0-1 0 0 0,0 1 0 0 0,1-1 0 0 0,-1 1 0 0 0,0-1 0 0 0,0 1 0 0 0,0-1 0 0 0,0 1 0 0 0,0 0 0 0 0,1-1 0 0 0,-1 1 0 0 0,0-1 0 0 0,-1 1 0 0 0,1 0-1 0 0,0-1 1 0 0,0 1 0 0 0,0-1 0 0 0,0 1 0 0 0,0-1 0 0 0,0 1 0 0 0,-1 0 0 0 0,1-1 0 0 0,0 1 0 0 0,-1-1 0 0 0,1 1 0 0 0,0-1 0 0 0,-1 1 0 0 0,0 0 0 0 0,-19 12-22 0 0,-25 0-69 0 0,9-8-193 0 0,-14 2-702 0 0,19 5-3691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 39 84 0 0,'1'-3'719'0'0,"1"-1"0"0"0,-1 1 0 0 0,1-1 1 0 0,0 1-1 0 0,0 0 0 0 0,1 0 0 0 0,4-5 0 0 0,-1 0 2487 0 0,-7 9-3182 0 0,-1 0-1 0 0,1 0 0 0 0,-1 0 0 0 0,1 0 0 0 0,0 0 0 0 0,-1 1 0 0 0,1-1 0 0 0,0 0 0 0 0,0 1 0 0 0,0-1 0 0 0,-1 3 0 0 0,-4 3 82 0 0,-23 22 215 0 0,-53 38 1 0 0,51-42-179 0 0,-292 245 1678 0 0,189-149-862 0 0,132-119-1059 0 0,1-1 1 0 0,-1 0-1 0 0,1 0 0 0 0,-1 0 0 0 0,0 0 1 0 0,0 0-1 0 0,1 0 0 0 0,-1 0 1 0 0,0 0-1 0 0,0-1 0 0 0,0 1 1 0 0,0-1-1 0 0,0 1 0 0 0,0-1 1 0 0,0 0-1 0 0,0 0 0 0 0,0 0 1 0 0,0 0-1 0 0,0 0 0 0 0,0 0 1 0 0,0-1-1 0 0,-3 0 0 0 0,3 0-406 0 0,0 1 0 0 0,0-1 0 0 0,0 0 0 0 0,0-1 0 0 0,0 1 0 0 0,0 0-1 0 0,0-1 1 0 0,0 1 0 0 0,0-1 0 0 0,1 1 0 0 0,-1-1 0 0 0,-2-3 0 0 0,-1-2-1787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3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0 188 0 0,'0'0'3730'0'0,"-3"3"-3302"0"0,-17 14 363 0 0,-18 17 722 0 0,-40 47-1 0 0,51-52-929 0 0,-23 32 1100 0 0,50-61-1651 0 0,0 0 0 0 0,0 1 0 0 0,-1-1-1 0 0,1 0 1 0 0,0 0 0 0 0,0 0 0 0 0,0 0 0 0 0,0 1-1 0 0,0-1 1 0 0,-1 0 0 0 0,1 0 0 0 0,0 0 0 0 0,0 1-1 0 0,0-1 1 0 0,0 0 0 0 0,0 0 0 0 0,0 0-1 0 0,0 1 1 0 0,0-1 0 0 0,0 0 0 0 0,0 0 0 0 0,0 1-1 0 0,0-1 1 0 0,0 0 0 0 0,0 0 0 0 0,0 0 0 0 0,0 1-1 0 0,0-1 1 0 0,0 0 0 0 0,0 0 0 0 0,0 0 0 0 0,0 1-1 0 0,0-1 1 0 0,1 0 0 0 0,-1 0 0 0 0,0 0-1 0 0,0 1 1 0 0,0-1 0 0 0,0 0 0 0 0,0 0 0 0 0,1 0-1 0 0,-1 0 1 0 0,0 1 0 0 0,14-1 530 0 0,29-9-572 0 0,-28 5 117 0 0,71-18-1061 0 0,-17 4-5362 0 0,-47 13 3380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0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31 288 0 0,'0'0'295'0'0,"4"-17"4945"0"0,-3 12-5624 0 0,-1 4 386 0 0,0 1 0 0 0,0 0 0 0 0,0 0 1 0 0,0-1-1 0 0,0 1 0 0 0,0 0 0 0 0,0-1 0 0 0,0 1 0 0 0,0 0 0 0 0,0 0 0 0 0,0-1 0 0 0,0 1 1 0 0,0 0-1 0 0,0 0 0 0 0,-1-1 0 0 0,1 1 0 0 0,0 0 0 0 0,0 0 0 0 0,0-1 0 0 0,0 1 0 0 0,0 0 1 0 0,-1 0-1 0 0,1-1 0 0 0,0 1 0 0 0,0 0 0 0 0,0 0 0 0 0,-1 0 0 0 0,1-1 0 0 0,0 1 0 0 0,0 0 1 0 0,0 0-1 0 0,-1 0 0 0 0,1 0 0 0 0,0 0 0 0 0,0 0 0 0 0,-1-1 0 0 0,1 1 0 0 0,0 0 0 0 0,-1 0 1 0 0,1 0-1 0 0,0 0 0 0 0,0 0 0 0 0,-1 0 0 0 0,1 0 0 0 0,0 0 0 0 0,-1 0 0 0 0,1 0 0 0 0,0 0 1 0 0,0 0-1 0 0,-1 1 0 0 0,1-1 0 0 0,0 0 0 0 0,0 0 0 0 0,-1 0 0 0 0,1 0 0 0 0,0 0 0 0 0,0 0 1 0 0,-1 1-1 0 0,1-1 0 0 0,0 0 0 0 0,0 0 0 0 0,-1 1 0 0 0,1 0 21 0 0,-1 0 0 0 0,0 0 0 0 0,0 1 0 0 0,1-1 0 0 0,-1 0 0 0 0,1 1-1 0 0,-1-1 1 0 0,1 0 0 0 0,-1 1 0 0 0,1-1 0 0 0,0 1 0 0 0,-1 1 0 0 0,1 0-15 0 0,-1 10 585 0 0,-8-20 4141 0 0,9 12-4155 0 0,0 0-1847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22:43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74 388,'2'-6'585,"0"0"1,0 0-1,1 0 1,-1 0-1,1 0 1,0 1-1,1-1 1,-1 1-1,9-8 0,-6 5 352,-173 293 2317,147-245-2847,-17 53 0,-9 21-352,27-90-1239,18-23 974,1 0 1,-1-1-1,0 1 0,0-1 0,0 1 0,1 0 0,-1-1 0,0 1 1,0-1-1,0 0 0,0 1 0,0-1 0,0 0 0,0 1 0,0-1 1,0 0-1,0 0 0,0 0 0,0 0 0,0 0 0,0 0 0,0 0 1,0 0-1,0-1 0,0 1 0,0 0 0,0 0 0,-1-2 0,-8-4-2058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22:44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34 520,'7'-5'295,"1"1"-1,0 1 1,-1-1 0,1 1 0,0 1-1,1-1 1,-1 2 0,0-1-1,11 0 1,80-2 780,-84 4-885,-12 0-148,12 0 134,1 0 1,-1 1-1,0 1 0,20 4 0,-33-5-158,1-1 1,-1 1 0,0 0 0,1-1-1,-1 1 1,0 0 0,0 0-1,0 0 1,0 1 0,0-1-1,0 0 1,0 1 0,0-1 0,0 1-1,-1 0 1,1 0 0,-1 0-1,1-1 1,-1 1 0,0 1-1,0-1 1,0 0 0,0 0 0,0 0-1,0 0 1,0 1 0,-1-1-1,1 0 1,-1 1 0,0-1-1,0 1 1,0-1 0,0 0 0,0 1-1,-1 3 1,-1 3 8,-1 0 1,0 0 0,-1-1-1,0 1 1,0-1-1,-1 0 1,0 0-1,0 0 1,-1-1-1,0 0 1,0 0-1,-1 0 1,-13 10-1,-10 6 44,-2-1 0,-33 17-1,57-34-53,-28 14 36,-1-1 1,-47 15-1,76-30-50,-21 4 32,27-7-46,3-2-4,0 0 10,0 0-1,0 0 1,0 0 0,1 0 0,-1 1-1,1-1 1,-1 0 0,1 1-1,-1-1 1,1 1 0,0 0-1,-1-1 1,1 1 0,0 0 0,0 0-1,0 0 1,0 0 0,4-1-1,-2 1 10,-1 0 0,0 1 0,1-1-1,-1 0 1,0 1 0,1 0-1,-1 0 1,0 0 0,1 0-1,-1 0 1,1 1 0,-1-1 0,4 2-1,-6-1 2,-1-1 0,1 1 0,0 0-1,-1-1 1,1 1 0,0 0 0,-1 0 0,1-1-1,-1 1 1,1 0 0,-1 0 0,1 0-1,-1 0 1,0 0 0,1 0 0,-1 0-1,0 0 1,0 0 0,0 0 0,0 0 0,0 0-1,0 0 1,0 0 0,0 1 0,-4 29 98,3-24-56,-1 1 11,1-1-1,1 1 1,-1 0 0,1 0 0,0-1 0,3 16-1,-3-21-43,1 1-1,0-1 1,0 0-1,0 0 1,0 1-1,1-1 1,-1 0-1,0 0 1,1 0-1,0-1 1,-1 1-1,1 0 1,0-1-1,0 1 1,0-1-1,0 1 1,0-1-1,0 0 1,0 0-1,1 0 1,-1 0-1,0 0 0,1 0 1,-1-1-1,0 1 1,4-1-1,4 2 4,0-1-1,-1-1 0,1 0 0,0 0 0,0-1 0,-1 0 1,1 0-1,-1-1 0,1-1 0,-1 1 0,0-1 0,13-7 1,-16 7-68,0 0 1,0-1 0,0 1 0,-1-1 0,1-1-1,-1 1 1,0-1 0,0 0 0,-1 0 0,1-1 0,-1 1-1,0-1 1,-1 0 0,1 0 0,-1 0 0,0 0-1,-1-1 1,3-6 0,-5 12 42,0 0 0,1 1 0,-1-1 1,0 0-1,1 1 0,-1-1 0,0 0 0,0 1 0,0-1 1,1 0-1,-1 0 0,0 1 0,0-1 0,0 0 0,0 0 1,0 1-1,-1-1 0,1 0 0,0 1 0,0-1 0,0 0 1,-1 1-1,1-1 0,0 0 0,-1 1 0,1-1 0,0 0 0,-1 1 1,1-1-1,-1 1 0,1-1 0,-1 1 0,1-1 0,-1 1 1,1-1-1,-1 1 0,0-1 0,1 1 0,-1 0 0,0-1 1,1 1-1,-1 0 0,0 0 0,1 0 0,-1-1 0,0 1 0,0 0 1,1 0-1,-1 0 0,0 0 0,0 0 0,1 0 0,-1 0 1,0 1-1,1-1 0,-1 0 0,-1 1 0,-3 0 32,-1 1 0,1 0 1,0 0-1,0 0 0,0 1 0,-7 4 0,7-3 35,-1 1 1,1-1-1,0 1 0,0 0 1,1 0-1,-1 1 0,1-1 1,1 1-1,-1 0 0,1 0 1,0 1-1,0-1 0,0 0 1,-2 12-1,4-14-14,0 1 0,1-1 0,-1 1-1,1-1 1,0 1 0,0-1 0,1 1 0,-1-1-1,1 1 1,0-1 0,0 1 0,0-1 0,1 0 0,0 1-1,0-1 1,0 0 0,0 0 0,0 0 0,1-1-1,0 1 1,-1-1 0,8 7 0,-3-4-2,0 0 1,1 0-1,0-1 1,13 7-1,-19-10-372,1-1-1,0 0 0,0 0 0,0 0 0,0 0 0,0 0 1,1 0-1,-1-1 0,0 0 0,0 0 0,0 0 0,0 0 0,1 0 1,-1 0-1,0-1 0,5-1 0,0-2-1699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4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10 340 0 0,'-1'-1'98'0'0,"1"1"1"0"0,-1-1-1 0 0,0 0 1 0 0,1 1-1 0 0,-1-1 0 0 0,0 0 1 0 0,0 1-1 0 0,1-1 1 0 0,-1 1-1 0 0,0-1 0 0 0,0 1 1 0 0,0-1-1 0 0,0 1 1 0 0,0 0-1 0 0,0-1 0 0 0,0 1 1 0 0,0 0-1 0 0,0 0 0 0 0,0 0 1 0 0,0 0-1 0 0,0 0 1 0 0,0 0-1 0 0,0 0 0 0 0,0 0 1 0 0,-1 0-1 0 0,-2 1 70 0 0,1 0 0 0 0,-1 0 0 0 0,0 1-1 0 0,0-1 1 0 0,0 1 0 0 0,-5 3 0 0 0,1 0 97 0 0,0 0 1 0 0,0 1 0 0 0,0 0-1 0 0,-12 13 1 0 0,18-17-212 0 0,0 0 0 0 0,1 0-1 0 0,-1 0 1 0 0,1 0 0 0 0,0 0 0 0 0,-1 0 0 0 0,1 0-1 0 0,0 1 1 0 0,0-1 0 0 0,0 0 0 0 0,0 1-1 0 0,1-1 1 0 0,-1 0 0 0 0,1 1 0 0 0,0-1-1 0 0,-1 1 1 0 0,1-1 0 0 0,0 1 0 0 0,0-1-1 0 0,0 1 1 0 0,1-1 0 0 0,-1 1 0 0 0,2 3 0 0 0,1 0 61 0 0,0-1 0 0 0,0 1 1 0 0,1 0-1 0 0,-1-1 1 0 0,2 0-1 0 0,-1 0 1 0 0,5 5-1 0 0,18 22 287 0 0,-27-32-398 0 0,1 1 1 0 0,-1-1 0 0 0,0 1 0 0 0,0 0-1 0 0,1-1 1 0 0,-1 1 0 0 0,0 0 0 0 0,0-1-1 0 0,0 1 1 0 0,0 0 0 0 0,0-1 0 0 0,0 1-1 0 0,0-1 1 0 0,0 1 0 0 0,0 0 0 0 0,0-1-1 0 0,0 1 1 0 0,0 0 0 0 0,0-1 0 0 0,-1 1-1 0 0,1 0 1 0 0,0-1 0 0 0,0 1 0 0 0,-1-1-1 0 0,1 1 1 0 0,0 0 0 0 0,-1-1 0 0 0,1 1-1 0 0,-1-1 1 0 0,1 1 0 0 0,-1-1 0 0 0,1 0-1 0 0,-1 1 1 0 0,1-1 0 0 0,-1 1 0 0 0,1-1-1 0 0,-1 0 1 0 0,1 1 0 0 0,-1-1 0 0 0,-1 0-1 0 0,-30 13 52 0 0,24-11-60 0 0,-10 4-117 0 0,-1-1 1 0 0,-33 3 0 0 0,-2 2-1339 0 0,39-9-2028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5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88 377 120 0 0,'-10'8'4589'0'0,"-34"34"-3249"0"0,39-35-1133 0 0,0 0 0 0 0,0 1-1 0 0,0-1 1 0 0,-5 13 0 0 0,9-18-174 0 0,1 0 1 0 0,-1 0 0 0 0,0 0-1 0 0,1-1 1 0 0,0 1 0 0 0,-1 0 0 0 0,1 0-1 0 0,0 0 1 0 0,0 0 0 0 0,1 4-1 0 0,-1-5-18 0 0,0 1 0 0 0,1-1 0 0 0,-1 0 0 0 0,1 1 0 0 0,-1-1 0 0 0,1 0 0 0 0,0 0 0 0 0,-1 1 0 0 0,1-1 0 0 0,0 0 0 0 0,0 0-1 0 0,0 0 1 0 0,0 0 0 0 0,0 0 0 0 0,0 0 0 0 0,0 0 0 0 0,0 0 0 0 0,1-1 0 0 0,0 2 0 0 0,1-1-19 0 0,0 0-1 0 0,0 1 1 0 0,0-2 0 0 0,0 1 0 0 0,1 0 0 0 0,-1-1-1 0 0,0 1 1 0 0,0-1 0 0 0,0 0 0 0 0,1 0 0 0 0,-1 0-1 0 0,0 0 1 0 0,0-1 0 0 0,0 1 0 0 0,5-2 0 0 0,-1-1-16 0 0,1 0-1 0 0,-1 0 1 0 0,0-1 0 0 0,12-7 0 0 0,-8 2-2 0 0,0-2 3 0 0,-5 2 11 0 0,2-7 7 0 0,-7 15-2 0 0,0-1 0 0 0,-1 1 0 0 0,1-1-1 0 0,0 1 1 0 0,0-1 0 0 0,0 1 0 0 0,0-1 0 0 0,0 1 0 0 0,0 0-1 0 0,0 0 1 0 0,0 0 0 0 0,0-1 0 0 0,1 1 0 0 0,-1 0 0 0 0,1 1-1 0 0,-1-1 1 0 0,0 0 0 0 0,1 0 0 0 0,-1 0 0 0 0,1 1 0 0 0,0-1-1 0 0,-1 1 1 0 0,3-1 0 0 0,-3 1 31 0 0,8 0-39 0 0,-10 5 34 0 0,0 0 0 0 0,1 0 0 0 0,-2-1 0 0 0,1 1 0 0 0,-1 0 0 0 0,-2 6 0 0 0,1-6 23 0 0,1 0 0 0 0,0 1 0 0 0,1-1 1 0 0,-1 1-1 0 0,1-1 0 0 0,-1 10 0 0 0,1-2 29 0 0,1-11-43 0 0,-1-1-1 0 0,1 1 1 0 0,-1 0-1 0 0,1-1 0 0 0,0 1 1 0 0,0 0-1 0 0,0-1 1 0 0,0 1-1 0 0,0 0 0 0 0,0-1 1 0 0,0 1-1 0 0,0 0 0 0 0,1-1 1 0 0,-1 1-1 0 0,1 0 1 0 0,-1-1-1 0 0,1 1 0 0 0,0-1 1 0 0,-1 1-1 0 0,1-1 1 0 0,0 1-1 0 0,0-1 0 0 0,0 1 1 0 0,0-1-1 0 0,0 0 1 0 0,1 0-1 0 0,-1 1 0 0 0,0-1 1 0 0,2 1-1 0 0,-2-2 15 0 0,27-9 151 0 0,1-6-205 0 0,0-2 1 0 0,-2 0-1 0 0,0-2 0 0 0,38-35 1 0 0,-17 11-463 0 0,75-91 0 0 0,-106 112 343 0 0,0-1 0 0 0,-1-1 0 0 0,-2 0 0 0 0,0-1 0 0 0,-2-1 0 0 0,17-46 0 0 0,-26 61 184 0 0,7-33 623 0 0,-10 43-448 0 0,-16 14 3 0 0,-4 8-81 0 0,1 1-1 0 0,1 0 0 0 0,0 1 1 0 0,-15 29-1 0 0,-46 104 736 0 0,70-130-650 0 0,0 0 0 0 0,2 1 0 0 0,0 0 1 0 0,2 1-1 0 0,-2 42 0 0 0,7-68-221 0 0,0-1 0 0 0,-1 1 0 0 0,1-1-1 0 0,0 1 1 0 0,0-1 0 0 0,0 1 0 0 0,1-1 0 0 0,-1 1 0 0 0,0-1-1 0 0,0 1 1 0 0,1-1 0 0 0,-1 1 0 0 0,1-1 0 0 0,0 1 0 0 0,-1-1-1 0 0,1 0 1 0 0,0 1 0 0 0,0-1 0 0 0,-1 0 0 0 0,1 0 0 0 0,0 0-1 0 0,1 1 1 0 0,0 0 0 0 0,0-1-2 0 0,0 0 1 0 0,0 0-1 0 0,0-1 1 0 0,0 1-1 0 0,0 0 1 0 0,0-1-1 0 0,0 0 1 0 0,1 1-1 0 0,-1-1 1 0 0,0 0-1 0 0,0 0 1 0 0,0 0-1 0 0,0-1 1 0 0,4 0-1 0 0,3-1 10 0 0,0 0-1 0 0,-1-1 1 0 0,1-1-1 0 0,0 1 1 0 0,-1-1-1 0 0,13-9 0 0 0,4-5-22 0 0,-2-1 0 0 0,0-2-1 0 0,35-39 1 0 0,49-79-491 0 0,-66 84 212 0 0,28-50-283 0 0,-27 37 192 0 0,-30 53 448 0 0,-12 19 12 0 0,-15 30 24 0 0,11-26-124 0 0,-27 62 172 0 0,4 2 0 0 0,-32 126 0 0 0,44-129-12 0 0,14-68-187 0 0,1 0-1 0 0,0-1 1 0 0,0 1-1 0 0,-1-1 1 0 0,1 1-1 0 0,0 0 1 0 0,0-1-1 0 0,0 1 1 0 0,-1 0-1 0 0,1-1 1 0 0,0 1-1 0 0,0 0 1 0 0,0-1 0 0 0,0 1-1 0 0,0 0 1 0 0,0-1-1 0 0,1 1 1 0 0,-1 0-1 0 0,0-1 1 0 0,0 1-1 0 0,0 0 1 0 0,1-1-1 0 0,-1 1 1 0 0,0 0-1 0 0,1-1 1 0 0,-1 1-1 0 0,0-1 1 0 0,1 1-1 0 0,-1-1 1 0 0,1 1 0 0 0,-1-1-1 0 0,1 1 1 0 0,-1-1-1 0 0,1 1 1 0 0,-1-1-1 0 0,1 0 1 0 0,-1 1-1 0 0,1-1 1 0 0,0 0-1 0 0,-1 0 1 0 0,1 1-1 0 0,0-1 1 0 0,-1 0-1 0 0,1 0 1 0 0,0 0 0 0 0,-1 0-1 0 0,1 0 1 0 0,0 0-1 0 0,-1 0 1 0 0,1 0-1 0 0,0 0 1 0 0,32-8-5267 0 0,-18 1 2677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6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1 460 0 0,'0'0'732'0'0,"18"1"608"0"0,-1 1-784 0 0,-4-2-40 0 0,-1 1-52 0 0,5 1-56 0 0,-2 1-20 0 0,0-2-44 0 0,0 2-55 0 0,0 0-113 0 0,1-1-156 0 0,-2-2-172 0 0,2 0-181 0 0,-1 0-535 0 0,-6 0-944 0 0,6 0 420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7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182 284 304 0 0,'1'-1'367'0'0,"-1"-1"-1"0"0,1 1 1 0 0,-1-1-1 0 0,0 1 1 0 0,1-1 0 0 0,-1 1-1 0 0,0-1 1 0 0,0 1-1 0 0,0-1 1 0 0,-1 0 0 0 0,1-1-1 0 0,-3 2-273 0 0,0 0-1 0 0,0 0 1 0 0,0 1-1 0 0,-1-1 1 0 0,1 1-1 0 0,0 0 1 0 0,0 0-1 0 0,0 0 1 0 0,0 0-1 0 0,0 1 1 0 0,0-1-1 0 0,-1 1 1 0 0,1 0-1 0 0,0-1 1 0 0,0 2-1 0 0,0-1 1 0 0,1 0-1 0 0,-1 0 1 0 0,0 1 0 0 0,-4 3-1 0 0,-3 1 123 0 0,1 1 0 0 0,0 0-1 0 0,1 0 1 0 0,-14 14 0 0 0,9-7 61 0 0,6-6-88 0 0,0-1 0 0 0,0 1 0 0 0,-7 12 0 0 0,13-18-146 0 0,-1 0-1 0 0,1 1 0 0 0,0-1 1 0 0,0 1-1 0 0,0-1 0 0 0,0 1 1 0 0,1-1-1 0 0,-1 1 1 0 0,1 0-1 0 0,-1-1 0 0 0,1 1 1 0 0,0 0-1 0 0,0-1 0 0 0,0 1 1 0 0,1 0-1 0 0,-1-1 1 0 0,2 6-1 0 0,-2-8-33 0 0,0 1-1 0 0,0 0 1 0 0,0-1 0 0 0,1 1 0 0 0,-1 0 0 0 0,0-1-1 0 0,1 1 1 0 0,-1 0 0 0 0,0-1 0 0 0,1 1-1 0 0,-1-1 1 0 0,1 1 0 0 0,-1-1 0 0 0,1 1 0 0 0,-1-1-1 0 0,1 1 1 0 0,-1-1 0 0 0,1 0 0 0 0,0 1-1 0 0,-1-1 1 0 0,1 0 0 0 0,0 1 0 0 0,-1-1 0 0 0,1 0-1 0 0,0 0 1 0 0,-1 0 0 0 0,1 1 0 0 0,0-1-1 0 0,0 0 1 0 0,2-1 2 0 0,-1 1 0 0 0,0 0 0 0 0,0-1 0 0 0,0 1 0 0 0,0-1 0 0 0,0 0 0 0 0,0 0 0 0 0,0 1 0 0 0,4-3-1 0 0,0-2-5 0 0,1 1 0 0 0,-1-1 0 0 0,0-1-1 0 0,8-7 1 0 0,2-14-19 0 0,-14 23-2 0 0,0-1 1 0 0,1 1-1 0 0,-1 0 0 0 0,1 0 1 0 0,0 0-1 0 0,0 0 1 0 0,4-4-1 0 0,-6 7-17 0 0,-2 4-42 0 0,1 3 77 0 0,0-1 0 0 0,0 0 0 0 0,0 0 0 0 0,1 0-1 0 0,-1 1 1 0 0,1-1 0 0 0,0 0 0 0 0,1 0 0 0 0,-1 0 0 0 0,1 0-1 0 0,0 0 1 0 0,0-1 0 0 0,1 1 0 0 0,-1-1 0 0 0,6 7 0 0 0,-8-10 3 0 0,1-1 0 0 0,-1 0 1 0 0,1 1-1 0 0,0-1 0 0 0,-1 0 1 0 0,1 1-1 0 0,-1-1 1 0 0,1 0-1 0 0,0 0 0 0 0,-1 0 1 0 0,1 0-1 0 0,-1 1 0 0 0,1-1 1 0 0,0 0-1 0 0,-1 0 0 0 0,1 0 1 0 0,0 0-1 0 0,-1 0 1 0 0,1-1-1 0 0,0 1 0 0 0,-1 0 1 0 0,1 0-1 0 0,-1 0 0 0 0,1 0 1 0 0,0-1-1 0 0,-1 1 1 0 0,1 0-1 0 0,-1-1 0 0 0,1 1 1 0 0,-1 0-1 0 0,1-1 0 0 0,-1 1 1 0 0,1-1-1 0 0,-1 1 1 0 0,1-2-1 0 0,19-19 45 0 0,-17 17-28 0 0,15-19 74 0 0,-14 17-84 0 0,0 0 0 0 0,0 1 1 0 0,0-1-1 0 0,1 1 0 0 0,0 0 1 0 0,0 1-1 0 0,0-1 0 0 0,0 1 1 0 0,1 0-1 0 0,0 0 0 0 0,8-3 1 0 0,-13 6-14 0 0,1 1 0 0 0,-1-1 0 0 0,0 1 0 0 0,1 0 0 0 0,-1 0 0 0 0,1-1 0 0 0,-1 1 0 0 0,1 0 0 0 0,-1 1 0 0 0,1-1 0 0 0,-1 0 0 0 0,1 0 0 0 0,-1 0 0 0 0,1 1 0 0 0,-1-1 0 0 0,0 1 0 0 0,1-1 0 0 0,-1 1 0 0 0,0 0 0 0 0,1 0 0 0 0,-1-1 0 0 0,0 1 0 0 0,0 0 0 0 0,0 0 0 0 0,0 0 0 0 0,0 0 0 0 0,0 0 0 0 0,0 0 0 0 0,0 1 0 0 0,0-1 0 0 0,0 0 0 0 0,0 0 0 0 0,0 3 0 0 0,3 4 2 0 0,-1 1 0 0 0,-1-1-1 0 0,1 1 1 0 0,1 14-1 0 0,1 3 24 0 0,-4-24-17 0 0,0 1 1 0 0,0 0-1 0 0,-1 0 1 0 0,0 0-1 0 0,1 0 0 0 0,-1 0 1 0 0,0 0-1 0 0,0 0 1 0 0,-1 0-1 0 0,0 4 0 0 0,1-5 71 0 0,2-5-4 0 0,12-18 8 0 0,-10 16-77 0 0,0 1 0 0 0,0-1 0 0 0,1 1 0 0 0,0 0 0 0 0,0 1 0 0 0,0-1 0 0 0,10-4 0 0 0,-14 7-9 0 0,1 0 1 0 0,-1 0-1 0 0,1 0 1 0 0,-1 0-1 0 0,1 0 1 0 0,0 1-1 0 0,-1-1 1 0 0,1 0-1 0 0,0 1 1 0 0,0 0-1 0 0,-1-1 0 0 0,1 1 1 0 0,0 0-1 0 0,0 0 1 0 0,0 0-1 0 0,-1 0 1 0 0,1 0-1 0 0,0 0 1 0 0,0 1-1 0 0,0-1 0 0 0,-1 0 1 0 0,1 1-1 0 0,0 0 1 0 0,-1-1-1 0 0,1 1 1 0 0,0 0-1 0 0,-1 0 1 0 0,1 0-1 0 0,-1 0 1 0 0,3 1-1 0 0,12 26 34 0 0,-13-23 39 0 0,0 1-1 0 0,0-1 1 0 0,0 0 0 0 0,1 0 0 0 0,-1 0-1 0 0,1 0 1 0 0,9 8 0 0 0,-11-13-27 0 0,1 1 0 0 0,-1 0 0 0 0,0-1 0 0 0,1 0 0 0 0,-1 1 0 0 0,0-1 0 0 0,1 0 0 0 0,-1 0 0 0 0,1 0-1 0 0,-1-1 1 0 0,0 1 0 0 0,1-1 0 0 0,-1 1 0 0 0,0-1 0 0 0,1 0 0 0 0,-1 1 0 0 0,0-1 0 0 0,0 0 0 0 0,0-1 0 0 0,0 1 0 0 0,0 0 0 0 0,2-2 0 0 0,5-4 84 0 0,0 1-1 0 0,0-1 1 0 0,10-11-1 0 0,146-175 443 0 0,-73 80-829 0 0,-63 78 148 0 0,-10 11-48 0 0,34-34-1 0 0,-95 138 375 0 0,-39 67 355 0 0,71-125-387 0 0,1 0-1 0 0,1 0 1 0 0,1 1-1 0 0,1 0 1 0 0,-4 26-1 0 0,11-3-95 0 0,1-17-1026 0 0,0-25 352 0 0,3-19-9590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7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0 764 0 0,'21'3'936'0'0,"4"2"-60"0"0,2-5-80 0 0,8 1-60 0 0,7 2-64 0 0,-4-1-68 0 0,4-1-63 0 0,-2 1-89 0 0,-6-1-184 0 0,1 1-212 0 0,-9-4-316 0 0,-4 1-817 0 0,-7-1-1159 0 0,-10-2 512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272 462 632 0 0,'0'0'1418'0'0,"19"-5"341"0"0,-12 0-1318 0 0,15-12 341 0 0,0 0 0 0 0,-2-2 1 0 0,30-33-1 0 0,4-19-154 0 0,81-143 0 0 0,-102 153-444 0 0,-78 121 374 0 0,5-10-406 0 0,-251 340 1528 0 0,244-330-1046 0 0,-49 83 1 0 0,75-107-393 0 0,2 0 0 0 0,2 0 0 0 0,-25 79 1 0 0,28-32-216 0 0,14-83-32 0 0,0 1 0 0 0,-1-1 0 0 0,1 0 0 0 0,0 1 0 0 0,0-1 0 0 0,0 0 0 0 0,0 1 0 0 0,0-1 0 0 0,0 1 0 0 0,0-1 0 0 0,0 0 0 0 0,0 1 0 0 0,0-1 0 0 0,0 0 0 0 0,0 1 0 0 0,0-1 0 0 0,0 1 0 0 0,0-1 0 0 0,1 0 0 0 0,-1 1 0 0 0,0-1 0 0 0,0 0 0 0 0,0 1 0 0 0,0-1 0 0 0,1 0 0 0 0,-1 0 0 0 0,0 1 0 0 0,0-1 0 0 0,1 0 0 0 0,-1 1 0 0 0,0-1 0 0 0,1 0 0 0 0,-1 0 0 0 0,0 0 0 0 0,0 1 0 0 0,1-1 0 0 0,-1 0 1 0 0,0 0-1 0 0,1 0 0 0 0,-1 0 0 0 0,1 0 0 0 0,-1 0 0 0 0,0 1 0 0 0,1-1 0 0 0,-1 0 0 0 0,0 0 0 0 0,1 0 0 0 0,-1 0 0 0 0,1 0 0 0 0,-1-1 0 0 0,0 1 0 0 0,1 0 0 0 0,-1 0 0 0 0,0 0 0 0 0,1 0 0 0 0,-1 0 0 0 0,0 0 0 0 0,1-1 0 0 0,20-12-218 0 0,9-23-376 0 0,-1-2 1 0 0,-2-2-1 0 0,-2 0 1 0 0,-2-1 0 0 0,-1-1-1 0 0,20-57 1 0 0,-34 82 144 0 0,-2-1 0 0 0,1 0 0 0 0,-2 0 0 0 0,-1 0-1 0 0,5-38 1 0 0,-5 50-17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9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14 260 0 0,'0'0'1307'0'0,"-1"0"-1203"0"0,1 0 0 0 0,-1 0 0 0 0,1-1 0 0 0,0 1 0 0 0,-1 0 0 0 0,1 0 0 0 0,-1 0 0 0 0,1-1 0 0 0,-1 1-1 0 0,1 0 1 0 0,0 0 0 0 0,-1 0 0 0 0,1 0 0 0 0,-1 0 0 0 0,1 0 0 0 0,-1 0 0 0 0,1 0 0 0 0,-1 0-1 0 0,1 0 1 0 0,-1 0 0 0 0,1 0 0 0 0,-1 1 0 0 0,-12 7 256 0 0,0 0 0 0 0,1 1 0 0 0,1 1 0 0 0,0 0 0 0 0,0 0 0 0 0,1 1 0 0 0,0 1 0 0 0,1 0 0 0 0,0 0 0 0 0,1 0 0 0 0,-13 27 0 0 0,21-38-340 0 0,-1 0 0 0 0,1 0 0 0 0,-1 0 0 0 0,1 0 0 0 0,-1 0 0 0 0,1 0 0 0 0,0 0 0 0 0,0 0 0 0 0,0 1 0 0 0,-1-1 0 0 0,1 0 1 0 0,0 0-1 0 0,0 0 0 0 0,0 0 0 0 0,1 1 0 0 0,-1-1 0 0 0,0 0 0 0 0,0 0 0 0 0,1 0 0 0 0,-1 0 0 0 0,0 0 0 0 0,1 0 0 0 0,0 0 0 0 0,-1 0 0 0 0,1 0 0 0 0,-1 0 0 0 0,2 2 0 0 0,0-2-6 0 0,0 0 0 0 0,0 0 0 0 0,0 0 0 0 0,0 0 0 0 0,0 0 0 0 0,0 0 0 0 0,0 0-1 0 0,0-1 1 0 0,0 1 0 0 0,0-1 0 0 0,0 1 0 0 0,1-1 0 0 0,2 0 0 0 0,1 0-22 0 0,-1 0 0 0 0,0 0 1 0 0,0 0-1 0 0,1-1 0 0 0,-1 0 1 0 0,0 0-1 0 0,0 0 0 0 0,0-1 1 0 0,0 0-1 0 0,0 0 0 0 0,9-5 1 0 0,-11 4-1 0 0,0-1 1 0 0,0 1 0 0 0,0-1-1 0 0,-1 0 1 0 0,1 0-1 0 0,-1 0 1 0 0,0 0 0 0 0,0 0-1 0 0,0-1 1 0 0,-1 1-1 0 0,1-1 1 0 0,-1 1 0 0 0,1-7-1 0 0,0-7 31 0 0,-1 0 0 0 0,-1-21 0 0 0,0 24 43 0 0,1 14-66 0 0,-1 1 1 0 0,1-1-1 0 0,-1 1 0 0 0,1 0 1 0 0,-1-1-1 0 0,1 1 0 0 0,-1 0 1 0 0,1 0-1 0 0,-1-1 0 0 0,1 1 0 0 0,-1 0 1 0 0,1 0-1 0 0,-1 0 0 0 0,1 0 1 0 0,0-1-1 0 0,-1 1 0 0 0,1 0 1 0 0,-1 0-1 0 0,1 0 0 0 0,0 0 0 0 0,-1 1 1 0 0,1-1-1 0 0,-1 0 0 0 0,1 0 1 0 0,0 0-1 0 0,-1 0 0 0 0,2 1 1 0 0,18 4 7 0 0,-19-5-9 0 0,16 5 11 0 0,0 0 0 0 0,27 14 0 0 0,-38-16-16 0 0,1 0-1 0 0,-1 1 1 0 0,0 0 0 0 0,0 0 0 0 0,-1 0-1 0 0,1 1 1 0 0,-1 0 0 0 0,0 0 0 0 0,6 8-1 0 0,-10-11-7 0 0,0 1-1 0 0,0-1 0 0 0,0 1 0 0 0,0 0 0 0 0,-1 0 0 0 0,1-1 0 0 0,-1 1 0 0 0,0 0 0 0 0,0 0 0 0 0,0 0 0 0 0,0-1 0 0 0,0 1 0 0 0,0 0 0 0 0,-1 0 0 0 0,1 0 0 0 0,-1-1 0 0 0,-1 4 0 0 0,1-3-8 0 0,0 1 1 0 0,0-1-1 0 0,-1 0 1 0 0,1 0-1 0 0,-1 1 1 0 0,0-1-1 0 0,0 0 1 0 0,0-1-1 0 0,0 1 1 0 0,0 0-1 0 0,-1 0 1 0 0,1-1-1 0 0,-5 3 1 0 0,7-4 83 0 0,-3-16 12 0 0,7 6-56 0 0,1 0-1 0 0,0 0 0 0 0,1 0 1 0 0,-1 0-1 0 0,2 1 0 0 0,-1 0 0 0 0,1 0 1 0 0,13-11-1 0 0,0 1-22 0 0,1 2 0 0 0,31-20-1 0 0,8 4-297 0 0,-55 30-130 0 0,0 0-1 0 0,0 1 0 0 0,0-1 1 0 0,0 1-1 0 0,0 0 0 0 0,7 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49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1 436 0 0,'0'0'3547'0'0,"-2"2"-2968"0"0,-7 4-79 0 0,2 0 0 0 0,-1 1 0 0 0,1 0 1 0 0,0 0-1 0 0,-8 10 0 0 0,13-14-377 0 0,-1 0 0 0 0,1 0 0 0 0,0 0 0 0 0,0 0 0 0 0,0 0 0 0 0,1 0 0 0 0,-1 0 0 0 0,1 1 0 0 0,-1-1 0 0 0,1 0 0 0 0,0 1 0 0 0,1-1 0 0 0,-1 1 0 0 0,0 0 0 0 0,1-1 0 0 0,0 1 0 0 0,0-1 0 0 0,1 8 0 0 0,0-9-89 0 0,-1-1 0 0 0,1 1-1 0 0,0 0 1 0 0,1 0-1 0 0,-1-1 1 0 0,0 1 0 0 0,0 0-1 0 0,1-1 1 0 0,-1 1 0 0 0,1-1-1 0 0,-1 0 1 0 0,1 1 0 0 0,0-1-1 0 0,0 0 1 0 0,-1 0 0 0 0,1 0-1 0 0,0 0 1 0 0,0-1 0 0 0,0 1-1 0 0,0 0 1 0 0,0-1-1 0 0,0 1 1 0 0,0-1 0 0 0,0 0-1 0 0,4 1 1 0 0,5-1 42 0 0,1 0 0 0 0,0-1 1 0 0,16-2-1 0 0,-10 1 28 0 0,-9 1-71 0 0,1-1-1 0 0,-1 0 1 0 0,0-1 0 0 0,0 1 0 0 0,0-2 0 0 0,0 1-1 0 0,-1-1 1 0 0,14-9 0 0 0,-17 11-56 0 0,-1-1 0 0 0,1 0 0 0 0,-1-1-1 0 0,0 1 1 0 0,0-1 0 0 0,-1 0 0 0 0,1 0 0 0 0,-1 0 0 0 0,0 0 0 0 0,0 0 0 0 0,0-1-1 0 0,0 1 1 0 0,-1-1 0 0 0,0 0 0 0 0,0 0 0 0 0,2-7 0 0 0,-4 11 15 0 0,0 0 1 0 0,0 1-1 0 0,0-1 1 0 0,0 1-1 0 0,0-1 1 0 0,0 1 0 0 0,-1-1-1 0 0,1 0 1 0 0,0 1-1 0 0,0-1 1 0 0,-1 1-1 0 0,1-1 1 0 0,0 1-1 0 0,0-1 1 0 0,-1 1 0 0 0,1 0-1 0 0,-1-1 1 0 0,1 1-1 0 0,0-1 1 0 0,-1 1-1 0 0,1 0 1 0 0,-1-1-1 0 0,1 1 1 0 0,-1 0 0 0 0,1-1-1 0 0,-1 1 1 0 0,1 0-1 0 0,-1 0 1 0 0,1 0-1 0 0,-1-1 1 0 0,1 1-1 0 0,-1 0 1 0 0,0 0 0 0 0,1 0-1 0 0,-1 0 1 0 0,1 0-1 0 0,-1 0 1 0 0,1 0-1 0 0,-1 0 1 0 0,0 0-1 0 0,1 0 1 0 0,-1 0 0 0 0,1 1-1 0 0,-1-1 1 0 0,1 0-1 0 0,-1 0 1 0 0,0 1-1 0 0,-28 8-96 0 0,28-8 114 0 0,-1 0 0 0 0,1 0 0 0 0,-1 0-1 0 0,1 0 1 0 0,-1 0 0 0 0,1 0 0 0 0,0 0 0 0 0,0 0-1 0 0,-1 1 1 0 0,1-1 0 0 0,0 1 0 0 0,0-1 0 0 0,0 0-1 0 0,1 1 1 0 0,-1 0 0 0 0,0-1 0 0 0,1 1 0 0 0,-1 0-1 0 0,1-1 1 0 0,-1 1 0 0 0,1 0 0 0 0,0-1 0 0 0,-1 3-1 0 0,2-2 7 0 0,-1 1-1 0 0,1-1 0 0 0,0 0 0 0 0,0 0 0 0 0,-1 0 0 0 0,2 0 1 0 0,-1 0-1 0 0,0 0 0 0 0,0 0 0 0 0,0-1 0 0 0,1 1 0 0 0,-1 0 1 0 0,1-1-1 0 0,0 1 0 0 0,2 1 0 0 0,7 5 32 0 0,1 0 0 0 0,0-1 1 0 0,0 0-1 0 0,17 5 0 0 0,-29-12-48 0 0,23 9-150 0 0,-1-1 0 0 0,1-1 0 0 0,0-2 0 0 0,36 5 0 0 0,-30-7-2816 0 0,43-1 0 0 0,-51-3 351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50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1 144 0 0,'-4'2'6877'0'0,"163"18"-3909"0"0,-103-14-4142 0 0,-50-5 239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50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18 356 0 0,'8'2'532'0'0,"0"0"0"0"0,-1-1-1 0 0,1 0 1 0 0,0 0 0 0 0,0-1 0 0 0,0 0 0 0 0,12-1-1 0 0,5 0 205 0 0,53 4 380 0 0,-51-1-1164 0 0,0-1 1 0 0,0-1-1 0 0,0-1 1 0 0,0-2-1 0 0,33-7 1 0 0,-42 1-3010 0 0,-10 3 1297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2:5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0 764 0 0,'-3'2'336'0'0,"-1"-1"0"0"0,0 1 0 0 0,1 0 0 0 0,0 0 0 0 0,0 1-1 0 0,-1-1 1 0 0,1 1 0 0 0,0-1 0 0 0,1 1 0 0 0,-1 0 0 0 0,1 0 0 0 0,-1 0 0 0 0,1 0 0 0 0,0 1 0 0 0,0-1-1 0 0,0 1 1 0 0,0-1 0 0 0,1 1 0 0 0,0 0 0 0 0,-1 0 0 0 0,1-1 0 0 0,1 1 0 0 0,-1 0 0 0 0,0 0 0 0 0,1 6-1 0 0,0-4-189 0 0,1-1 0 0 0,-1 0 0 0 0,1 1-1 0 0,1-1 1 0 0,-1 1 0 0 0,1-1 0 0 0,-1 0-1 0 0,2 0 1 0 0,-1 0 0 0 0,0 0-1 0 0,1-1 1 0 0,0 1 0 0 0,0 0 0 0 0,1-1-1 0 0,-1 0 1 0 0,1 0 0 0 0,7 6-1 0 0,-5-5-41 0 0,1-1-1 0 0,1 1 0 0 0,-1-2 0 0 0,1 1 0 0 0,-1-1 0 0 0,1 0 0 0 0,0 0 1 0 0,14 1-1 0 0,-17-2-68 0 0,-1-1 1 0 0,1-1 0 0 0,0 1-1 0 0,0-1 1 0 0,0 0 0 0 0,0 0 0 0 0,0 0-1 0 0,0 0 1 0 0,-1-1 0 0 0,1 0-1 0 0,0 0 1 0 0,0-1 0 0 0,-1 1-1 0 0,1-1 1 0 0,0 0 0 0 0,3-2-1 0 0,-6 2-32 0 0,0 1-1 0 0,-1-1 0 0 0,1 0 0 0 0,-1 1 1 0 0,1-1-1 0 0,-1 0 0 0 0,0 0 1 0 0,0 0-1 0 0,0 0 0 0 0,0 0 0 0 0,0 0 1 0 0,0 0-1 0 0,-1 0 0 0 0,1 0 1 0 0,-1 0-1 0 0,1-1 0 0 0,-1 1 1 0 0,0 0-1 0 0,0 0 0 0 0,0-1 0 0 0,0 1 1 0 0,0 0-1 0 0,0 0 0 0 0,-1 0 1 0 0,1-1-1 0 0,-1 1 0 0 0,0 0 0 0 0,-1-3 1 0 0,1 1-216 0 0,-1-1-1 0 0,0 1 1 0 0,-1 0 0 0 0,1-1 0 0 0,-1 1 0 0 0,1 1 0 0 0,-1-1 0 0 0,-1 0 0 0 0,1 1-1 0 0,0-1 1 0 0,-1 1 0 0 0,-5-4 0 0 0,-14-5-5194 0 0,15 8 2287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1:35.0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255 40 61,'0'0'137,"0"0"-12,8-12-4,-8 12-5,0 0 4,0 0-4,6-8-4,-6 8-4,0 0-2,5-10-9,-5 10-7,0 0-9,0 0-4,0 0-2,1-10 0,-1 10-7,0 0-6,0 0-3,0 0-7,0 0-4,0 0-7,0 0 1,0 0-11,0 0 1,0 0-7,0 0-5,0 0 0,0 0-5,0 0-4,0 0 5,0 0-4,0 0 0,0 0-5,0 0 4,0 0-2,-10 31 0,8-19 2,-1-1-4,-2 3 4,-1 2-5,-3 5 4,-3 4-1,0 0 1,0 0 0,-2 11 0,-1-3 4,-4 2 3,2 1-4,3-3 0,-1 2 2,0 0-4,1-1-2,5-11 1,-1 0 0,2 0 2,2-5-3,3-1-1,-1-2-2,2 0-2,-2-6 4,2 2-1,2-11-3,-4 14 1,4-14 2,-2 10-1,2-10 2,0 0-2,0 0-4,-5 11-9,5-11-12,0 0-14,0 0-20,0 0-16,0 0-15,0 0-13,-13-27-27,13 27-27,-5-13-161,1 6-338,4 7 150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4:46.57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0 116,'0'0'126,"0"0"-3,0 0-7,0 0-6,0 0-8,0 0-6,0 0-4,0 0-6,0 0-13,0 0 0,0 0-4,0 0-12,0 0 13,0 0-10,0 0-7,0 0 0,0 0-5,0 0-2,0 0-5,0 0-5,0 0-3,0 0 0,0 0-5,0 0-3,0 0-6,0 0 1,0 0 0,0 0-3,0 0 3,0 0 8,0 0-2,0 0 4,0 0 7,0 0-1,0 0 7,0 0 1,0 0 1,0 0 1,0 0 2,0 0-2,0 0 1,0 0-3,36 4-3,-36-4 0,0 0 1,21 2-2,-13 0-1,-8-2-5,26 3-1,-14-2-2,4 1 2,3 3-3,-3-4-1,11 2 2,-2 1-6,0-1-3,-4-1-2,-1 0 1,-3-2-6,-1 0 2,-5 3-2,1-3-4,-12 0 3,20 2-3,-13-1-4,-7-1 0,12 2 1,-12-2 0,0 0 0,0 0-4,0 0-1,0 0-9,0 0-10,0 0-10,0 0-11,0 0-20,0 0-12,0 0-17,0 0-26,0 0-31,0 0-32,0 0-54,-25-19-116,25 19-372,0 0 164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4:47.2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 95,'19'13'172,"-19"-13"-7,0 0-16,12 5-2,-4-3-9,-8-2-11,14 5-5,-4-2-7,-1-1-7,3 2-6,3 0-8,2-2-12,1-1-1,-1 1-7,0 0-7,2-2-7,-1 1-3,0 1-7,1-2-3,-3 2-8,-1-1-2,-4-1-3,0 3-7,-11-3-3,16 3-11,-16-3-5,14 2-20,-14-2-2,9 2-19,-9-2-10,0 0-6,10 4-15,-10-4-4,0 0-28,0 0-27,17-4-47,-17 4-91,0 0-282,15-7 125</inkml:trace>
  <inkml:trace contextRef="#ctx0" brushRef="#br0" timeOffset="424">390 298 117,'-3'9'167,"3"-9"-16,0 0-4,0 0-15,0 0-8,-5 8-12,5-8-5,0 0-4,-3 9-2,3-9 2,-4 11 5,4-11-2,-2 15-3,-2-7-5,-2 5 10,1 3-13,-4 6 5,0 0-2,-3 2 1,0 0-10,1 2-4,-1-2-7,-2 4-8,2-3-2,0 2-6,3-4-7,-3-1-3,4-6-4,2 1 0,3-3-4,-1 1-7,-1-4 2,4-2-3,1-9-5,-6 15 4,6-15-1,0 11 0,0-11 2,0 0-2,0 0-5,0 0 0,0 0-1,0 0-4,0 0-14,0 0-24,0 0-28,0 0-36,0 0-42,0 0-47,13-33-52,-13 33-244,0 0-501,-13-19 222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4:49.1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266 19 22,'-6'-8'147,"6"8"-10,0 0-4,0 0-1,0 0-5,0 0-2,0 0-6,-4-11-3,4 11-3,0 0-8,0 0-6,0 0-7,0 0-9,0 0-6,0 0-15,0 0-2,0 0-8,0 0-4,0 0-7,0 0-1,0 0-5,0 0 4,0 0-4,0 0-3,0 0-3,0 0-3,0 0 6,-9 24 2,9-24-5,-6 12 2,6-2-6,-3 0 5,3-10 6,-5 26 2,2-10 6,-3 0 0,2 2-3,-6 6-3,3-1 0,-5 4-1,-2-4-4,5 5-1,-8 3-3,5-7 2,2-1-9,-4 2 0,7-3-2,-2 2-3,-2-2 2,5-6 2,0 0-7,-2-3 5,5 2-8,-3-7 7,0 5-6,5-4 0,-8-2 0,6 2 0,3-9-3,-8 11-2,8-11-6,-6 6 4,6-6-10,0 0-15,-12 5-23,12-5-21,0 0-18,0 0-25,0 0-32,0 0-28,-8-20-68,8 20-122,-6-18-386,6 18 170</inkml:trace>
  <inkml:trace contextRef="#ctx0" brushRef="#br0" timeOffset="559">418 69 50,'0'0'153,"0"0"-10,0 0-4,0 0-12,0 0-8,0 0-10,0 0-9,0 0-10,0 0-3,0 0-1,0 0 2,0 0-8,0 0-2,0 0-7,0 0-3,0 0-9,0 0-5,0 0-5,0 0 0,0 0-9,0 0 0,0 0-10,0 0-1,-9-14-3,9 14-5,0 0-2,-17-4-1,17 4-2,0 0-2,0 0-2,-17 0-1,17 0-3,0 0 2,0 0-2,0 0-3,-7-4 3,7 4-4,0 0-3,0 0-2,0 0 4,0 0 4,0 0 1,0 0 1,0 0 8,0 0 6,0 0 1,30 11 6,-30-11 1,12 3 3,-12-3 1,15 0 2,-15 0-6,12 0-2,-12 0 0,17 5-4,-17-5-1,17 3-4,-5 0-1,-5-1-2,7 1 1,0 1-2,-2-1-2,7 0-2,-4 1 1,1-1-3,0 1-2,-1 0-1,-1-1-10,3 1-10,-8-1-11,-9-3-13,19 3-21,-14 2-17,-5-5-21,13 3-25,-13-3-28,0 0-35,0 0-134,0 0-345,0 0 152</inkml:trace>
  <inkml:trace contextRef="#ctx0" brushRef="#br0" timeOffset="1191">213 331 27,'0'0'180,"0"0"-5,0 0 2,0 0-10,0 0-12,37-10-15,-37 10-13,16 0-12,-16 0-11,17-1-11,-17 1-10,17 0-7,-17 0-7,16 1-11,-16-1-7,12 0-3,-12 0-17,8 4-18,-8-4-17,0 0-14,12 3-23,-12-3-16,0 0-26,0 0-35,6 7-144,-6-7-283,0 0 126</inkml:trace>
  <inkml:trace contextRef="#ctx0" brushRef="#br0" timeOffset="1694">348 688 60,'0'0'173,"-6"-9"-2,6 9-5,0 0-10,0 0-4,0 0-15,-6-11-11,6 11-4,0 0-9,0 0-8,0 0-4,0 0-2,0 0-7,0 0-7,0 0-8,0 0-11,0 0-4,0 0-8,0 0-6,15-12-6,-15 12-3,0 0 0,18 4-3,-18-4-4,15 1-3,-15-1 0,14 4-5,-6 2-1,-8-6-3,16 5-5,-16-5 8,9 8-9,-3-5-2,-6-3 1,12 6-1,-12-6-1,8 9-4,-3-4-2,-5-5 0,1 11 1,-1-11-2,0 0 2,-12 23-2,-2-13-2,7 1 1,-8-1 2,-2 7-3,2-6 0,-6 5 1,1-6 1,8 5-1,-3-2-4,-2-1 4,5-2-4,0 3 2,1-2 0,-1-2-2,8 0 6,1 2 9,3-11 18,3 17 10,1-8-4,5 1-2,7 1-3,2-1 1,6 0-4,6-3-4,0 1-1,10-1-9,-9-3-12,10-2-24,-7-1-33,-4 1-53,-1-7-77,-13 1-253,-2-5-472,-7 3 209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5:44.0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96 36 131,'0'0'135,"0"0"-10,0 0-10,4-11 2,-4 11-5,0 0 3,0 0-13,0 0-13,0 0-2,0 0-8,0 0-2,0 0-5,0 0-4,0 0-10,0 0 0,0 0-2,0 0-2,0 0-4,2-10-1,-2 10-2,0 0 3,0 0-4,0 0-3,0 0-4,0 0 3,0 0-1,0 0-2,0 0-4,0 0-3,0 0-4,0 0 8,0 0 3,0 0 6,0 0 8,0 0 3,-10 39 3,10-25-3,-4 2 5,1 1 4,-3 7-1,0 3-5,-5 6 3,1 6 3,4-1 3,0-4-6,-2 3 0,3-9-12,4 2 3,-4 5-10,4-7-3,-1-3 0,-1-1-8,6 1 5,-3-1-4,0-8 0,2 0-6,-2-3 0,0-2-1,1-3-7,-1-8-1,0 19 1,3-12-7,-3-7 2,0 0 2,2 12-8,-2-12 3,0 0-5,0 0-3,0 0-11,0 0-6,0 0-1,0 0-7,0 0-19,0 0-30,0 0-24,0 0-28,0 0-23,0 0-42,-12-32-42,12 32-224,-9-14-490,4 5 217</inkml:trace>
  <inkml:trace contextRef="#ctx0" brushRef="#br0" timeOffset="703">94 78 44,'0'0'165,"0"0"-2,0 0-11,0 0 3,0 0-10,0 0-11,0 0-8,12 1-9,-12-1-12,0 0-6,0 0-4,0 0-5,0 0 3,0 0-2,0 0-1,0 0-4,0 0-4,14 3-2,-14-3-5,0 0-2,0 0-6,16-8-4,-7 5-5,2 0 0,1-3-9,2 1-5,1-2-5,3 0-1,-3 0-5,-1 1-4,-1 1-2,4-1-5,-8 4-2,3-2-9,-3 1-13,-9 3-12,20-4-8,-9 3-6,-11 1-11,13-3-7,-13 3-12,12-2-3,-12 2-7,0 0-9,0 0-15,15 0-18,-15 0-8,0 0-27,0 0-47,0 0-99,0 0-316,0 0 140</inkml:trace>
  <inkml:trace contextRef="#ctx0" brushRef="#br0" timeOffset="1172">52 385 144,'0'0'165,"0"0"-7,0 0-11,0 0-10,0 0-11,16-11-14,-16 11-4,0 0-12,0 0-4,0 0-11,0 0-6,0 0-4,0 0-7,0 0-5,0 0-9,0 0-1,0 0-5,0 0 26,0 0-8,0 0 3,18 2-6,-18-2-2,13-4-3,-13 4-4,15-4-6,-6 2-3,-9 2-3,22-5-5,-12 2-2,2 1-3,0-2-5,-12 4-4,18-4-16,-8 1-14,-10 3-18,19 0-17,-19 0-18,13 1-22,-13-1-12,9 2-22,-9-2-40,0 0-148,0 0-331,0 0 146</inkml:trace>
  <inkml:trace contextRef="#ctx0" brushRef="#br0" timeOffset="1656">309 615 165,'0'0'155,"0"0"-3,0 0-18,0 0-5,0 0-3,0 0-10,0 0-6,12-29-3,-12 29-9,7-6-5,-7 6-9,0 0-5,10-11-3,-10 11-4,10-5-5,-10 5 0,12-3-3,-12 3 0,9-4-7,-9 4-6,9-4-6,-9 4-1,0 0-9,17 0 0,-17 0-3,0 0-3,14 8-5,-14-8 1,9 10-3,-6-1-3,-2 0-2,-1-9-1,2 19 0,-2-8 0,1 1-2,-1-12 0,-1 18-2,-2-8 1,-2-1 0,5-9-6,-7 18 1,2-12 1,2 3-1,3-9-3,-9 7-3,9-7 0,-8 11 2,8-11-1,-7 3-1,7-3 1,0 0-1,0 0 3,0 0-4,-8 9 7,8-9-8,0 0 2,0 0-1,0 0 2,0 0 3,-6 9-6,6-9 2,0 0-3,0 0 7,0 0 0,0 0 6,0 0 2,14 14-4,-14-14-1,7 7-3,-7-7 2,8 9-1,-3-4-2,-5-5 9,7 9-7,-1-1 2,-1-1-4,-2 2-1,-3-9 0,6 15 3,-5-8 0,-1-7-4,-1 15 2,1-15 1,-3 18-1,-2-10 0,-1 0-3,6-8 1,-12 12 1,4-5-2,1 0 2,-1-3-2,1 1 2,7-5 5,-18 5 11,9-5 3,9 0 5,-17 2 4,17-2 1,-15 0 4,15 0 1,0 0 4,-21-4-5,21 4 1,-8-5-1,8 5-4,0 0 1,-11-7-3,11 7 0,0 0-5,0 0 1,-9-6 4,9 6-9,0 0 1,0 0-6,0 0-3,0 0 3,0 0-3,0 0-4,0 0 0,0 0 1,0 0-3,0 0 0,0 0-4,0 0-1,0 0 5,0 0-8,0 0 10,0 0-12,0 0-23,0 0-29,0 0-39,0 0-63,0 0-86,-18 10-253,18-10-536,0 0 237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5:47.6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33 213 52,'0'0'150,"0"0"-9,0 0-5,0 0-5,0 0-7,0 0-8,0 0-2,0 0-6,0 0 0,0 0-12,0 0 0,0 0-8,0 0-6,0 0-4,0 0-1,0 0-6,0 0-1,0 0-9,0 0-4,0 0-9,0 0-5,0 0 0,0 0 9,0 0 8,0 0 4,3 28-8,-6-14 0,3 2-3,0 2 2,-2 0-2,1 5-6,1-3-6,-2-3 1,4 6-1,-4-4-6,2 4-1,-3 0-4,2-4-9,1-1 5,1 0-5,2-1-3,-1-1 4,-2-2-5,1-2-3,-1-1-3,0-11 0,2 17-14,-2-17-5,0 14-8,0-14-1,3 9-8,-3-9 0,0 0-2,0 0 0,0 0-8,-3 14 1,3-14-11,0 0-28,0 0-17,-8 5-14,8-5 1,0 0-35,0 0-20,0 0-183,0 0-368,-25-15 163</inkml:trace>
  <inkml:trace contextRef="#ctx0" brushRef="#br0" timeOffset="563">44 227 141,'0'0'147,"0"0"-13,0 0-5,0 0-8,0 0-2,0 0-9,0 0-5,0 0-9,0 0-5,0 0-3,0 0-7,0 0-2,0 0 3,0 0-6,0 0-8,0 0-6,0 0-1,0 0-7,0 0-4,0 0-7,0 0-2,0 0 0,0 0-11,0 0-2,0 0-2,0 0-1,0 0-6,0 0-1,0 0 3,0 0-6,0 0 2,0 0-3,0 0-4,0 0 3,0 0-6,0 0 0,0 0 3,0 0-2,0 0 0,0 0 0,0 0 0,0 0 1,0 0-7,0 0 10,0 0-1,0 0-6,0 0 10,0 0 12,0 0 4,0 0 1,0 0 2,16-12-5,-2 5-4,2-2 3,1 0-1,6-7 1,-1 1-4,12-8 3,-7 6-7,-1 0 0,-4 0-1,4 5 3,-5-3-6,0 2-1,-7 2-3,1 4-1,-6 2-1,-1 0 0,-8 5 1,12-6 0,-6 0-2,-6 6-5,8-5-13,-8 5-3,0 0-25,0 0-17,0 0-25,0 0-24,0 0-35,0 0-41,0 0-197,0 0-408,0 0 181</inkml:trace>
  <inkml:trace contextRef="#ctx0" brushRef="#br0" timeOffset="1125">110 441 159,'0'0'191,"9"-9"-13,-3 6-12,2-5-9,5 2-10,4-5-9,-2 2-11,8-1-12,0-2-15,-7 3-7,8-2-9,-8 5-12,-3-2-15,2 1-19,-3 4-32,-4-1-31,-8 4-33,15-3-33,-15 3-65,11-2-94,-11 2-270,0 0 119</inkml:trace>
  <inkml:trace contextRef="#ctx0" brushRef="#br0" timeOffset="1469">516 261 53,'0'0'206,"0"0"-12,0 0-12,0 0-10,0 0-15,0 0-7,0 0-14,0 0-14,0 0-16,0 0-10,0 0-10,0 0-8,0 0-3,0 0-5,0 0 3,0 0 4,0 0 4,0 0-2,15 28 0,-15-18-5,0-10-4,0 21-9,0-7-4,-2-1-4,1 2-3,-2-4-10,3-11-1,0 20-6,-2-10 2,2-10-9,0 17-1,0-17-3,-1 16 0,1-16-2,0 12-2,0-12-1,0 0-7,0 12 8,0-12 7,0 0-10,0 0 1,0 0-1,0 0 1,6 7-3,-6-7-1,0 0-2,0 0 2,0 0 0,22-8-1,-22 8-4,18-7-1,-5 1-4,-3-2-1,4-1-6,-1 3-9,-1-1-8,-1 4-12,0-1-19,-1-1-16,-1 2-12,-9 3-15,17-6-16,-9 3-23,-8 3-13,13-5-31,-7-1-186,-6 6-395,0 0 175</inkml:trace>
  <inkml:trace contextRef="#ctx0" brushRef="#br0" timeOffset="1891">733 286 64,'0'0'231,"-16"23"-4,16-23-8,-6 16-11,4-4 0,-2 6-4,1 0-10,-3 4-17,1-1-9,-1-1-18,3-2-9,0 0-18,3 5-12,0-3-14,-2-3-6,7 1-9,-4-2-27,1-2-25,1-2-28,0 2-41,-1-6-42,2 2-64,-4-10-65,2 13-175,-2-13-417,0 0 186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5:54.00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155 74 106,'0'0'177,"0"-16"-9,0 16-15,0 0-11,0 0-4,3-8-12,-3 8-12,0 0-4,0 0-7,0 0-7,0 0-4,0 0-7,0 0-6,0 0-3,0 0-5,0 0-7,0 0-10,0 0-4,0 0-13,0 0 0,0 0 13,0 0 9,0 0 4,0 0 7,-12 45 0,5-24-5,-5 4 3,1 1-7,-3 7 0,-1 3-3,2-1-2,-1-2-9,5-7 4,1 2-8,2-1-5,-3-3-3,8 3-1,-5-3-5,0-8 1,3 2-8,0-2 1,3-3-7,0 2 2,-2-2-2,-4-4-7,6-9-14,0 16-2,0-16-4,6 12-1,-6-12 1,0 0-2,-3 13-3,3-13-2,0 0-7,0 0-1,0 0-5,-3 10-7,3-10-14,0 0-21,0 0-24,0 0-34,0 0-24,0 0-45,0 0-176,0 0-405,0 0 180</inkml:trace>
  <inkml:trace contextRef="#ctx0" brushRef="#br0" timeOffset="531">163 65 22,'0'0'160,"0"0"-11,0 0-12,0 0-10,0 0-10,3-9-2,-3 9 4,0 0-1,0 0-8,17 2-7,-17-2-3,16-5-3,-16 5-4,23 0-10,-8-3 1,0 1-7,3-3-8,2 1-1,0 0-8,1-1-5,4 2-5,-8-1-5,3-1-6,-4 2-1,1 0-8,1 0-2,-7 1-4,-11 2-1,19-2-5,-8-1 1,-11 3-6,14 0 5,-14 0-2,0 0-5,15-2-1,-15 2-3,0 0-7,0 0-2,0 0-6,13 0-2,-13 0-4,0 0-13,0 0-7,0 0-15,0 0-17,0 0-12,0 0-17,0 0-19,0 0-56,0 0-128,0 0-323,0 0 144</inkml:trace>
  <inkml:trace contextRef="#ctx0" brushRef="#br0" timeOffset="1032">124 390 107,'0'0'152,"0"0"-3,0 0-11,0 0-6,0 0-12,0 0-5,0 0-5,0 0-7,0 0-7,0 0-6,0 0-2,0 0-1,0 0-7,0 0-3,0 0-8,0 0-3,0 0-2,0 13-4,0-13-4,0 0 3,0 0 6,0 0-6,0 0 1,0 0 2,0 0-4,0 0-3,25-2-1,-25 2-7,17-6-2,-17 6-3,26-7-3,-10 5-5,-2-1-2,1 0-3,0-3-5,0 3 0,2-3-7,-1 1-7,-2 2-13,1-1-20,-1 1-18,-4 1-25,0-1-16,-10 3-22,16-5-31,-5 2-43,-11 3-179,9-8-387,-9 8 171</inkml:trace>
  <inkml:trace contextRef="#ctx0" brushRef="#br0" timeOffset="1578">446 716 175,'0'0'184,"0"0"-10,0 0-4,0 0-16,0 0-9,0 0-7,0 0-3,0 0-5,0 0-8,0 0-11,-2-24-4,2 24-9,0 0-7,0 0-3,0 0-8,8-16-6,-8 16-5,9-7-5,-9 7-3,4-7-8,-4 7 2,0 0-8,12-9-5,-12 9-4,0 0-2,8-5-3,-8 5-5,0 0-2,0 0-4,14-1-3,-14 1 1,0 0-2,0 0 11,6 17-1,-6-6 2,0-11-5,0 22 2,0-8-4,-3 2-1,1 0-2,-4 2-2,3-3-2,0-1 2,0 3-7,-3-4 1,4 1 0,-1-2-2,0-3 1,3-9-2,-6 18-1,6-18-2,-1 10 1,1-10 2,-3 11-2,3-11 5,0 0 0,-3 10 0,3-10-4,0 0 8,0 0-1,0 0-3,0 0-2,0 0-1,0 0-1,0 0-3,0 0 2,16-38-2,-8 29 1,-2-3 0,0 1 1,5-1-3,-8 3-1,9-5 1,-5 4-3,-1 0 2,2 2-5,-2-1 4,3 2 0,-4 0 0,1 0 0,3 2 0,-9 5 3,13-9 4,-7 3 3,-6 6 3,17-5-10,-17 5 4,14-3-3,-5 1-2,-9 2 0,15-1 2,-15 1-1,0 0-5,23 5 3,-20-2-1,-3-3 4,9 15 0,-6-5 5,0 2-2,0 4 2,-6 0 5,3-2-4,-2 2 1,1 1-4,-5 1-1,6-4 6,-3 0-9,0 0 0,3-4-27,-2-1-29,2-9-32,-1 14-49,1-14-73,0 0-305,0 0-551,15 0 244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5:59.30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93 153 152,'0'0'172,"0"0"-12,0 0-9,0 0-8,0 0-10,0 0-13,0 0-5,0 0-6,0 0-5,0 0-5,0 0-1,0 0-5,0 0-3,0 0-2,0 0-4,0 0-9,0 0 3,0 0-4,0 0-2,0 0-5,5-7-4,-5 7-4,0 0-7,0 0-6,0 0-2,0 0-6,0 0-4,0 0-9,0 0 3,0 0-2,0 0 10,0 0 4,0 0-1,-5 41 3,2-24 4,0 6-1,-2-1-4,-1 5 3,0-1 7,3 1-3,-4 1-2,-2 8-7,6-8 7,-3 0-8,1 3-2,2-3-6,-3-4 9,1 0-11,2-1 1,3-6-1,-3-2 0,0 1-6,3-4-5,-6-1-1,6-1-1,0-10 1,0 16-2,0-16-4,0 12 6,0-12-2,0 0 1,0 0-1,-1 13 14,1-13 7,0 0-13,0 0 0,0 0-5,0 0-2,0 0-5,0 0 6,-6-41-9,6 29-5,0-4-6,0-2-6,1-5-7,4-6-4,-1-8-3,-1 2-6,5-4-2,-2 2 0,0-3 0,0 12 1,2-9 0,-5 11 5,6-1-1,-2 3 4,2 3 10,-4-2-5,-2 9 6,3 2-5,-3-3 8,0 5-5,2 3 6,-5 7-4,3-14 3,-3 14 0,6-10 0,-6 10-5,0-11 5,0 11-2,0 0 6,0 0-6,0 0 8,0 0-6,0 0 8,0 0-3,0 0 1,19 24 3,-16-14-3,-3-10 4,3 17-1,-3-6 2,0-1 2,0-10-4,2 21 2,-2-11-3,3 1 4,-3-11-4,3 19 2,0-11-3,0-1 4,-3-7 1,6 13-2,-4-5 5,-2-8-6,9 8 4,-9-8-4,3 11 1,-3-11 2,0 0-4,7 9 2,-7-9-1,6 5 2,-6-5-1,0 0 2,0 0-2,14 0 2,-14 0 0,15-8-2,-7 2 3,-8 6 2,13-11-3,-1 1 1,-4 3-4,4-4-4,-1 1-2,-2-3 0,4 3-3,-4-3-1,2 2 2,-2-2 2,5 3-5,-4-1 2,-1-1 1,-3 3 2,5-4 0,-4 5 1,-4-2-2,4 2 3,-1 1-1,-6 7-1,6-13 3,1 5 0,-7 8 0,3-10 3,-3 10 0,6-9-2,-6 9 2,5-9 2,-5 9-4,0 0 1,3-9-4,-3 9 5,0 0-3,0 0 2,3-12-2,-3 12 1,0 0-1,0 0 3,3-11-6,-3 11 6,0 0-5,0 0 1,6-5 0,-6 5 1,0 0-1,0 0 2,0 0-1,0 0 0,0 0 0,0 0 1,0 0 1,0 0 1,0 0 2,0 0 1,0 0 4,0 0 6,0 0-1,0 0 3,0 0 1,0 0 0,18 15 2,-18-15 2,2 12 2,-2-12 7,4 18 3,-1-5 19,0 3-16,-3 5 4,3 3 3,-3 3 9,0 8 8,0 2 7,0 6-4,-3-2 5,3 7 28,-6-3-12,2 3-5,1-1-8,-3 1-1,3-3 3,-1-3-7,4-3-4,0-4 8,-4-7-4,4-1-4,4-3-1,-4 2-7,4-8 0,-1-4-2,-3-2-3,3 0-9,0-1 1,-3-11-4,3 14-10,-3-14 8,0 13 1,0-13 0,4 10 4,-4-10 1,0 0 2,0 0-4,0 0-1,0 0-6,0 0-3,0 0-2,0 0-4,0 0-2,0 0 0,0 0-7,0 0 3,9-32-2,-9 32-3,0 0 0,0 0-6,0-14 2,0 14 2,0 0 6,0 0-8,0 0-3,0 0-3,0-10-12,0 10-27,0 0-28,0 0-33,0 0-36,0 0-31,0 0-51,0 0-77,0-16-117,0 16-286,0-14-755,0 14 334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6:25.0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5476 52,'0'0'212,"0"0"-18,0 0-17,0 0-18,0 0-13,0 0-16,0 0-12,0 0-10,0 0-9,0 0-17,36-10-1,-36 10-9,0 0-6,10-2-10,-10 2-9,0 0-11,0 0-8,0 0-13,0 0-13,0 0-10,0 0-29,0 0-22,0 0-28,0 0-20,0 0-157,0 0-286,0 0 127</inkml:trace>
  <inkml:trace contextRef="#ctx0" brushRef="#br0" timeOffset="66835">26206 0 6,'0'0'44,"0"0"-33,0 0-22,0 0-11,0 0 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7:39.31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106 318 56,'0'0'75,"0"0"-5,0 0-9,0 0-4,0 0-8,0 0 6,0 0-8,-12-4-8,12 4-12,0 0 11,0 0-13,0 0 9,0 0-8,0 0-1,0 0-2,0 0 4,0 0-8,0 0-8,-11-3 8,11 3-1,0 0-1,0 0 6,0 0-11,0 0 5,0 0 6,0 0-7,0 0-3,-13-2-17,13 2 22,0 0 0,0 0 0,0 0-2,-17 5 15,17-5 1,0 0-2,-9 4-1,9-4 9,0 0 7,0 0 6,0 0 7,0 0 8,-13 0-3,13 0 6,0 0 1,0 0 3,0 0-3,0 0-1,0 0 2,0 0-7,0 0-1,0 0-2,0 0 0,-14 2-4,14-2-4,0 0-2,0 0-2,0 0-1,0 0-3,0 0-2,0 0-2,0 0 4,0 0 0,0 0-3,0 0-1,0 0-2,0 0-1,0 0-1,0 0-3,0 0 2,0 0-2,0 0 1,0 0-3,0 0 2,0 0 0,0 0 3,0 0-1,0 0 0,0 0 0,0 0 2,0 0-1,0 0 2,0 0 0,0 0-1,0 0 2,0 0 4,0 0-8,0 0 2,0 0 5,0 0-3,0 0 0,0 0 2,0 0 0,0 0-5,0 0 1,0 0-7,0 0 2,0 0-1,0 0 0,0 0-4,0 0-5,0 0 5,0 0 1,0 0-3,0 0-1,0 0 4,0 0-7,0 0 5,0 0-5,0 0 3,0 0 2,0 0-6,0 0-1,0 0 2,0 0 4,0 0 1,0 0-4,0 0-1,0 0-1,0 0-2,0 0 4,0 0-2,0 0-4,0 0 2,0 0 4,0 0-2,0 0 2,0 0 0,0 0-6,0 0 3,0 0-2,0 0 13,0 0-10,0 0-2,0 0-2,0 0 2,0 0 7,0 0-9,0 0-1,0 0 2,0 0-1,0 0 0,0 0-2,0 0 3,0 0-3,0 0 5,0 0 2,0 0-6,0 0 5,0 0 1,0 0-2,0 0 2,0 0 1,0 0-4,0 0 4,0 0-2,0 0 1,0 0 0,0 0-3,0 0 1,0 0-3,0 0 4,0 0-5,0 0 0,0 0 4,0 0-9,0 0 6,0 0-3,0 0 0,0 0-1,0 0-2,0 0 3,0 0-9,-17-3 11,17 3-4,0 0 7,0 0-8,0 0-2,0 0-1,0 0 0,0 0-1,0 0-3,0 0 2,0 0 0,0 0 0,0 0-6,0 0-2,0 0 9,0 0-3,0 0 0,0 0 0,0 0-5,0 0 5,0 0-3,0 0 4,0 0-5,0 0 4,0 0 0,0 0-1,0 0-2,0 0 0,0 0 1,0 0 2,0 0-10,0 0 9,0 0 0,0 0-2,0 0 0,0 0 2,0 0 0,0 0-12,0 0 10,0 0 3,0 0-2,0 0 1,0 0 5,0 0-7,0 0-4,0 0 5,0 0-2,0 0-1,0 0 4,0 0-1,0 0-3,0 0 2,0 0 2,0 0-4,0 0 0,0 0 1,0 0 0,0 0 1,0 0-2,0 0 0,0 0 2,0 0 1,0 0-5,0 0 4,0 0-2,0 0 6,0 0-4,0 0-2,0 0 1,0 0 0,0 0 1,0 0-1,0 0 1,0 0-3,0 0 4,0 0 2,0 0 1,0 0 1,0 0-1,0 0 2,0 0 1,0 0 0,0 0 2,0 0-1,0 0 8,0 0-8,0 0-5,0 0 6,0 0-2,0 0-2,0 0 3,0 0 1,0 0-2,0 0 0,0 0-1,0 0 0,0 0-1,0 0 1,0 0 2,0 0-4,0 0-4,0 0 3,0 0-3,0 0-1,0 0 3,0 0-1,0 0 1,0 0 1,0 0-2,0 0-4,0 0 3,0 0 0,0 0-4,0 0 3,0 0 1,0 0 0,0 0 2,0 0-5,0 0-1,0 0 8,0 0-7,0 0-1,0 0 2,0 0 0,0 0 0,0 0-1,0 0 2,0 0 0,0 0-1,0 0-1,0 0 9,0 0-9,0 0 2,0 0-2,0 0 2,0 0-1,0 0 1,0 0 6,0 0-9,0 0 4,0 0-2,0 0-4,0 0 12,0 0-9,0 0 0,0 0-1,0 0 2,0 0 0,0 0-1,0 0-4,0 0-2,0 0 1,0 0-3,0 0-1,0 0 3,0 0 1,0 0 0,0 0 1,0 0 0,0 0 0,0 0 3,0 0-2,0 0 5,0 0 0,0 0-6,0 0 1,0 0-3,0 0-2,0 0-2,0 0 1,0 0 4,0 0-1,0 0-2,0 0 0,0 0 2,0 0-3,0 0-9,0 0 0,0-15-1,0 15-11,0 0-7,0 0-20,0 0-21,0 0-24,0 0-26,0 0-19,0 0-19,0 0-16,0 0-19,0 0-7,0 0-15,0 0 2,0 0-17,0 0-4,0 0-25,5-19-230,-5 19-539,0 0 239</inkml:trace>
  <inkml:trace contextRef="#ctx0" brushRef="#br0" timeOffset="2079">1369 109 29,'3'-7'66,"-3"7"-7,0 0-3,14-7-13,-14 7-1,0 0 0,6-9-9,-6 9-1,0 0-4,6-5-1,-6 5-5,0 0-1,0 0 1,0 0 4,6-10-11,-6 10 1,0 0 14,0 0 1,0 0-1,0 0-1,0 0-2,0 0-3,0 0 3,0 0-5,0 0 0,0 0-4,0 0-4,0 0-5,0 0-1,0 0-9,0 0-6,0 0-5,0 0-16,0 0-6,0 0-9,0 0 1,0 0 0,0 0 6,0 0-1,0 0 6,0 0 4,0 0 2,0 0 3,0 0-1,-32 10 2,32-10 6,0 0 2,0 0 10,0 0 11,0 0 8,0 0 3,0 0 11,0 0 7,0 0-1,0 0 3,0 0 2,0 0-5,0 0 2,0 0-1,0 0 3,0 0-10,0 0-1,0 0-5,0 0 4,0 0-4,0 0 4,0 0-15,0 0 5,0 0-4,-3 10 3,3-10-3,0 0-4,0 0-2,0 0 4,0 0-2,0 0-3,0 0 0,0 0 3,0 0 1,0 0-5,0 0 1,0 0-4,0 0 2,0 0 6,0 0-5,0 0 2,0 0-10,0 0 6,0 0 3,0 0-3,0 0 3,0-26 4,0 26-2,0 0 5,0 0 2,0 0 0,0 0 1,0 0 6,0 0 4,0 0 4,-3-15-6,3 15 9,0 0-2,0 0 6,0 0 5,0 0 1,0 0-1,0 0 4,0 0-5,0 0 1,0 0-1,0 0 3,0 0-5,0 0-4,0 0 0,0 0 1,0 0-5,0 0 0,0 0-4,0 0 3,0 0-4,0 0 0,0 0-1,0 0 0,0 0 0,0 0 2,0 0 2,0 0-1,0 0-3,0 0 0,0 0 2,0 0 3,0 0 2,0 0 6,0 0-4,0 0 2,-1-13 0,1 13 0,0 0 2,0 0 2,0 0 1,0 0 2,0 0 4,0 0-3,0 0 3,0 0 4,0 0 0,0 0-4,0 0 4,0 0 6,0 0-10,0 0 2,0 0 1,0 0-8,0 0-5,0 0-1,4-12 3,-4 12-1,0 0-2,0 0 3,0 0-1,0 0-1,0 0 2,0 0-1,0 0-6,0 0 5,0 0-5,0 0 10,0 0-12,0 0 0,0 0-6,0 0 14,0 0-13,0 0 0,0 0 1,0 0-1,0 0 2,0 0 1,0 0-5,0 0 5,0 0 4,0 0-7,0 0-1,0-10 6,0 10-4,0 0-2,0 0 6,0 0 2,0 0-1,0 0-3,0 0 1,0 0-1,0 0-1,0 0 1,0 0 2,0 0 0,0 0-4,0 0 13,0 0-12,0 0-6,0 0 4,0 0-7,0 0-4,0 0 5,0 0 0,0 0-6,0 0 2,0 0-1,0 0 2,0-15 2,0 15 1,0 0 1,0 0-3,0 0 0,0 0-4,0 0 5,0 0-3,0 0-1,0 0-4,0 0-2,0 0 6,0 0-5,0 0-1,0 0 2,0 0-3,0 0 1,0 0 2,0 0 2,0 0-1,0 0 6,0 0 4,0 0-4,0 0 5,0 0 0,0 0-6,0 0 3,0 0-2,0 0-3,0 0-2,0 0 8,0 0-11,0 0-2,0 0-3,0 0 1,0 0-2,0 0-1,0 0 4,0 0-4,0 0 2,0 0-1,0 0 4,0 0-6,0 0-1,0 0 10,0 0-9,0 0 0,0 0 0,0 0-2,0 0 0,0 0 2,0 0-9,0 0 6,0 0 0,0 0-2,0 0-2,0 0 0,0 0 2,0 0-3,0 0 1,0 0 0,0 0 1,0 0-3,0 0 2,0 0 0,0 0-2,0 0 2,0 0 0,0 0 0,0 0-1,0 0 6,0 0-2,0 0 4,0 0-2,-3 38-3,3-38 0,0 13 3,0-13 0,0 12 5,0-12-7,0 15 1,0-15-3,0 15 6,0-15 3,0 18-6,-1-10-3,1 5 7,0-13-4,0 17 2,0-4-2,-2 0-1,2-13 3,0 22-3,0-8 6,0-2-7,0-12 2,-4 23 2,4-13-1,0 1 0,0-11-1,0 19-2,0-10 4,0-9-4,0 19 5,4-11-3,-4-8 0,-4 15 3,4-15-2,-3 18 2,3-18 0,3 16-2,-3-16 0,0 12 0,0-12-1,0 12 0,0-12 1,0 13 0,0-13-4,0 11 5,4-1 1,-4-10-1,0 15 0,0-15 10,-4 16-8,4-16 5,0 22-11,0-12 13,0-10-1,0 18-1,0-10-3,0-8 2,0 18-2,0-8 1,0-10-1,-3 16-3,3-16 1,0 16 4,0-16-12,0 18 11,3-10-4,-3-8-1,0 16 1,0-16 3,-3 14-2,3-14 0,0 14 0,0-14-2,3 14 2,-3-14-2,-3 14 7,3-14-2,3 12 6,-3-12-11,0 13-1,0-13 4,-3 14 5,3-14-4,3 14-8,-3-14 6,-3 15 2,3-15-3,0 17 0,0-17 3,0 15 1,0-15-3,0 14 3,0-14-1,0 16-4,0-16 4,3 14 0,-3-14 4,-3 16-5,3-7 6,0-9-10,0 13 5,0-13-4,0 16 0,0-16 1,0 14 0,0-14 1,-3 15-3,3-15 3,3 11-2,-3-11-2,-5 15 2,5-15 3,0 14-1,0-14-1,2 14 5,-2-14-6,3 16 6,-3-16-5,0 12 3,0-12-3,0 16 3,0-16 4,-3 19-1,3-10 0,0-9 1,3 16-3,-3-16-1,-3 16 4,3-16-4,-2 15 2,2-15 0,0 13-3,0-13-1,0 0-1,0 15 2,0-15-1,0 11 1,0-11-1,0 0 0,0 15 0,0-15-1,0 0 1,0 15-1,0-15 0,0 0-3,0 10 3,0-10 0,0 0 2,0 0-2,2 13 2,-2-13-2,0 0 1,0 0-4,0 0 5,0 0-6,-3 10 4,3-10-1,0 0 4,0 0-5,0 0 0,-3 12 2,3-12-2,0 0 10,0 0-11,0 0 1,0 0 2,0 0 0,0 0-4,3 13 2,-3-13 0,0 0-5,0 0 6,0 0 1,0 0-2,0 0 2,0 0 1,0 0-2,0 0 4,0 0-2,0 0 1,0 0 1,0 0-3,0 0-1,0 0 2,0 0 10,0 0-6,0 0 1,0 0-2,0 0 3,0 0 1,0 0-2,0 0 3,0 0-3,0 0-4,0 0 2,0 0 2,0 0-4,0 0-1,0 0 2,-5 12-3,5-12 2,0 0 2,0 0 1,0 0 4,0 0 3,0 0-1,0 0 3,0 0 6,0 0 3,0 0 4,0 0 5,0 0 6,0 0-1,0 0 7,0 0 2,0 0-2,0 0-2,0 0-6,0 0-2,0 0-6,0 0-6,0 0 1,11-35-1,-11 35-5,0-18 0,0 4-2,0-2-3,0-1 0,0-6-3,0 7 3,0-7-5,0-1 1,0 6-5,0-6 2,0 1 2,0 7-5,0-1 0,0-1-1,3 1-1,-3-3-1,0 2 2,-3 1-2,3 1 1,0 1-1,0-1 0,0 4-1,0-3 2,3 7 0,-3 8-2,-3-21-2,3 21 4,3-20 0,-6 10-2,3-5 1,0 15-2,0-18 4,0 3-2,0 15 2,0-19-4,0 10-2,0 9 3,0-18-2,0 18 0,0-17 3,0 17 2,0-14-3,0 14 0,0-14 1,0 14-2,0-13 1,0 13 0,0 0 3,3-17-4,-3 17 0,0-11 0,0 11 4,0-10-4,0 10 2,0 0-3,0-16 4,0 16-4,0-12 4,0 12-5,4-13 8,-4 13-15,0-12 13,0 12-7,2-11 7,-2 11-3,0 0 3,-2-18 0,2 18-8,2-11 5,-2 11 5,0 0-5,-2-16 1,2 16 0,-4-10-2,4 10 0,0 0 4,4-18-1,-4 18-1,0-14-1,0 14-1,0-12 4,0 12-3,0 0 1,2-18 0,-2 18 1,0-12-4,0 12 2,0-14 1,0 14-3,0-14 1,0 14 1,0-13-2,0 13 2,1-15-1,-1 15 2,0 0 1,-1-18-1,1 18 2,0 0-1,0-14-4,0 14 2,0 0 2,1-12-2,-1 12 0,0 0 0,0 0-1,-1-14 1,1 14-2,0 0 1,0 0-1,0 0 4,0 0 1,0 0-3,0 0-2,1-13 0,-1 13 3,0 0 4,0 0-5,0 0 1,0-12 1,0 12-5,0 0 2,0-14 1,0 14-6,0 0 6,0-15 0,0 15 1,3-11-2,-3 11 0,0 0 2,0-17-2,0 17-1,0 0 0,0-11 4,0 11-5,0 0 1,0 0 0,0 0 2,-3-14 0,3 14 2,0 0-4,0 0 2,0 0-2,0 0 0,0 0-1,0 0 6,0 0-4,0 0 1,-1-15-2,1 15-2,0 0 1,0 0 1,0 0 3,0 0-1,0 0-3,0 0 8,0 0-3,0 0 2,0 0-4,0 0 5,0 0-4,4-8-7,-4 8 8,0 0-1,0 0-4,0-14 2,0 14-1,0 0 0,0 0-2,0-16-1,0 16 7,0 0-4,0 0 0,0 0 1,0 0-3,0 0 3,0 0-2,0-13 2,0 13-1,0 0-1,0 0 0,0 0 1,0 0-7,0 0 10,0 0-2,0 0-2,0 0 4,0 0 1,0 0-5,0 0 3,-3-11-1,3 11 1,0 0-2,0 0 1,0 0-2,0 0 3,0 0-2,0 0-3,0 0 1,0 0 1,0 0-10,0 0 4,0 0 0,0 0 2,0 0 5,0 0-6,0 0 2,0 0 2,0 0-1,0 0 2,0 0 0,0 0-1,6 36 2,-6-36 1,0 0-3,-3 16 4,3-16-3,0 0 3,0 14-3,0-14 1,0 0 1,0 16 0,0-16 0,-3 15 2,3-15-2,0 15-2,0-5 1,0-10 1,0 21 0,0-8 2,0 1 2,3 2-3,-3-3 2,-3 2-1,6 0-1,-6 3-1,6-2-1,-6 1-1,2 1 0,1 0 5,0 6-4,0-6 1,-2-1 2,4 0 1,-4 6-2,2-5 1,0-1 2,-4 1-3,10 0 3,-8-3-4,2 0 1,-4-2 1,8 2-1,-4-2-2,-4-1 1,4-12 1,0 21 0,0-11-1,0-10-1,-3 20 3,3-10-3,0-10 3,0 18 2,3-8-2,-3-2-3,0-8 1,0 18 1,0-18 1,0 14 0,0-14 0,4 18 1,-4-12-4,0-6 4,0 0-2,-4 20 0,4-20 2,0 13-2,0-13 1,0 15-3,0-15 3,0 15-3,0-15 3,0 11-3,0-11 0,0 13 2,0-13-2,0 14 4,0-14-1,0 14-1,0-14 0,0 12 2,0-12-5,0 16 3,0-16-2,0 12-2,0-12 5,-3 15-1,3-15 2,0 13-5,0-13 2,0 16-1,0-16 0,0 12-2,0-12 5,0 15-4,0-15 1,0 12-3,0-12 4,0 0 1,0 14 0,0-14 0,0 0-1,0 16 1,0-16-2,0 12 4,0-12 1,0 0-5,0 10 2,0-10-1,0 12 2,0-12-1,3 11 0,-3-11-2,0 0 2,0 0 0,0 0 0,-3 16 0,3-16-1,0 0 0,0 0 2,0 0 1,0 16-3,0-16 0,0 0 1,3 10 2,-3-10-2,0 0 0,0 0 1,0 0-1,-3 13 0,3-13 1,0 0-2,0 0 1,0 12-1,0-12 2,0 0-3,0 0 4,0 13 0,0-13-4,0 0 2,-3 10 0,3-10 1,0 0-1,0 0-1,0 0 1,3 12 0,-3-12 0,0 0 0,0 0 0,0 0 2,0 0-3,0 0 1,0 0-1,0 11-2,0-11 3,0 0 0,0 0 1,0 0-2,0 0 1,0 0 2,-3 12-1,3-12-3,0 0 2,0 0 0,0 0 1,0 16 0,0-16-1,0 0 2,0 0-3,0 0 0,0 0-1,0 12 2,0-12 2,0 0-3,0 0 2,0 0-1,0 14 1,0-14-1,0 0 1,-2 10-1,2-10 0,0 0-1,0 0 2,2 17 1,-2-17-3,0 0 2,0 0-1,0 0 2,0 13-4,0-13 3,0 0-1,0 0 0,0 11 0,0-11-3,0 0 3,0 0 0,0 0 0,-3 12 0,3-12 0,0 0 1,0 0 0,0 0-3,0 0 2,0 0 0,0 15 2,0-15-4,0 0 1,0 0 3,0 0-5,1 11 3,-1-11-3,0 0 4,0 0-1,0 13 0,0-13 2,0 0-2,0 0 4,0 0-6,0 0 1,0 0 1,0 0 3,0 0-3,0 12 2,0-12 2,0 0-2,0 0 1,0 0 4,0 0-1,0 0-1,0 0 4,0 0-1,0 0 0,0 0 1,0 0 6,0 0-1,0 0 2,0 0-1,0 0 1,0 0-5,0 0 0,0 0-1,0 0 1,0 0-3,0 0 0,0 0-11,0 0-18,0 0-32,0 0-49,0 0-45,0 0-70,0 0-84,0 0-98,2-42-154,-2 31-292,0-2-916,0 13 406</inkml:trace>
  <inkml:trace contextRef="#ctx0" brushRef="#br0" timeOffset="7876">1336 1403 66,'0'0'136,"0"0"-1,0 0-4,0 0-1,0 0-7,0 0-9,0 0-7,0 0-4,0 0-6,0 0-7,0 0 1,0 0-7,0 0-4,0 0-8,0 0-1,0 0-6,0 0-3,0 0-2,0 0 0,0 0-6,0 0 5,0 0-3,0 0 5,0 0 3,0 0-3,0 0 4,0 0 0,0 0 0,0 0-3,0 0 2,0 0 0,0 0 1,0 0-4,0 0 0,0 0-5,0 0 1,0 0-6,0 0-2,0 0-8,0 0-1,0 0-5,0 0 1,0 0-7,0 0-1,9-7-5,-9 7 0,0 0 4,0 0 2,0 0-3,0 0 4,0 0-2,0 0 4,0 0 4,0-13 0,0 13 0,0 0 2,0 0 0,0 0 1,0 0-3,0 0 1,0 0 3,0 0 2,0 0-11,0 0 0,0 0-1,0 0-2,0 0 9,0 0-7,0 0 4,0 0-3,0 0-3,0 0 1,0 0 1,0 0 2,0 0 7,0 0-2,2-12-5,-2 12 6,0 0 1,0 0-11,0 0 8,0 0-1,0 0 5,0 0 4,0 0 1,0 0 2,0 0-2,0 0-2,0 0 6,0 0-2,0 0 9,0 0-10,0-12 6,0 12-3,0 0 1,0 0-2,0 0 0,0 0-2,0 0-2,0 0 0,0 0 3,0 0-2,0 0 0,0 0-1,0 0-2,0 0 1,0 0-1,0 0 7,0 0-4,0 0 3,0 0-1,0 0 1,0 0-1,0 0 1,0 0 0,0 0-2,0 0 1,0 0-2,0 0 2,0 0-2,0 0 1,0 0-4,0 0-2,0 0-4,0 0 1,0 0-3,0 0-5,0 0 0,0 0 2,0 0-2,0 0 2,0 0 3,0 0 0,0 0-3,0 0 5,0 0-6,0 0 7,0 0-3,0 0 3,0 0-3,0 0 0,0 0-2,0 0-2,0 0 5,0 0-6,0 0 0,0 0-1,0 0-4,0 0 2,0 0-1,0 0 2,0 0-9,0 0-1,0 0 0,0 0-2,0 0 2,0 0-3,0 0 3,0 0 0,-20-1 1,20 1-3,0 0 5,0 0-3,0 0-5,0 0 4,0 0 5,0 0-5,0 0 3,0 0 0,0 0 1,0 0-2,0 0 1,0 0 3,0 0-9,0 0 12,0 0-6,0 0 3,0 0 1,0 0 2,0 0 1,0 0 3,0 0-4,0 0 11,0 0-11,0 0-5,0 0 6,0 0-5,0 0 4,0 0-15,0 0 9,0 0 4,0 0-12,0 0 11,0 0-6,0 0-1,0 0 7,0 0-4,0 0 5,0 0-13,0 0 0,0 0-10,0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0,-15 0 0,15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0,33-6 0,-33 6 0,11-2 0,-11 2 0,0 0 0,16-2 0,-16 2 0,0 0 0,14-3 0,-14 3 0,0 0 0,0 0 0,12-2 0,-12 2 0,0 0 0,0 0 0,0 0 0,0 0 0,0 0 0,0 0 0,0 0 0,0 0 0,0 0 0,0 0 0,0 0 0,0 0 0,14 0 0,-14 0 0,0 0 0,0 0 0,0 0 0,0 0 0,0 0 0,0 0 0,0 0 0,0 0 0,0 0 0,0 0 0,13-2 0,-13 2 0,0 0 0,15 0 0,-15 0 0,0 0 0,18-1 0,-18 1 0,13 0 0,-13 0 0,0 0 0,16 0 0,-16 0 0,14 0 0,-14 0 0,0 0 0,16-2 0,-16 2 0,0 0 0,13 0 0,-13 0 0,0 0 0,16 0 0,-16 0 0,14 0 0,-14 0 0,12-2 0,-12 2 0,0 0 0,0 0 0,20 0 0,-20 0 0,10 0 0,-10 0 0,0 0 0,14 0 0,-14 0 0,0 0 0,0 0 0,13 0 0,-13 0 0,0 0 0,0 0 0,13-1 0,-13 1 0,0 0 0,0 0 0,0 0 0,13 0 0,-13 0 0,17-2 0,-17 2 0,9 2 0,-9-2 0,17-2 0,-17 2 0,0 0 0,16 2 0,-16-2 0,14-2 0,-14 2 0,0 0 0,15 0 0,-15 0 0,0 0 0,0 0 0,0 0 0,17 0 0,-17 0 0,0 0 0,10-2 0,-10 2 0,0 0 0,17-1 0,-17 1 0,0 0 0,19-3 0,-19 3 0,0 0 0,14-3 0,-14 3 0,12 0 0,-12 0 0,17 0 0,-17 0 0,13 0 0,-13 0 0,16-2 0,-16 2 0,13-4 0,-13 4 0,14 2 0,-14-2 0,13 0 0,-13 0 0,0 0 0,19-2 0,-19 2 0,0 0 0,18 0 0,-18 0 0,9 2 0,-9-2 0,0 0 0,19 0 0,-19 0 0,13 0 0,-13 0 0,0 0 0,15-2 0,-15 2 0,12-1 0,-12 1 0,16 0 0,-16 0 0,14 0 0,-14 0 0,18-4 0,-18 4 0,15 0 0,-15 0 0,18 0 0,-10-1 0,-8 1 0,20 0 0,-20 0 0,18-2 0,-18 2 0,15 0 0,-15 0 0,15 0 0,-15 0 0,11-2 0,-11 2 0,0 0 0,16-3 0,-16 3 0,0 0 0,0 0 0,17 0 0,-17 0 0,0 0 0,0 0 0,15 0 0,-15 0 0,14 3 0,-14-3 0,16 2 0,-7 0 0,-9-2 0,16 0 0,-7 1 0,-9-1 0,18 0 0,-18 0 0,19-1 0,-6 1 0,-13 0 0,19-2 0,-10-1 0,3 1 0,-12 2 0,20-2 0,-12 0 0,-8 2 0,19 0 0,-19 0 0,14-4 0,-14 4 0,13-2 0,-13 2 0,13 0 0,-13 0 0,13-1 0,-13 1 0,0 0 0,20 1 0,-20-1 0,13-1 0,-13 1 0,17-2 0,-17 2 0,14 0 0,-14 0 0,0 0 0,19-2 0,-19 2 0,0 0 0,12 0 0,-12 0 0,0 0 0,17-1 0,-17 1 0,0 0 0,14 0 0,-14 0 0,0 0 0,15 0 0,-15 0 0,0 0 0,17-2 0,-17 2 0,12 0 0,-12 0 0,0 0 0,13-2 0,-13 2 0,0 0 0,15 0 0,-15 0 0,0 0 0,12-1 0,-12 1 0,0 0 0,16 0 0,-16 0 0,0 0 0,16-2 0,-16 2 0,0 0 0,11-2 0,-11 2 0,13-2 0,-13 2 0,17-1 0,-17 1 0,0 0 0,20-2 0,-20 2 0,10 0 0,-10 0 0,12 0 0,-12 0 0,0 0 0,16-2 0,-16 2 0,0 0 0,0 0 0,10-4 0,-10 4 0,0 0 0,0 0 0,0 0 0,0 0 0,0 0 0,0 0 0,0 0 0,14 4 0,-14-4 0,0 0 0,0 0 0,0 0 0,0 0 0,0 0 0,12-6 0,-12 6 0,0 0 0,0 0 0,16-1 0,-16 1 0,11-2 0,-11 2 0,17 0 0,-17 0 0,0 0 0,13-2 0,-13 2 0,0 0 0,12-1 0,-12 1 0,0 0 0,0 0 0,0 0 0,16 0 0,-16 0 0,0 0 0,0 0 0,0 0 0,0 0 0,0 0 0,0 0 0,0 0 0,0 0 0,0 0 0,0 0 0,0 0 0,0 0 0,0 0 0,0 0 0,0 0 0,0 0 0,0 0 0,0 0 0,0 0 0,0 0 0,0 0 0,-50 0 0,50 0 0,-20 1 0,8-1 0,12 0 0,-21 4 0,12-3 0,-8-2 0,17 1 0,-23 1 0,7-1 0,2 0 0,3 2 0,11-2 0,-24 2 0,15 0 0,9-2 0,-21 0 0,9 2 0,-2-2 0,14 0 0,-21 3 0,11-3 0,-3 2 0,13-2 0,-21 0 0,9 4 0,12-4 0,-21 1 0,6-1 0,15 0 0,-20 0 0,8 2 0,-2-2 0,4 2 0,10-2 0,-24 1 0,9-2 0,15 1 0,-20 1 0,9-1 0,11 0 0,-22 0 0,6 2 0,16-2 0,-19 0 0,7 0 0,12 0 0,-21 2 0,10-2 0,11 0 0,-21 3 0,9-3 0,12 0 0,-23 0 0,12 2 0,11-2 0,-16 0 0,16 0 0,-20 0 0,8 0 0,12 0 0,-21 0 0,12 0 0,9 0 0,-20 2 0,20-2 0,-18 4 0,18-4 0,-20-2 0,13 4 0,7-2 0,-20 0 0,20 0 0,-17 2 0,17-2 0,-16 1 0,16-1 0,-14 0 0,14 0 0,-17 0 0,17 0 0,-15 2 0,15-2 0,-13 2 0,13-2 0,-14 0 0,14 0 0,-10 1 0,10-1 0,-17 2 0,17-2 0,-15 2 0,15-2 0,-17 0 0,17 0 0,-10 1 0,10-1 0,-16 2 0,16-2 0,-19 0 0,19 0 0,-18 2 0,8-2 0,10 0 0,-22 0 0,11 0 0,11 0 0,-26 0 0,14 2 0,12-2 0,-19 0 0,8 0 0,11 0 0,-20 0 0,13 1 0,7-1 0,-17 0 0,17 0 0,-16 0 0,16 0 0,-19 0 0,19 0 0,-9 2 0,9-2 0,0 0 0,-13 0 0,13 0 0,0 0 0,-17 0 0,17 0 0,0 0 0,-9 4 0,9-4 0,0 0 0,-12 2 0,12-2 0,0 0 0,0 0 0,0 0 0,0 0 0,-20-2 0,20 2 0,0 0 0,0 0 0,-15 0 0,15 0 0,0 0 0,-13 2 0,13-2 0,0 0 0,0 0 0,-14-2 0,14 2 0,0 0 0,0 0 0,0 0 0,-17 2 0,17-2 0,0 0 0,0 0 0,-15 2 0,15-2 0,0 0 0,0 0 0,0 0 0,-10 3 0,10-3 0,0 0 0,0 0 0,0 0 0,0 0 0,0 0 0,0 0 0,0 0 0,-13 0 0,13 0 0,0 0 0,0 0 0,0 0 0,0 0 0,0 0 0,-13 3 0,13-3 0,0 0 0,0 0 0,0 0 0,0 0 0,0 0 0,-17-1 0,17 1 0,0 0 0,0 0 0,0 0 0,-13 1 0,13-1 0,0 0 0,-14 0 0,14 0 0,0 0 0,-15 0 0,15 0 0,0 0 0,0 0 0,0 0 0,0 0 0,0 0 0,-14-3 0,14 3 0,0 0 0,0 0 0,0 0 0,0 0 0,0 0 0,0 0 0,0 0 0,0 0 0,0 0 0,0 0 0,0 0 0,0 0 0,0 0 0,0 0 0,0 0 0,0 0 0,0 0 0,0 0 0,0 0 0,0 0 0,-12 3 0,12-3 0,0 0 0,0 0 0,0 0 0,0 0 0,0 0 0,0 0-113,0 0-190,0 0-67,29-19-67,-15 7-81,1-14-557,12-9-1166,-4-1 516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7:56.19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30 609 143,'0'0'153,"0"0"-9,0 0-4,0 0-12,0 0-4,0 0-11,0 0-8,0 0 1,0 0-1,0 0-4,0 0-3,0 0-4,0 0 2,0 0-4,0 0-5,0 0-7,0 0-1,0 0-5,0 0-10,0 0-3,0 0-8,0 0-4,0 0-5,0 0-5,-1-21-4,1 21-3,0 0 3,0 0-9,0 0-3,0 0 0,13-14 1,-13 14-3,10-5-1,-10 5-4,12-9 2,-12 9-1,10-3-3,-10 3-2,12-8 2,-12 8-2,12-7-2,-12 7 1,13-5-1,-13 5-1,10-2-3,-10 2-3,14-1 2,-14 1-2,0 0-1,0 0 1,16 3 2,-16-3-5,8 7 2,-8-7 1,6 13 1,-3-7-1,-3 5 2,0-11 1,-1 21-2,-1-7-2,-3 0 0,-1 0 5,0 0-8,-1 1 4,-2 2 0,1-3-2,-2 1 0,2 0 2,0-2 0,-1 0 3,-1 1-5,2 0 4,2-5-3,-1-1-2,1 3 0,0-2 0,-1-2 0,7-7 3,-9 12-3,2-3-1,7-9 1,-5 11 0,5-11-2,-4 7 7,4-7-7,0 0 4,-5 12-1,5-12-1,0 0 0,0 0 0,0 0 2,0 0-1,0 0 1,-9 5 0,9-5 0,0 0 1,0 0-1,0 0-1,0 0 2,0 0-3,0 0 3,0 0-3,0 0 0,0 0 3,23-24-2,-16 16-2,-7 8-2,12-12 2,-2 4-2,-3-2 4,5 2-4,-4-5-6,5 3-1,-2 0-2,0-3 0,1 1 3,1-2 1,-1 3 1,2-1 0,0 2 5,-2-1-4,-2 0 0,-4 4-2,5-3 5,-3 3 0,1 0 0,-3-2 1,0 2-2,-6 7 1,12-11 6,-9 6-8,-3 5 4,6-8-1,-6 8 0,7-8 2,-7 8-1,0 0-1,6-8 2,-6 8 2,0 0-1,0 0-2,0 0 1,5-7 1,-5 7-2,0 0 1,0 0 0,0 0 0,0 0 0,0 0-1,0 0 0,0 0 0,0 0 0,0 0 2,0 0-1,0 0 1,0 0 0,0 0-3,0 0 3,0 0-1,0 0 1,0 0 0,0 0 1,0 0-1,0 0 1,0 0 4,8-7 0,-8 7 4,0 0-1,0 0 0,0 0 0,0 0-3,0 0 2,0 0 1,0 0-1,0 0 1,0 0 2,0 0 2,0 0 1,0 0-1,0 0 3,0 0 0,0 0-2,0 0 0,0 0 0,0 0 5,0 0 6,0 0-2,-25 24-1,25-24-1,-9 11 2,5-3 4,1 2 0,-2-2 1,2 1 5,-1 2-2,4-11 3,-3 20-7,3-5 0,0-15-2,1 19-2,2-9-1,2-1 0,1 0-3,0-2-3,4 2 1,2-4 0,2 1-18,3-1-12,1-2-23,0 1-28,2-3-40,1-2-45,5-4-59,-7 5-279,1-6-526,-3-1 233</inkml:trace>
  <inkml:trace contextRef="#ctx0" brushRef="#br0" timeOffset="5063">210 0 129,'0'0'118,"0"0"-5,0 0-6,-19 14-11,19-14-12,0 0-10,0 0 6,0 0-5,0 0 1,0 0-5,0 0-2,0 0-3,0 0 0,0 0-9,0 0 3,0 0-11,0 0 1,0 0 0,0 0-7,0 0-2,0 0-5,0 0-2,-18-2 0,18 2-10,0 0 3,0 0-1,0 0 1,0 0-6,0 0 0,-14-1-3,14 1 4,0 0-7,0 0 4,0 0-10,0 0 7,0 0 1,0 0-1,0 0-8,-11 5 4,11-5-3,0 0-2,0 0-3,0 0 5,0 0 2,0 0-8,0 0 2,0 0-5,0 0 3,0 0-6,0 0 7,0 0 0,0 0-1,0 0-2,0 0 4,0 0-2,0 0-4,0 0 1,0 0 1,0 0-1,0 0 9,17 19-3,-17-19-4,0 0 6,0 0 2,8 5-3,-8-5 3,0 0-2,12 7-1,-12-7 2,7 2 3,-7-2-2,8 5 2,-8-5 4,7 6-4,-7-6-4,0 0 0,14 5 1,-14-5-5,9 4 5,-9-4-2,12 0 1,-12 0-2,11 3-1,-11-3 0,12 3 1,-12-3-2,9 4 3,-9-4-6,0 0 3,12 1-1,-12-1-2,0 0 2,14 2-2,-14-2-2,12 0 4,-12 0-3,0 0 4,18-2-4,-18 2-1,10-1 1,-10 1-6,0 0 6,0 0 3,19 0-2,-19 0-1,0 0 1,0 0-5,0 0 0,10 1 5,-10-1-2,0 0-2,0 0 1,0 0 0,0 0 0,0 0-7,0 0 6,0 0 2,0 0-5,11 4-1,-11-4 7,0 0-3,0 0 2,0 0-1,0 0-1,0 0 0,0 0 3,0 0 0,9 6 0,-9-6 1,0 0-4,0 0 2,0 0 1,0 0 1,0 0 0,0 0 1,0 0-4,0 0 0,0 0 6,0 0-5,0 0 6,0 0-1,0 0-5,0 0 4,0 0-3,0 0 1,0 0-3,0 0 1,0 0-3,0 0 4,0 0 0,0 0 3,0 0-3,0 0 3,0 0 0,0 0-2,0 0-4,0 0 2,0 0 0,0 0 0,0 0-6,0 0 13,0 0 2,-29 10 3,19-5 4,0-2-2,0 3 3,1 1 6,-6 2 2,4-1 3,-3 3 1,1 1-2,-1-1-5,2-1 0,0-1-5,0 2-2,0-4 0,0 1 1,0 2-5,4-2-12,1-3-25,7-5-31,-16 11-49,10-9-42,6-2-217,-18 5-397,18-5 175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7:58.33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415 66 11,'0'0'169,"0"0"0,0 0-4,0 0-10,-3-8-6,3 8-12,0 0-7,0 0-3,0 0-8,0 0-9,0 0-7,0 0-6,0 0-10,0 0-2,0 0-7,0 0-11,0 0-1,0 0-5,0 0-8,0 0-7,0 0-7,0 0-5,0 0-2,0 0-6,0 0 3,0 0-10,0 0 2,0 0 1,0 0-5,0 0 4,0 0-5,9 33 4,-5-26-6,-4-7 1,7 12-2,-7-12 0,16 5 0,-10 1-3,-6-6 0,14 7 5,-4-5-8,-1 1 6,1-1-3,-10-2-1,19-2-1,-19 2-3,20-3-4,-10-1-9,1 2-2,-2-3-1,2 0-4,-2 0-2,0-2 2,-2 1 3,4-3 2,-6 3 0,-1-1 3,4-3-3,-2 4 1,-6 6 1,9-15 3,-9 8-1,0 7 3,6-12 0,-6 12 3,4-11 0,-4 11 12,0 0 1,0-11 2,0 11 7,0 0 0,0 0-3,0 0 0,0 0 2,0 0 1,0 0 0,0 0 0,0 0 2,-13-13-3,13 13 1,0 0-5,0 0 3,0 0-3,0 0-3,0 0 1,0 0 0,0 0-6,0 0 2,0 0-1,0 0 0,0 0 0,0 0-1,0 0 0,-12 24 6,12-24-1,0 0-2,0 17 4,-5-11 1,5-6 3,-3 20-4,3-12 1,0 5 7,0-13 0,-3 25-1,-1-10 1,2 1-1,-3 7 4,2-7 5,0 3 0,0 2-4,-3 2-5,2-4 9,1 4-3,-2 0-6,4 0 4,1-4 2,-3-1-7,1-1 4,1 0-1,1 0-5,0 2-1,0-5 1,-5 2 3,5-2-3,0 0-6,-3-4 2,3-10-7,-3 23 4,3-14-4,0-9-1,-3 14 2,3-14 3,0 12-7,0-12 11,-4 11-9,4-11 3,-3 9-7,3-9 2,-10 6 1,10-6 2,0 0 2,-7 7 3,7-7-1,0 0 2,-9 4-5,9-4 8,0 0 3,-14 0-1,14 0 6,0 0 3,0 0 5,-22-9-1,17 4 2,5 5-11,-8-12 2,8 12 0,-10-19-6,10 6 1,-2-3-5,4-7-9,4-5-27,7-8-19,7-5-27,6-2-36,7-2-38,11-9-67,7-2-135,-1 7-206,3-1-592,-13 14 262</inkml:trace>
  <inkml:trace contextRef="#ctx0" brushRef="#br0" timeOffset="4625">188 293 38,'0'0'102,"0"0"-4,0 0-6,0 0-15,0 0-3,0 0-9,0 0-9,0 0 2,0 0 5,0 0-9,-9-11-10,9 11 4,0 0-5,0 0 0,0 0-5,0 0-6,0 0 7,0-12-1,0 12-9,0 0 4,0 0-9,0 0 4,0 0 1,0 0 1,0 0 4,0 0-2,0 0 2,0 0 3,0 0 1,0 0-1,0 0 2,-2-13-1,2 13 3,0 0-8,0 0-12,0 0 9,0 0-2,0 0 0,0 0-3,0 0-5,0 0 3,0 0-1,0 0-6,-6-8 5,6 8-4,0 0-1,0 0-1,0 0-4,0 0 3,0 0-2,0 0 3,0 0-7,-9-7-3,9 7 2,0 0-3,0 0 1,0 0 1,0 0-3,0 0 4,-3-11 2,3 11-5,0 0-2,0 0 0,0 0-1,0 0 2,0 0 0,0 0-5,0 0 5,-7-8 0,7 8-4,0 0-1,0 0-2,0 0 2,0 0 3,0 0 0,0 0-3,0 0 4,0 0 2,0 0-8,0 0 7,0 0-10,0 0 7,0 0 0,-3 29-2,3-29 3,0 11 1,0-11 1,-5 11-2,5-11-13,-4 12 14,4-12-11,-8 16 8,5-6 3,-2-1 3,-1 3 1,0 0-3,0 3-4,-4-4 6,4 4-6,-2 1 6,-1-2-6,0 0 5,1 0-6,1 0 7,-2-2-6,0-2 3,9 0-1,-8-2 3,2 1 2,3 2-1,3-11-2,-6 13 2,6-13-1,-5 13 1,5-13 4,-3 10-3,3-10-1,0 0 2,0 0-6,0 0 4,0 0 1,9 13-1,-9-13-2,0 0 1,0 0-1,0 0 1,16-4 2,-16 4-3,0 0 2,0 0 2,15-12-2,-15 12-5,10-12-1,-10 12 1,6-11-1,0 4-2,-6 7-2,8-16 0,-5 7-5,0 1 5,3-1-7,-3-2 4,2 1 0,1 1 2,0-3-3,-3 1-3,1 1 3,2 1-3,-1 0 6,1-1 3,-6 10-3,9-14-2,-4 3 1,1 2 3,-3 3 1,-3 6-3,13-15 1,-10 10-1,3-2 0,-6 7 3,11-12-2,-8 6 11,-3 6-9,11-8 1,-11 8 1,0 0-2,6-9 4,-6 9-3,0 0 3,6-7-1,-6 7 0,0 0 4,0 0-2,0 0 5,0 0-1,9-5-5,-9 5 5,0 0 2,0 0-6,0 0 4,0 0-3,0 0 2,0 0 3,0 0-2,0 0 5,0 0 2,0 0 7,0 0 0,0 0 4,0 0 4,0 0 3,0 0-2,0 0 3,0 0 0,0 0 2,0 0 0,0 0-6,0 0-6,0 0 7,0 0-4,0 0-1,0 0-6,0 0-2,0 0 0,0 0 0,0 0-3,0 0 0,0 0-5,-6 31 9,6-31 6,1 12 5,-1-12 0,0 16-6,2-9 0,1 4 1,4-1-3,-7 0-2,8 3 2,-4-1-1,1 1-3,4-1 1,-4-1-4,4 2 3,0 0-3,4 1-1,-2-1 1,4-2-14,-7-2-32,5 4-40,2-3-49,-1-3-76,-3 0-220,-5 0-451,6-2 200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19:35.99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249 24 91,'0'0'138,"0"0"-16,0 0-10,0 0-5,0 0-11,0-14-7,0 14-1,0 0-5,0 0 0,0 0-3,0 0-8,0 0-5,0 0 2,0 0-2,-4-10-5,4 10 4,0 0-9,0 0-3,0 0-1,0 0-6,0 0 4,0 0-9,0 0-3,0 0 0,0 0-4,0 0-3,0 0 0,0 0 8,0 0 0,0 0-5,-23 17-1,17-10 1,6-7-5,-14 18 5,11-8 3,-7 2 0,-2 3-6,1 1 0,-1-1-2,-2 3-1,1 1-6,-1-3-1,5 0-4,-4 4 1,3-3-5,0 0 3,1-3-4,1-1 0,2-1-3,-3 0 3,2-5-6,0 2 1,4-1 0,3-8 0,-10 13-3,10-13 2,-3 9-1,3-9 0,0 0 2,-9 11 1,9-11-5,0 0 1,0 0-2,-5 6-2,5-6-6,0 0-4,0 0-4,0 0-1,0 0 5,0 0-3,0 0 4,0 0-3,0 0-5,0 0 1,20-29-3,-16 21-2,2-1 2,4 3-5,-6-3 1,5-2-5,-3 3 0,8-2-6,-4 0 3,6 0 3,-6-1 0,4-1 11,-2-1-3,1 3 5,1 1 0,-2 0 0,2 1-1,-8 1 7,1 2-1,-7 5-4,13-11 2,-6 7-1,-7 4 3,9-7 3,-9 7 1,0 0 0,0 0 0,0 0 1,0 0 5,0 0-7,0 0 3,0 0 1,0 0-8,0 0-16,0 0 6,-12 30-3,12-30-3,0 0 1,-11 10 1,11-10-3,0 0 9,-9 8-4,9-8 1,0 0 0,-7 3 2,7-3 6,0 0 2,0 0 2,0 0 4,-12 4-5,12-4 10,0 0 1,0 0 4,-11 7 8,11-7-4,-10 6-2,10-6 5,-6 8-6,6-8 6,-7 7-1,7-7 2,-3 10-1,3-10 2,0 0 8,-7 9 6,7-9-2,0 0 0,0 0 7,0 0-1,10 16 4,-10-16 3,10 7-3,0-6 5,-10-1-2,17 6-8,-5-2 6,-2-1-4,1 2-4,1 2-5,-1 1 2,-2-3-5,1 0 4,-1 2-6,-1 2-22,-2-4-27,0 0-38,2 2-34,-8-7-62,6 9-189,-6-9-383,6 7 170</inkml:trace>
  <inkml:trace contextRef="#ctx0" brushRef="#br0" timeOffset="1220">476 154 118,'0'0'155,"0"0"-7,0 0-1,0 0-5,0 0-6,0 0-5,0 0-5,0 0-2,0 0-4,0 0-5,0 0-5,0 0-6,0 0-11,0 0-1,0 0-3,0 0-12,0 0-9,0 0-1,0 0-13,0 0-4,0 0-2,0 0-7,0 0-7,0 0-1,0 0-3,0 0-3,0 0-3,29-18-5,-29 18 0,20-1-4,-10 1 1,-10 0-5,20 0 1,-3 0 0,-17 0 0,19 1-4,-10-1-1,-9 0-2,14 2 1,-14-2-6,12 4 6,-12-4-1,14 3-2,-14-3 1,7 4-3,-7-4 2,0 0-1,0 0-2,12 2 4,-12-2-2,0 0 3,0 0-3,0 0 2,0 0-7,0 0 6,0 0 0,0 0-3,0 0-1,0 0 2,0 0-1,-16 17 5,16-17-8,-15 13 5,7-6-2,-6 1 1,2 0 0,-1 4-1,-1-4 2,-3 1-1,2 3-1,2-3 1,-1 4-2,2-3 3,-2 1-1,4-3 1,-2 1-2,4-4 4,-1 3-2,1-2-2,8-6 0,-9 12 3,3-4-4,6-8 4,-10 8 0,10-8 0,-6 7-3,6-7 2,0 0 0,-5 11 8,5-11-2,0 0-2,0 0 2,0 0 1,0 0 0,0 12 0,0-12-4,0 0 3,0 0-5,0 0 5,5 12 0,-5-12 6,0 0-2,9 8 2,-9-8-2,0 0 5,7 5-1,-7-5 2,9 2 0,-9-2 5,17 1-6,-17-1-3,20 0 0,-11 2 3,-9-2-7,19 0 4,-8 0-13,-11 0-19,23-5-26,-13 5-32,4-2-53,-2 1-45,-12 1-261,27-6-470,-18 0 209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0:31.33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0 519 107,'0'0'139,"0"0"-7,0 0-4,0 0 1,0 0-13,0 0-1,0 0-7,0 0-3,0 0-10,12 25-2,-12-25-6,0 0 0,0 0-9,0 0-2,0 0-5,0 0-3,0 0-9,0 0 0,0 0-8,0 0-3,0 0-6,0 0-2,0 0-3,0 0-1,0 0-5,0 0-1,0 0-5,0 0-2,0 0 3,0 0-4,0 0 1,0 0-3,0 0 1,0 0-3,0 0-2,0 0 2,0 0-2,0 0-4,0 0 5,15-2-3,-15 2-2,0 0-2,0 0 4,15-14-3,-11 7 4,-4 7-7,14-12 1,-8 3-1,0 2 0,3-5 0,-3-2-5,0 0 4,2 1-5,-1 1 2,1 0 1,-2 0-2,-1 3-1,-4 0 1,-1 9 2,8-15-2,-5 7 0,-3 8-1,3-10 12,-3 10 2,0 0 2,6-12-2,-6 12 2,0 0-3,0 0-3,0 0-4,0 0 2,0 0-2,0 0 4,0 0 3,0 0-2,0 0-6,0 0 4,0 0 1,-26 25 5,23-15 7,-1-2 7,4-8-5,-10 15-3,4-7-4,2 1 1,4-9-1,-3 18-3,0-8-4,3-10 3,-6 18-4,6-8-2,0-10-1,0 18-1,0-18 2,3 13-3,-2-5-3,-1-8 6,8 12-4,-2-5 0,-6-7 1,7 9 3,-7-9 1,8 7-6,-8-7 1,11 7-1,-11-7-8,12 3-13,-12-3-11,9 4-19,-9-4-22,13 0-27,-13 0-38,0 0-56,20-4-233,-20 4-457,12-7 202</inkml:trace>
  <inkml:trace contextRef="#ctx0" brushRef="#br0" timeOffset="922">167 178 59,'0'0'146,"0"0"-19,0 0-6,0 0-12,0 0-4,0 0-9,0 0-9,0 0-1,0 0-14,0 0-5,0 0-1,0 0-11,0 0 0,0 0 0,0 0 2,0 0-13,0 0-1,0 0 2,0 0-7,0 0-4,0 0 0,0 0-7,0 0-1,0 0-5,0 0-5,0 0 18,0 0 6,0 0-3,0 0 2,0 0 0,23 0 1,-23 0-9,0 0 5,0 0-4,0 0-2,0 0-4,0 0-1,0 0-1,0 0-3,0 0 2,0 0-3,-15 26-2,15-26-4,0 0 0,0 0 0,-3 12-3,3-12 1,0 0 1,0 0-1,0 0 5,0 0 5,0 0 9,0 0 6,-6 7 2,6-7-4,0 0-1,0 0-3,0 0 1,0 0-9,0 0-2,0 0 0,0 0-5,0 0 0,0 0 0,0 0-1,0 0-5,3-37-2,-3 37-2,0 0-12,0 0-11,0 0-24,0 0-21,0 0-16,3-13-34,-3 13-35,0 0-59,0 0-138,6-5-370,-6 5 163</inkml:trace>
  <inkml:trace contextRef="#ctx0" brushRef="#br0" timeOffset="1703">69 79 81,'0'0'132,"0"0"-9,0 0 1,0 0-4,0 0-11,0 0-11,0 0 3,0 0-13,0 0-2,0 0-7,0 0-7,0 0 1,0 0-11,0 0-2,0 0-1,0 0-11,0 0 5,0 0-13,0 0 3,0 0 6,0 0-8,0 0 5,0 0-8,0 0 5,0 0-1,0 0 4,0 0 0,0 0 6,0 0-2,0 0 2,0 0-1,0 0 1,0 0 0,0 0-2,0 0 0,0 0-6,0 0-1,14-7 1,-14 7-2,10-3 0,-10 3-2,15-6-3,-4 2-4,-2 1 1,9 0-3,-3-3-1,5 3-1,3-5-1,-4 3-2,7 0-2,-2-2-5,4 6-8,-12-3 3,5 3 3,-2-2-5,-4 0 1,1 3-3,-7-2-1,-9 2 0,22 0-1,-22 0-1,13-2-1,-13 2 2,0 0 0,17-1 0,-17 1 0,0 0 1,10-2 2,-10 2 5,0 0 6,0 0-2,0 0-5,0 0 3,0 0 1,0 0-8,0 0 3,0 0-4,0 0-2,0 0-7,0 0-17,0 0-21,0 0-28,0 0-39,0 0-45,0 0-51,0 0-252,0 0-488,0 0 216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0:34.12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193 595 104,'0'0'164,"0"0"-10,0 0-15,0 0-7,0 0-12,0 0-12,0 0 0,8-20-11,-8 20-6,3-9-21,-3 9 4,6-11-2,-6 11-4,6-12-6,-6 12-4,5-12-3,-2 5-1,-3 7-5,6-15-3,-6 15-5,4-13-5,-2 5 2,-2 8-7,4-13-3,-4 13 0,3-12 5,-3 12 1,3-11 3,-3 11 6,0 0 1,8-12-7,-8 12 0,0 0-1,1-10-1,-1 10-2,0 0-3,0 0-4,0 0-5,0 0 0,0 0-9,0 0 9,0 0-3,0 0 1,0 0 0,0 0-3,-15 27 2,15-27 4,-3 18 1,3-8-2,0-10-2,-7 19 0,7-2 0,0-4-1,-3 3-1,3-2-3,0 0-2,0 3-1,0-2 1,0 0 1,0-2-1,0-1 2,0 1-2,-6-2 2,6 1-1,0 1 0,-4-2-2,4-11 2,-3 17 4,-1-7 3,-2-4-1,6-6 3,-11 14-4,5-6 1,-1-3-2,7-5-2,-18 8 0,10-4 3,-4-1-1,1 0-6,1 2 2,-2-2-1,12-3-3,-23 2 3,12-2 3,11 0-7,-16 2 2,16-2-1,-17 1 2,17-1 5,0 0-1,-15-3-4,15 3-3,0 0 1,0 0-4,0 0 2,-14 2-2,14-2-5,0 0 3,0 0-8,0 0-5,0 0-6,0 0-3,0 0-5,0 0-8,0 0-10,0 0-13,0 0-17,-13 1-16,13-1-14,0 0-16,0 0-29,0 0-48,0 0-205,0 0-434,0 0 192</inkml:trace>
  <inkml:trace contextRef="#ctx0" brushRef="#br0" timeOffset="765">283 390 2,'0'0'162,"0"0"-11,0 0-6,0 0-19,0 0 0,0 0-11,0 0-5,-10-16-9,10 16-2,0 0-9,0 0-4,0 0-6,0 0-5,0 0-6,0 0-2,0 0-4,0 0-6,0 0-7,0 0 1,0 0-4,0 0-2,0 0-11,0 0-1,-4-10-5,4 10-8,0 0 4,0 0 0,0 0-4,0 0-2,0 0 2,0 0-12,0 0 8,0 0-4,0 0 1,0 0 1,0 0-6,0 0 2,0 0 3,0 0-1,0 0 3,0 0 0,0 0 3,0 0-2,0 0 1,0 0 0,0 0-3,0 0-1,0 0-1,0 0-7,0 0 4,0 0-3,0 0 0,0 0 1,0 0 2,0 0-5,0 0 4,0 0-2,0 0 5,0 0 4,0 0 7,0 0 6,0 0 3,0 0-1,0 0-4,0 0-3,0 0 1,0 0-1,0 0 2,0 0 2,-6-10 5,6 10-6,0 0 0,0 0-2,0 0-1,0 0-3,0 0-1,0 0-8,0 0 4,0 0-3,0 0 2,0 0-6,0 0 2,0 0-2,0 0-1,0 0-3,7-13 4,-7 13-3,0 0 6,0 0 3,0 0 4,0 0-3,0 0 2,0 0 3,0 0-1,0 0 1,0 0-6,0 0-1,0 0-3,0 0-1,0 0 2,0 0-4,0 0 0,0 0 2,0 0 1,0 0-5,0 0 0,0 0 0,0 0 0,0 0-1,0 0-1,0 0 0,0 0 5,0 0-3,0 0 1,0 0 7,0 0 0,0 0 3,0 0 1,0 0 0,0 0 0,0 0-5,0 0-1,0 0-2,0 0-10,0 0-27,0 0-29,0 0-40,0 0-51,0 0-52,0 0-278,-21 2-518,21-2 230</inkml:trace>
  <inkml:trace contextRef="#ctx0" brushRef="#br0" timeOffset="2063">332 206 131,'0'0'177,"0"0"2,0 0-6,-1-12-17,1 12-10,0 0-10,0 0-14,0 0-8,0 0-10,0 0-5,0 0-9,0 0-3,0 0-13,0 0-4,0 0-5,0 0-9,0 0-3,0 0-5,0 0-5,0 0-5,0 0-9,0 0 2,0 0-4,0 0-5,0 0-6,0 0-2,0 0 3,0 0-4,0 0 0,0 0-2,0 0 0,0 0-3,0 0 3,0 0-2,0 0-1,0 0-1,0 0 0,0 0-4,0 0 3,0 0 2,0 0-1,0 0 2,0 0 2,0 0 2,0 0-2,0 0-3,0 0-1,0 0-1,0 0 1,0 0 7,0 0-4,0 0 0,0 0 3,0 0-6,0 0 0,0 0 5,-3-13-2,3 13 0,0 0 0,0 0-2,0 0 0,-6-7 0,6 7 0,0 0-7,0 0 1,0 0-5,0 0 2,0 0-3,0 0 2,0 0-1,0 0 4,0 0-3,0 0 3,0 0-3,0 0 0,0 0 1,0 0-2,0 0 4,0 0 2,0 0-3,0 0 2,0 0-1,0 0 2,0 0-2,0 0 3,0 0-1,0 0 6,0 0-5,0 0 9,0 0 3,0 0 4,0 0 3,0 0 1,0 0-3,0 0 4,0 0-8,0 0 2,0 0-6,0 0 0,0 0-4,0 0 1,0 0-1,0 0-1,0 0-2,0 0 0,0 0 0,0 0-3,0 0-6,0 0-9,0 0-16,0 0-15,-17 18-20,17-18-19,0 0-34,0 0-39,-9 9-248,9-9-438,0 0 194</inkml:trace>
  <inkml:trace contextRef="#ctx0" brushRef="#br0" timeOffset="3188">160 85 50,'0'0'155,"0"0"-6,0 0-14,0 0 1,0 0-4,-6-11-10,6 11-8,0 0-7,0 0-3,0 0-9,0 0-3,0 0-5,0 0 0,0 0-4,0 0-3,0 0-1,0 0-2,0 0-4,0 0-7,0 0-2,0 0-4,0 0-3,0 0-6,0 0-4,0 0-2,0 0 0,0 0-6,0 0-1,0 0 0,0 0-3,0 0-2,0 0-1,0 0-2,0 0 1,20-7-5,-20 7 1,13-3-3,-13 3 0,9-5-1,-9 5-3,17-4-4,-9 3 1,-8 1 1,16-6 2,-16 6-5,20-5 0,-11 3-4,1 0 1,-10 2-1,20-5-1,-8 2-3,-1-1 6,1 3-7,-12 1 3,20-5-2,-10 2-3,1 1-1,-2-1-1,-9 3 0,16-4 9,-16 4 2,14-3-2,-14 3-1,17 0-2,-17 0 0,0 0 1,15-2-2,-15 2-3,0 0-2,0 0 4,13-1-1,-13 1-3,0 0 3,14 0-3,-14 0 1,0 0 3,14-2-6,-14 2 1,0 0 1,0 0-2,0 0 3,15 0-3,-15 0 1,0 0-2,0 0 1,0 0 2,0 0-1,0 0 0,10 3 0,-10-3 2,0 0-4,0 0 3,0 0-2,0 0 3,0 0-1,0 0 0,0 0 2,0 0-1,0 0 0,0 0-1,0 0-2,0 0 3,0 0-3,0 0 5,0 0-5,0 0 3,0 0 2,0 0-3,0 0 0,0 0 0,0 0-1,0 0 0,0 0 0,0 0-1,0 0 6,0 0-6,0 0-2,0 0 2,0 0-1,0 0 2,0 0-1,0 0 2,0 0-3,0 0 5,0 0-9,0 0-13,0 0-30,0 0-39,0 0-59,0 0-68,0 0-232,0 0-482,0 0 213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25.9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0 346 50,'0'0'238,"0"0"-18,0 0-19,0 0-22,0 0-11,0 0-25,0 0-13,0 0-14,0 0-13,0 0-6,0 0-12,0 0-6,0 0-10,0 0-5,0 0-7,0 0-4,0 0-3,0 0-7,0 0-1,0 0-8,0 0-6,0 0 2,0 0-3,0 0-5,0 0-1,0 0 0,0 0-1,0 0-1,0 0-5,0 0-2,0 0 0,9 25 1,-9-25 0,0 0-2,0 0 2,0 0 1,0 0 5,0 0-1,0 0-1,0 0-3,0 0 2,0 0-3,0 0-3,0 0 1,0 0 3,0 0 6,0 0 6,0 0 2,0 0-1,0 0-2,0 0-4,3 12 5,-3-12-4,0 0-1,0 0 3,0 0-2,0 0 1,0 0 2,0 0 2,0 0 2,0 0 2,0 0 0,0 0 3,0 0 6,0 0-2,0 0-1,0 0-3,0 0-1,0 0-3,0 0 1,0 0-5,0 0-3,0 0-4,0 0 0,0 0-5,0 0-13,0 0-19,0 0-30,0 0-35,0 0-54,0 0-63,0 0-294,0 0-536,0 0 238</inkml:trace>
  <inkml:trace contextRef="#ctx0" brushRef="#br0" timeOffset="7814">2932 5 112,'-10'-5'264,"10"5"-18,0 0-21,0 0-24,0 0-22,0 0-21,0 0-16,0 0-15,0 0-10,0 0-13,0 0-12,0 0-27,0 0-25,0 0-26,0 0-27,0 0-23,0 0-27,0 0-31,0 0-55,0 0-140,0 0-313,0 0 140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16.65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267 323 90,'0'0'141,"0"0"-10,0 0-9,0 0-5,0 0-4,0 0-19,-3-14 4,3 14-6,0 0-5,0 0 0,0 0 1,0 0-4,0 0-3,0 0-3,0 0 1,0 0-3,0 0 1,0 0-2,0 0 1,0 0-3,0 0 0,0 0-2,0 0 0,0 0-3,0 0-4,0 0-2,-3-12 4,3 12-10,0 0 5,0 0-6,0 0-2,0 0-4,0 0-4,0 0-5,0 0-5,0 0-5,0 0-5,0 0-3,0 0-2,0 0-6,0 0 3,0 0 8,0 0 6,-13 37-2,7-21-1,1 4 3,-6 5 1,4-1 4,-4 3 3,5 1-4,-4 8-3,-1 0 0,1 1-4,0-11-3,3 2-1,-1 7-1,-1-6 1,5-3-5,-5-2 3,3-3-4,1-1 12,2-3-3,-2-3 0,4 4-8,-4-4 1,2 2-2,-1-4-4,2 2 0,-1-5 0,0 1-4,3-10 6,-4 18-8,2-11 2,2-7-1,-1 18 0,-2-12 1,3-6-6,-3 15 4,3-15-7,0 10 3,0-10 2,-6 9-3,6-9 0,0 0 2,-2 12 0,2-12-6,0 0 0,0 0 3,-4 11-10,4-11 2,0 0-11,0 0 4,0 0-3,0 0 3,0 0-1,0 0 4,0 0 1,0 0 3,0 0 1,0 0-1,0 0-3,0 0-9,0 0-18,0 0-2,0 0-11,0 0-12,0 0-13,0 0-24,0 0-15,-22-22-16,22 22-27,-10-3-28,10 3-38,-11-3-191,11 3-446,-16-6 198</inkml:trace>
  <inkml:trace contextRef="#ctx0" brushRef="#br0" timeOffset="782">211 367 48,'0'0'163,"0"0"-9,0 0-4,0 0-7,0 0-12,0 0-8,0 0-1,0 0-2,0 0-8,0 0-5,0 0 1,0 0-18,0 0 0,0 0-14,0 0-6,0 0-13,0 0-1,0 0-10,0 0-3,0 0 0,0 0 7,15-4 6,-15 4-1,16 2 3,-4-4 0,6 2-8,-3-1-2,3 1-6,2-4 2,4-1-4,3 0-2,3-1-2,-1 1-5,-3 2-3,-6-1-4,-1 1 0,1-1-2,-5 3 1,-1-3-6,-2 2-3,-3 0-2,-9 2 4,13-3-4,-13 3-2,0 0 3,14-2-3,-14 2-2,0 0 0,0 0-4,0 0-9,0 0-9,0 0-4,0 0-7,0 0-11,0 0-13,0 0-19,0 0-24,0 0-24,0 0-25,0 0-28,-33 13-193,33-13-392,-14 3 173</inkml:trace>
  <inkml:trace contextRef="#ctx0" brushRef="#br0" timeOffset="1235">143 670 15,'0'0'205,"0"0"-7,0 0-8,0 0-11,0 0-12,0 0-12,0 0-12,35-10-13,-26 7-9,-9 3-6,18-5-6,-6 1-5,5 0-8,0-1 1,-2 3-14,0-3-5,3 0-8,-4 0-6,2 1-8,1-1-3,-2 3-6,0-2-5,-4 3-17,-2-3-16,-9 4-21,17-1-32,-17 1-29,9-4-32,-9 4-38,0 0-69,12-5-115,-12 5-355,0 0 157</inkml:trace>
  <inkml:trace contextRef="#ctx0" brushRef="#br0" timeOffset="1751">535 1143 32,'0'0'219,"0"0"-14,0 0-20,0 0-12,0 0-13,0 0-12,0 0-9,0 0-15,0 0-10,-4-21-11,4 21-10,0 0-7,6-21-4,1 14-12,-4-2-7,5-3-6,-2 3-2,0 0-4,-2 0-7,2-1-1,2-3-6,3 3-5,-4 2-2,-2 0-3,-1 1-5,-4 7-2,11-13-2,-7 7-4,-4 6 0,8-9-2,-8 9-2,0 0-4,7-7-3,-7 7 3,0 0 2,0 0-5,0 0 6,0 0-6,0 0 3,0 0-1,2 27-1,-2-27 0,-12 23 8,7-8 1,-5-1 2,4 2-1,-2-2 3,-1 1 1,3 0-3,1 0-2,-1-2-3,3-5 1,0 4 3,3-12-7,-1 17 8,1-17-6,4 12 0,-4-12-2,9 11 3,-1-10 1,-8-1-5,20 0 3,-4-1-1,-1-5-12,-1 3-21,0-2-20,-2 1-21,1 0-21,-5-1-24,1-2-41,-1 2-72,-8 5-121,6-11-374,-6 11 166</inkml:trace>
  <inkml:trace contextRef="#ctx0" brushRef="#br0" timeOffset="2328">642 853 99,'0'0'141,"0"0"-13,0 0-11,0 0-11,0 0-3,17 13-14,-17-13-13,0 0-4,11 3-10,-11-3-5,0 0-1,0 0-8,9 5-3,-9-5-7,0 0 3,0 0-6,0 0-3,0 0-3,6 6 3,-6-6-5,0 0-2,0 0-5,0 0-2,0 0-1,0 0-1,0 0 0,0 0-4,0 0 9,0 0 2,0 0 11,0 0 5,0 0 2,-14-28 3,14 28 1,0 0 1,0 0 0,0 0 2,0 0-5,0 0-3,0 0-4,0 0-1,0 0-4,0 0-2,0 0 0,0 0-3,0 0 1,0 0 2,0 0-6,0 0-3,0 0-3,0 0-3,0 0 1,0 0 3,0 0-5,0 0-3,0 0 3,0 0-12,0 0-26,0 0-38,0 0-47,0 0-53,0 0-179,0 0-371,-9-9 164</inkml:trace>
  <inkml:trace contextRef="#ctx0" brushRef="#br0" timeOffset="3157">267 144 163,'0'0'163,"0"0"-16,0 0-11,-6-9-5,6 9-3,0 0-7,0 0 0,-10-5-11,10 5-1,0 0-6,-9-7-1,9 7-1,0 0-9,0 0 2,-9-9-1,9 9-2,0 0-2,0 0 0,-11-5-4,11 5-2,0 0-6,0 0-2,-9-5-5,9 5-11,0 0-4,0 0-7,0 0-3,0 0-4,0 0-5,0 0-2,0 0-6,0 0-2,0 0-4,0 0 1,0 0-8,0 0 4,0 0-5,0 0-2,0 0-2,0 0-1,0 0-2,0 0 0,0 0 2,0 0-1,0 0 3,0 0 0,0 0 4,0 0 0,35 2 0,-22-4 2,7 0-3,-2-1 2,8-3-4,3-1 13,-1 0-4,12-4 1,0 1-1,3 2-4,-4-4-1,2 6-2,-9-1-1,-4 0-1,0 1 0,-3 3-4,-5 1 0,-3 0 1,-1 1-5,-5-1-3,1 2 2,-12 0 2,17 0-3,-17 0 2,9-2 1,-9 2-3,0 0 4,0 0-3,0 0 2,0 0-1,0 0-1,0 0 3,0 0-3,0 0 2,0 0-3,-21 20 3,21-20-2,0 0 2,-12 1-2,12-1 2,0 0 1,0 0-3,-11 2-1,11-2-1,0 0-1,0 0 2,0 0-3,0 0 2,0 0-3,0 0 3,0 0-3,0 0-9,0 0-9,0 0-12,0 0-22,0 0-16,-12 2-7,12-2-28,-6 8-44,6-8-59,-6 9-258,0-1-505,-2-3 225</inkml:trace>
  <inkml:trace contextRef="#ctx0" brushRef="#br0" timeOffset="5079">791 701 16,'0'0'175,"0"0"-23,0 0 2,0 0-6,0 0-15,0 0-8,0 0-6,0 0-6,0 0-4,0 0-13,0 0 3,0 0-1,0 0-8,0 0-4,0 0-8,0 0-2,7-29 1,-7 29-3,0 0-3,0 0-4,0 0-6,0 0-5,0 0-1,0 0-8,0 0-4,-7-7-4,7 7 0,0 0-5,0 0-5,0 0-1,-12-3-1,12 3 0,0 0 0,0 0-3,0 0 3,0 0-7,0 0 2,-20 3-4,20-3-3,0 0-3,0 0 2,-11 7-7,11-7 0,0 0-1,0 0 3,0 0-4,-6 9-1,6-9 1,0 0-2,0 0 1,0 0-1,0 12-1,0-12 3,0 0-2,0 0 0,0 0 1,0 0 1,0 0-3,0 0 2,0 0-1,0 0 1,0 0 1,0 0 5,12 10-4,-12-10 2,0 0-6,0 0 4,0 0-1,0 0 0,0 0-4,0 0 1,0 0-1,0 0 2,0 0 1,0 0-2,0 0 1,0 0 4,0 0 5,-12-33 2,12 33-1,0 0 2,0 0-4,0 0 1,0 0-4,0 0-3,0 0-2,0 0 0,0 0-3,0 0 0,0 0-3,0 0 8,0 0-4,0 0-1,0 0 1,0 0 2,0 0-1,0 0 1,0 0 0,0 0 0,0 0-3,0 0 4,0 0-2,0 0 3,0 0-4,0 0 3,0 0-2,0 0 2,0 0-7,0 0-1,0 0-4,0 0-13,0 0-8,0 0-9,0 0-19,0 0-27,0 0-35,0 0-48,-10 28-82,10-28-141,-9 10-421,9-10 186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22.59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63 28 196,'0'0'233,"-10"-6"-13,10 6-10,0 0-11,0 0-13,-11-5-14,11 5-20,0 0-14,0 0-13,0 0-16,0 0-8,0 0-10,0 0-8,0 0-3,0 0-2,0 0-1,0 0-5,0 0-4,40 3-3,-40-3-3,24-1-4,-8 1-7,0-4-3,2 3-1,1-3-4,0 3-7,-1-3-4,1 4-4,-4 0 0,-1-3-6,-2 1 0,-12 2-9,20 0-8,-20 0-16,13 0-7,-13 0-9,0 0-4,14 2-3,-14-2-7,0 0-13,3 8-16,-3-8-26,0 0-26,0 0-14,-20 14-40,20-14-213,-13 8-422,13-8 186</inkml:trace>
  <inkml:trace contextRef="#ctx0" brushRef="#br0" timeOffset="344">0 248 74,'0'0'225,"0"0"-1,0 0-11,0 0-12,0 0-10,0 0-16,39-15-10,-28 10-14,4 0-11,3 1-14,8-5-10,-7 6-10,9-4-12,-1 2-11,-3-1-3,-4 1-8,6 1-9,-8 3-13,0 1-24,-8-2-31,-10 2-23,20 0-35,-20 0-39,15 3-37,-15-3-70,8 4-130,-8-4-366,0 0 163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23.84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76 246 102,'0'0'172,"6"-9"-12,-6 9-14,0 0-11,3-8-6,-3 8-2,0 0-3,0 0-6,7-8-6,-7 8-7,0 0-7,0 0-5,7-7-11,-7 7-6,0 0-3,0 0-2,0 0-10,6-7-3,-6 7-5,0 0-5,0 0-1,0 0-5,0 0-5,7-5-3,-7 5-2,0 0-5,0 0-4,0 0-3,0 0-2,0 0 0,0 0 10,0 0 9,9 17 0,-9-17 2,-3 25-2,0-11 4,0 2-4,-1 8-1,1-1 5,-3 5-5,-1 1 1,1 10 1,-1-11-5,-2 7 1,4-9 5,-1 4-10,-3-6-4,5 4-1,-2-3-3,-4-4-2,9-4 0,-2 0-5,0-2-1,0-1 3,0-2-7,3-2 1,-5 0 1,5-10-5,-1 13 1,1-13 0,-2 13-2,2-13 1,0 0-1,0 12-2,0-12 12,0 0-4,0 0-5,-3 11-5,3-11-5,0 0-6,0 0-8,0 0-2,-6 9-11,6-9-3,0 0-12,0 0-3,0 0-7,0 0-4,0 0-7,0 0-9,0 0-6,0 0-12,0 0-10,0 0-40,0 0-66,0 0-152,0 0-391,0 0 173</inkml:trace>
  <inkml:trace contextRef="#ctx0" brushRef="#br0" timeOffset="735">135 264 61,'0'0'181,"0"0"-14,0 0-12,0 0-10,0 0-6,0 0-2,0 0-4,13 3-3,-13-3-7,0 0-6,0 0-2,20-2 1,-20 2-2,20-3-6,-11-1-4,7-2-12,1 1-5,3 0-6,-4 0-9,12-2-8,-6 0-5,7-2-8,-6 4-1,4 0-7,-7 0-5,-7 1-4,5 0-6,-7 4-1,3-1-5,-14 1 3,16-2-14,-16 2-2,15-2-12,-15 2-5,0 0 0,0 0-1,14 4-11,-14-4-17,0 0-17,0 0-21,0 0-22,0 0-37,0 0-26,0 0-213,-26 21-402,19-19 178</inkml:trace>
  <inkml:trace contextRef="#ctx0" brushRef="#br0" timeOffset="1110">86 557 130,'0'0'188,"0"0"-8,20-3-9,-20 3-18,20-6-12,-8 4-13,-2-1-9,3 1-9,0-5-10,7 4-10,-4-3-7,1 2-10,0-1-5,-5 2-10,4-1-4,-5 3-6,-2-3-17,-9 4-24,17-1-19,-17 1-30,7-4-25,-7 4-30,0 0-51,0 0-113,0 0-283,0 0 125</inkml:trace>
  <inkml:trace contextRef="#ctx0" brushRef="#br0" timeOffset="1486">407 1006 149,'0'0'189,"0"0"-17,0 0-10,0 0-16,0 0-7,0 0-15,0 0-6,0 0-11,0 0-6,0 0-11,0 0-8,0 0-4,21-23-9,-21 23-8,9-10-4,-3 3-5,-6 7-2,8-11 3,-2 2-5,0 3-4,2-2-2,-2 1-5,0 0-4,-5-1-1,-1 8-2,12-16-1,-6 11-3,-1-5-3,-5 10 0,9-13 1,-9 13-3,6-9 1,-6 9 1,5-7-2,-5 7-2,0 0-3,3-9 2,-3 9-1,0 0-2,0 0-4,0 0-1,0 0-3,0 0-2,0 0 1,0 0 0,0 0 0,0 0 1,0 0 2,0 0-3,-14 28 5,14-28-2,-6 16-3,0-7 1,4-2 5,-1 4 2,3-11-3,-3 15 1,3-15-2,0 16 1,0-16-1,0 15 1,3-7 0,-3-8 5,11 10 0,-2-5 4,2-3-6,-2 1-1,-9-3 2,22 2-1,-11 0-1,6-4 3,-17 2-8,19-3-22,-8 4-13,-11-1-16,18-3-16,-18 3-19,14-5-40,-14 5-41,7-9-57,-7 9-152,3-11-396,-3 11 175</inkml:trace>
  <inkml:trace contextRef="#ctx0" brushRef="#br0" timeOffset="3892">891 808 110,'0'0'164,"0"0"-8,0 0-5,0 0-1,0 0-10,0 0-17,0 0 2,0 0-8,0 0-6,0 0-6,0 0-8,0 0-2,0 0-7,0 0-4,0 0-11,-10-15-7,10 15-7,0 0-10,0 0-6,0 0-2,0 0-1,0 0-9,0 0 0,0 0-3,16-20-3,-16 20-2,0 0-5,11-6-2,-11 6-4,0 0 1,13 0-1,-13 0 2,0 0-7,0 0 3,0 0-4,20 9 1,-20-9 0,6 9 1,0-2-3,-6-7-1,6 16 2,-6-8 7,5 1-4,-5-9 2,-5 21-3,5-8-2,-3-3 2,0 3-1,-3-1-3,0-2 3,2 3 0,-2 0-4,-5-2 1,5 3 0,-3-3-3,1-2 2,-1-3-3,2 3 0,7-9 3,-9 13 1,2-8-4,7-5 1,-7 8 0,7-8-1,0 0 3,-9 8 0,9-8 0,0 0 1,0 0-3,-5 5 1,5-5-2,0 0-8,0 0 1,0 0-3,0 0 1,0 0 1,0 0-1,0 0-5,21-25-8,-11 19-2,-4-2-3,1 1-1,5 0 0,-7-3 0,4 2-3,-2-2-2,3-3-2,-1 3-8,-2-3 1,5 0-5,-4-1 2,4 1 2,-5 0 5,0 0 5,0 1 1,-1-2 3,0 5 1,-3-1 3,5 2 10,-8 8 3,6-13-3,-6 13 3,3-13 4,-3 13 6,3-10-2,-3 10 3,0 0 5,7-9-5,-7 9-1,0 0 2,0 0 3,0 0-2,3-9 0,-3 9-2,0 0 3,0 0-4,0 0 4,0 0-6,0 0 5,0 0-4,0 0 2,0 0 2,0 0-4,0 0 3,0 0 17,0 0 6,0 0-1,0 0 6,0 0 2,0 0 5,0 0 2,-16 31 3,13-21 2,-3 2-3,1-3 0,-1 0 2,3-1 2,-3 1 0,2 2-4,4-11-3,-6 19-4,2-12-4,4 3-4,0-10 0,-3 15-5,3-15 1,3 13-1,-3-13-1,7 10-1,-7-10-4,7 6-20,2-4-18,-9-2-27,14 2-32,-14-2-51,19-5-242,-9 0-407,0-3 180</inkml:trace>
  <inkml:trace contextRef="#ctx0" brushRef="#br0" timeOffset="4814">1309 688 210,'0'0'201,"0"0"-13,0 0-19,0 0-14,0 0-15,0 0-12,0 0-12,0 0-13,0 0-7,13-30-7,-7 22-6,-6 8-9,9-18-9,-1 11-3,-2-2-10,0-3-3,2 0-5,1-3-4,-2 2-4,2-2-2,-3 3-6,-4-2-3,7 2-2,-6-4 0,5 2-4,-2 0 4,0 7-9,-3 0 1,-3 7-4,4-16 1,2 9 0,-6 7-1,3-7-5,-3 7-2,0 0 0,6-11-1,-6 11 0,0 0-3,0 0 0,0 0-2,0 0 7,0 0-10,0 0 9,0 0-8,0 0 9,0 0-7,0 0 1,0 0-1,0 0 2,0 0 0,0 0 1,0 0-2,0 0 3,0 0 3,0 0 9,0 33 5,0-33 1,-6 12 1,3-4 13,3-8 3,-6 20 5,2-6 4,1-4 0,0 2-5,0 3-2,-3-3-1,1-1 2,2 1-1,0-1-6,0-1 2,3-10-4,3 18-3,-3-18 1,3 15-4,-3-15 0,0 14-3,3-8-4,-3-6-2,11 10 1,-5-7 1,-6-3-4,10 6-3,-10-6 2,9 9-1,-1-6-3,-8-3 0,9 5-1,-9-5-3,8 4 0,-8-4 3,0 0-4,12 7-1,-12-7 0,0 0 0,7 5-10,-7-5-9,0 0-6,12 2-13,-12-2-23,0 0-24,20-9-29,-12 4-35,4-6-39,-2 3-248,-1-7-467,5 2 207</inkml:trace>
  <inkml:trace contextRef="#ctx0" brushRef="#br0" timeOffset="5549">1443 209 38,'0'0'190,"0"0"-13,0 0-16,0 0-14,0 0-16,0 0-11,0 0-9,0 0-13,0 0 1,0 0 0,0 0-7,0 0-8,0 0-4,0 0-7,0 0-8,0 0-6,0 0 0,0 0-8,6 32-5,-6-32-4,0 0-3,3 8-5,-3-8-5,0 0-2,0 0-1,0 0-3,0 0-2,5 13-1,-5-13-5,0 0 0,0 0-2,0 0 0,0 0-2,0 0 1,0 0-1,0 0-3,0 0-4,0 0 2,0 0 2,3 8 0,-3-8-3,0 0 1,0 0 0,0 0-2,0 0 1,0 0 1,0 0 0,0 0 0,0 0 1,0 0-5,0 0-7,0 0-4,0 0 0,0 0 0,0 0-4,0 0-3,0 0-13,0 0-16,0 0-18,0 0-39,0 0-31,0 0-199,0 0-357,0 0 158</inkml:trace>
  <inkml:trace contextRef="#ctx0" brushRef="#br0" timeOffset="6049">1275 104 31,'0'0'198,"0"0"-8,-6-7-4,6 7-6,0 0-10,0 0-4,0 0-8,0 0-7,0 0-8,0 0-7,0 0-9,0 0-9,0 0-9,0 0-10,0 0-6,0 0-8,0 0-4,0 0-7,0 0-7,0 0-6,0 0-5,0 0-6,0 0-4,0 0 0,0 0 7,0 0-2,0 0-2,0 0-1,34-9-4,-25 5-5,1 1 1,-10 3-5,23-7-2,-9 2 0,5 1-2,7-5 0,0 2 0,4 0-3,2 2-3,-5 0-2,6-1-2,-4 3-3,-2-4 0,-1 5-4,-6-1 1,-1 3 1,-5-2-5,1 1-4,-4-1 1,-11 2-1,16 0-4,-16 0 0,14-3 5,-14 3-2,0 0-4,12-1 4,-12 1 2,0 0-4,0 0 0,0 0 2,0 0-3,0 0 1,0 0 4,0 0-2,0 0-1,0 0 1,0 0-2,0 0 1,0 0 1,0 0 1,0 0-5,0 0 4,0 0-8,0 0-9,0 0-10,0 0-18,0 0-16,0 0-30,0 0-36,0 0-45,0 0-40,0 0-70,0 0-171,-39 11-484,30-10 214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31.0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155 0 154,'0'0'171,"0"0"-15,0 0-21,0 0-14,0 0-5,0 0-4,0 0-10,0 0 2,0 0-3,0 0 7,0 0-3,0 29-4,0-18 3,0 3-1,0 2-4,0 1-9,-3-1-1,3 1-4,0 3-2,-3-2-6,-2 6-7,-1-1-2,3-4-7,0 4-3,-2-7-3,2 1-9,0-2-3,0 0-5,0-1-2,0-3-3,2 0 6,1-11-2,-6 17-9,6-17 3,0 14-7,0-14-2,-3 12-2,3-12-2,-3 7-5,3-7-9,0 0-4,-5 11-5,5-11-4,0 0-3,0 0-21,-9 7-18,9-7-9,0 0-14,-14 5-20,14-5-7,-12 3-23,12-3-34,0 0-56,-19-3-141,19 3-383,-8-9 170</inkml:trace>
  <inkml:trace contextRef="#ctx0" brushRef="#br0" timeOffset="453">0 187 19,'0'0'203,"0"0"-9,0 0-8,0 0-17,0 0-6,0 0-5,0 0-12,37 9-3,-37-9-13,16-3-11,-7-1-8,3 2-3,5 1-11,-3-3-8,5-2-4,1 3-11,4-2-5,2-2-9,3 2-3,-5-1-7,2 1-3,-7 3-7,1-1-15,-3-2-8,-4 1-20,-1 3-19,-1 1-19,-11 0-20,17 0-20,-17 0-21,16-2-22,-16 2-27,0 0-178,12-2-357,-12 2 157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31.86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156 255 68,'0'0'235,"0"0"-20,0 0-18,0 0-18,0 0-5,0 0-4,0 0-2,0 0-9,0 0-10,-8 28-9,8-28-1,-7 25-4,4-9-11,0-1-6,-3 8-1,1 2-8,-1-2-4,3 3-4,-5 0-6,2-3-9,3 3-4,0-3-2,-4 0-10,4 0-8,0-5-4,3-1-5,-2-1-4,2-1-5,-3-2-6,3-3 2,-1 1-8,1-11 2,0 15-7,0-15-17,0 15-12,0-15-4,0 0-10,0 12-1,0-12-7,0 0-4,0 0-17,-8 8-19,8-8-22,-7 6-24,7-6-18,-16 0-21,16 0-34,-19-1-51,19 1-195,-20-13-464,14 6 206</inkml:trace>
  <inkml:trace contextRef="#ctx0" brushRef="#br0" timeOffset="609">180 260 22,'0'0'208,"0"0"-11,0 0-9,0 0-13,0 0-13,0 0-14,0 0-2,0 0-8,0 0-7,0 0-14,0 0-4,14 3-9,-5-6-8,7 0-9,1-3-10,3 3-5,2-4-9,0 1-5,-3 3-7,1-2-3,-2 1-6,2 1-7,-4 0-10,-2 1-11,-3 0-14,-11 2-14,19-4-14,-19 4-18,15-2-10,-15 2-17,11 0-6,-11 0-11,0 0-17,0 0-18,0 0-55,0 0-107,0 0-310,0 0 137</inkml:trace>
  <inkml:trace contextRef="#ctx0" brushRef="#br0" timeOffset="984">54 632 54,'0'0'174,"0"0"-7,0 0-10,0 0-6,0 0-13,0 0-6,34-11-9,-34 11-4,13-5-4,-2 0-5,-11 5-7,20-5-8,-8 3-4,0-4-6,3 0-7,0 1 6,-1-1-23,2 5-7,-2-3-4,1-1-6,-4 4-16,-11 1-19,19-3-24,-5 1-19,-14 2-27,15-1-30,-15 1-40,15 0-184,-15 0-342,9-5 151</inkml:trace>
  <inkml:trace contextRef="#ctx0" brushRef="#br0" timeOffset="1484">505 855 54,'8'-8'137,"1"-5"-16,1 3-11,-3-3-12,3 1-13,-1 2-7,-6 1-10,8-3 5,-8 4-11,0 0 3,4-1-5,-7 9 6,6-13 6,-6 13-5,4-8 0,-4 8-3,0 0-9,0 0-5,0 0 2,0 0 6,0 0 0,0 0 5,0 0-3,0 0 4,-28 26-2,22-17 0,0 2 6,3-1-3,-4 3-1,1-1 1,6 2-6,-3-4-5,3-10-5,0 18 0,3-9-10,-3-9 0,6 15-3,-2-6-1,2-4-3,5-1-3,-2-1-17,-9-3-23,20 4-21,-8-4-24,-12 0-30,19 0-26,-19 0-56,15-6-193,-9 1-389,-6 5 172</inkml:trace>
  <inkml:trace contextRef="#ctx0" brushRef="#br0" timeOffset="2437">827 775 106,'0'0'210,"0"0"-3,0 0-8,0 0-6,0 0-10,0 0-15,0 0-7,0 0-16,0 0-8,0 0-15,0 0-12,0-15-9,0 15-14,0 0-9,0 0-8,0 0-8,0 0-6,0 0-5,0 0-6,0 0-2,0 0-4,0 0-4,14 31-3,-8-26-2,-6-5-2,5 10-6,-1-3 1,-4-7-6,8 9-6,-8-9-9,12 4-6,-12-4-4,13 6-3,-13-6-6,11 2-5,-11-2 5,0 0 3,17-2-3,-17 2 3,0 0 0,13-6-1,-13 6 2,6-7 4,-6 7-1,6-10 2,-6 10 1,0 0 1,3-10 4,-3 10-3,0 0 2,0 0 0,5-13 5,-5 13 0,0 0 0,0 0 4,0 0-2,0 0 3,0 0-5,0-11 0,0 11-10,0 0 9,0 0 7,0 0 5,0 0 4,0 0 2,-14 28 2,14-28-4,-7 17 4,1-5 8,0 3 0,4 0 2,-1 3 0,-3 3 2,3 4 1,-3-3 3,6 3-4,-1 1 10,-4-3 2,-3 2-5,4-1-4,1 3-2,-5-4-3,1-1 0,4-3-3,0-1 0,-2-2-6,-1 0 1,3 0-2,-1-3-3,-1-1-2,0 3-1,2-7 1,-3 2-3,6-10 1,-7 15 0,4-10-4,3-5 2,-8 9-1,8-9-1,-12 7 8,6-3-9,6-4-1,-14 1 2,14-1 0,-13-1 13,13 1 3,-15-4-1,15 4 1,-17-8-7,10 4-1,7 4 3,-13-12-2,10 3-1,3 9-7,-7-23 3,7 10-3,3-2-5,1-1-7,4-1-13,4-6-15,3 2-20,-1-2-23,5 0-42,-2 2-44,12-7-73,-16 4-286,9 1-561,-3 0 248</inkml:trace>
  <inkml:trace contextRef="#ctx0" brushRef="#br0" timeOffset="3984">1413 513 64,'3'-6'153,"-3"6"-14,7-11-9,0 5-11,0 1-9,-7 5-9,11-16-6,-4 9-7,-2-2-6,-1 1 2,1-1-1,-5 9-7,7-13-4,-7 13 0,5-12 5,-5 12-4,3-11-3,-3 11-3,0 0-4,0 0-10,0-12-1,0 12-7,0 0 2,0 0 1,0 0-3,0 0 1,0 0 1,-27 28 14,22-14-2,2 1-1,-3 1 0,3-3 4,-4 10 0,4 0 1,-1 0-3,1-1 1,2 1-5,-1-3-7,2-5-2,-3 8-5,3 2 0,-1-7 3,1 5-11,-3-6 1,3-1-6,-3 2-2,1-3-3,-4-1-1,0 2-1,0-2 3,2 0-7,-5-1-2,1-2-1,0 0 4,1-2-5,-4 1-1,4-3 3,-2 1-5,0-3 3,-1 0-5,10-5 10,-13 7-3,13-7-1,-17 4-2,17-4 4,-13-3 1,13 3-5,0 0 3,-14-10-8,14 10 0,-11-10 1,10 2-24,1 8-10,-6-15-1,1 6-8,5 9-4,-7-16-16,7 16-8,-2-8-12,2 8-23,-6-8-19,6 8-33,0 0-19,-10-10-36,10 10-210,-5-7-448,5 7 199</inkml:trace>
  <inkml:trace contextRef="#ctx0" brushRef="#br0" timeOffset="4719">1504 225 88,'0'0'202,"0"0"-17,0 0-10,0 0-10,0 0-16,0 0-18,0 0-11,0 0-6,0 0-12,0 0-14,0 0-5,0 0-10,0 0-5,0 0 2,0 0 3,0 0-8,0 0-5,0 0-5,0 0-7,10 32-3,-10-32 0,0 0-8,3 12-1,-3-12-5,3 7-8,-3-7 4,0 0-2,0 0-1,5 10-3,-5-10 0,0 0 3,0 0-5,0 0 0,0 0-3,0 0-1,0 0 0,0 0-4,0 0 2,0 0 2,0 0-10,0 0 6,0 0-2,0 0-3,0 0 2,0 0 2,0 0-5,0 0-2,0 0-1,0 0 2,0 0-3,0 0 1,-5-36-6,5 36 3,0 0-4,0 0-7,0 0-7,0 0-6,0 0-26,0 0-25,0 0-35,0 0-35,0 0-223,0 0-400,0 0 177</inkml:trace>
  <inkml:trace contextRef="#ctx0" brushRef="#br0" timeOffset="5360">1380 67 130,'0'0'131,"0"0"-16,0 0 10,0 0-1,0 0-4,0 0-7,0 0 0,0 0-3,0 0-6,0 0-4,0 0 3,0 0-9,0 0 5,0 0-8,0 0-3,0 0-3,0 0 0,0 0-5,0 0-1,0 0-5,0 0-1,0 0-3,0 0-2,0 0-4,0 0-3,0 0-4,0 0 0,0 0 0,0 0-5,0 0-1,0 0-3,0 0-3,0 0 0,0 0 1,0 0-8,0 0 6,0 0 5,0 0-1,0 0 0,0 0-6,42-3-8,-27-1 3,3-1-8,8 0 4,0-3-5,2 1-1,0 2 3,-3-1-10,3 0-1,-6 0-3,-1 3 1,-1 0-1,-2 1-4,-4 2-2,-2-2 0,-12 2-1,17-1-4,-17 1 1,13 0-3,-13 0 1,0 0-5,14-2 19,-14 2 3,0 0-6,0 0 5,0 0-6,0 0 1,0 0-2,0 0 4,0 0-1,0 0 7,0 0 1,0 0 5,0 0-4,0 0 1,0 0-3,0 0-3,0 0 10,0 0-8,0 0-1,0 0 0,0 0-1,0 0 4,0 0-7,0 0 0,0 0-2,0 0-5,0 0 2,0 0-5,0 0 1,0 0-4,0 0-16,0 0-30,0 0-26,0 0-36,0 0-41,0 0-62,0 0-82,0 0-256,-32 13-591,32-13 261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41.83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1132 520 111,'0'0'193,"0"0"-10,0 0-11,0 0-8,0 0-8,0 0-10,0 0-7,0 0-3,0 0-3,0 0-6,0 0-5,0 0-7,0 0-9,0 0-7,0 0-10,0 0-8,0 0-8,0 0-8,0 0-7,0 0-7,0 0 0,0 0-1,0 0-4,0 0-2,0 0-8,0 0-2,0 0-3,-8 19-4,8-19-4,0 0-1,-1 16-1,1-16-2,0 10-3,0-10 2,0 0-2,0 0-2,0 14-1,0-14 5,0 0-7,0 0 1,0 0-1,-5 11 5,5-11-2,0 0 0,0 0-3,0 0 1,0 0 0,-12 3-3,12-3 0,0 0 3,0 0-6,0 0 2,-21-7 1,21 7-2,0 0 0,-14-10-1,11 3 0,3 7 0,-6-14 0,6 14 2,-6-20-5,5 7-1,-2-4-1,1 0 1,2-2-9,0-6 0,-1-3-5,1 3-3,0-4-2,1 2 1,1 3 3,-2 1 2,0 0-3,-2 7 5,2 0 0,0 6 3,0 10 0,0-18 3,0 18-2,-1-15 5,1 15-1,-3-11-2,3 11 3,0 0-1,0 0-2,0-14 3,0 14-2,0 0 0,0 0 1,0 0-1,0 0 3,0 0 0,0 0 1,0 0 2,-3-13 1,3 13 0,0 0 5,0 0-5,0 0 3,0 0 0,0 0 1,0 0 0,0 0-1,0 0 0,0 0 0,0 0-2,0 0 2,0 0-2,0 0 0,0 0-4,0 0-1,0 0 1,-26 10 0,26-10 2,-23 10-3,7-1 3,-7 3-1,-3 0 0,-1 4-3,-12 4 0,-7 2-2,4-1 1,-4 2 1,0-2-2,0 4 1,-5-4-1,2 2 0,2-4 4,1-3-2,-1 0-1,1 1 0,10-3 1,6-3-1,6-4 0,4-2 1,2 2 0,3-1-1,3-3 0,-1 1 1,4-3-2,9-1 1,-13 2-2,13-2 0,-11 5-3,11-5-1,0 0 4,0 0-4,0 0 5,0 0-3,0 0 4,0 0-1,0 0 1,0 0-3,0 0 2,38-3 3,-38 3 2,27-5 1,-12 3 2,0 0 3,4-1-2,-1 0 3,-2 2-1,1-1 5,3 0-4,-4 0-2,2-1 0,-1 1-3,6 1 5,1 1-6,2-2 3,-7 0-3,3 2 2,3 0 1,-5 0-1,1 2-5,-3-2 2,-1 3 0,1-1 0,-3 1-1,-1-1-1,2 2 2,-6-3-2,-1 2 2,-9-3-4,16 1 4,-8 3-1,-8-4-2,0 0 0,15 2 4,-15-2-3,0 0-1,12 0 6,-12 0 4,0 0 11,0 0 1,0 0 10,0 0 7,0 0 3,12 1 3,-12-1 1,0 0-3,0 0-8,0 0-1,0 0 0,0 0-6,0 0-4,0 0-2,0 0-2,0 0-2,0 0 2,0 0-6,0 0-3,0 0-1,0 0 3,0 0-9,0 0 5,0 0-2,0 0-2,0 0 0,0 0 0,0 0-3,0 0 0,0 0-2,0 0-2,0 0 4,0 0 1,0 0-2,0 0 0,0 0-3,0 0 1,0 0 2,0 0 4,0 0-4,0 0-1,0 0 0,0 0-3,0 0 4,0 0 3,0 0-6,0 0-3,0 0 1,0 0 6,0 0-4,0 0 0,0 0 2,0 0 0,0 0-4,0 0 5,0 0-4,0 0-4,0 0 1,0 0 2,0 0-1,0 0-4,0 0 10,0 0-3,0 0-3,0 0 0,0 0-1,0 0 3,0 0 0,0 0 2,0 0 2,0 0-2,0 0 1,0 0-2,11 7 0,-11-7 5,10 5-6,-10-5-1,14 8 4,-7-5 0,1 1-2,-8-4 2,12 6-1,-4-2 3,2-1 0,-10-3-2,14 8 5,-7-5-6,-7-3 3,13 4 3,-13-4-8,9 5 4,-9-5-2,7 6 3,-7-6 0,0 0 0,0 0 4,12 2-4,-12-2 7,0 0-10,0 0 2,0 0 3,0 0 3,8 4-4,-8-4 10,0 0-2,0 0 7,0 0 5,0 0-1,0 0 8,0 0-5,0 0 1,0 0 12,0 0-12,0 0-2,0 0-1,0 0-1,0 0-5,0 0-3,0 0 2,0 0-8,0 0 8,0 0 0,0 0-8,0 0 4,0 0-9,0 0 4,0 0 0,0 0-5,0 0 1,0 0 4,0 0-3,0 0 1,0 0 12,0 0-17,0 0 10,0 0-10,0 0 2,0 0-5,0 0 15,0 0-17,0 0 16,0 0-10,0 0 0,0 0-2,0 0 6,0 0 4,0 0-7,0 0-2,0 0-1,0 0 5,-23-19-5,23 19-1,0 0 1,0 0-6,0 0 2,-18 2 4,18-2 2,-21 12-8,4-2 2,-1 1-1,-8 7 3,-5 0 7,-9 7-9,2 7 8,-1 2-10,-18 9 1,5 15-3,-4-5 7,-4 1-2,5-5 0,16-10 9,3-2-9,-2-2 1,3-2-3,5-3 5,3 0-5,1-4 7,5-5-2,2-5-1,7-2-1,3-1-1,-1-3 5,2-2-4,1 0-25,1-1-4,6-7-6,-10 10-3,10-10 7,-7 8 1,7-8 2,0 0 3,-5 7 7,5-7 2,0 0 0,0 0 8,0 0-2,0 0 0,0 0-1,26 1 6,-26-1 2,0 0-5,14 0 6,-14 0-1,0 0 0,22-3 0,-11 1 2,-11 2 3,24-3-9,-7 1 6,-1-1 1,4-2 7,12 2 6,0-2 11,9-2 0,1-2-1,3 0 2,4 1-6,2-2 0,-3 0 6,5 1-4,-3-1-5,-3 3 16,2 2-17,-4 0 7,-4 2-11,-12 1 1,-1-1-1,-6 1-3,-3 4-2,-2-4 4,-1 2-7,-2 2 8,-5-2-2,-9 0-1,18 3-1,-18-3 0,14 2-1,-14-2-2,0 0 3,14 1 2,-14-1 3,0 0 2,9 2 3,-9-2 1,0 0-9,0 0 0,0 0 1,10 3 3,-10-3-6,0 0-1,0 0-1,0 0 3,0 0-1,0 0-9,0 0 5,0 0 2,0 0-1,0 0 4,0 0-6,0 0 4,0 0-3,0 0-6,0 0-4,0 0-16,0 0-11,0 0-12,0 0-8,0 0-17,0 0-32,0 0-39,0 0-43,0 0-66,0 0-307,0 0-608,0 0 269</inkml:trace>
  <inkml:trace contextRef="#ctx0" brushRef="#br0" timeOffset="2204">1418 467 120,'0'0'246,"0"0"-14,0 0-12,0 0-16,-9-13-12,9 13-15,0 0-14,0 0-14,0 0-14,0 0-17,0 0-15,0 0-4,0 0-8,0 0 2,0 0 9,0 0-2,-8 32 5,2-19-6,-1 3-9,0-1-6,-2 6-4,-1 2 8,2 3 1,1 1-3,-2 1-10,0-2-7,-1 3-6,3-3-4,1-2-6,0 5-1,3-6-10,-2 0 4,1-3-4,2-4-11,1-1 1,1-2-5,0-1-1,0-12-1,0 18-9,0-18 3,0 13-2,0-13-3,0 12 0,0-12-9,0 0-6,-2 12-8,2-12-7,0 0-7,0 0-7,-6 7-9,6-7-30,0 0-25,0 0-9,0 0-34,-23-4-21,23 4-26,0 0-43,-15-12-258,9 4-523,0-5 232</inkml:trace>
  <inkml:trace contextRef="#ctx0" brushRef="#br0" timeOffset="2610">1357 482 66,'0'0'224,"0"0"-7,14-8-10,-10 5-12,7-1-13,1-1-15,-3-1-10,5 3-13,5-2-11,0-1-15,3 1-11,-4 4-8,-1-3-9,3 0-12,-7 2-7,-1 1-9,1-1-4,-13 2-7,22-2-5,-22 2-7,17 2 0,-17-2-8,15 0-12,-15 0-8,0 0-1,14 0-4,-14 0-6,0 0-9,0 0-9,0 0-2,9 5-4,-9-5-33,0 0-18,0 0-21,0 0-24,0 0-27,0 0-197,0 0-372,0 0 165</inkml:trace>
  <inkml:trace contextRef="#ctx0" brushRef="#br0" timeOffset="2969">1257 827 55,'3'10'212,"-3"-10"-8,0 0-7,0 0-7,0 0-12,20-5-12,-20 5-6,18-3-9,-18 3-9,20-7-9,-11 3-4,3 0-13,2-1-5,-1 0-9,1 2-11,1-1-8,-1 1-9,-2-1-9,1 0 2,-5 2-13,-8 2 0,20-6-10,-13 4-6,-7 2-2,17-2-5,-17 2-9,10-3-11,-10 3-13,0 0-12,13-5-9,-13 5-14,0 0-11,0 0-16,0 0-19,0 0-19,0 0-8,0 0-41,12-6-230,-12 6-412,0 0 183</inkml:trace>
  <inkml:trace contextRef="#ctx0" brushRef="#br0" timeOffset="4704">1561 976 89,'0'0'111,"0"0"-8,0 0-1,0 0-9,0 0-13,0 0 1,0 0 0,0 0 2,0 0-5,0 0-9,0 0 2,0 0-8,0 0 3,0 0-4,0 0-1,0 0 0,0 0-2,0 0-3,0 0-6,0 0-1,0 0 0,0 0-8,0 0-3,0 0 0,0 0-5,0 0-1,0 0-3,0 0-5,0 0-2,0 0 1,0 0-7,0 0 2,0 0-5,0 0 2,0 0-1,0 0-2,0 0-1,0 0-6,0 0 0,0 0 2,28-17-6,-28 17 7,0 0-4,0 0 1,0 0 1,0 0 2,7-5 2,-7 5-2,0 0 2,0 0 0,0 0 6,0 0-4,0 0 2,0 0 0,0 0-1,0 0 0,0 0-3,0 0-3,0 0 6,0 0 0,0 0 3,0 0 9,0 0 0,0 0 13,0 0 6,0 0 7,0 0 1,-16 29 0,16-29 0,-6 14-5,0-6-4,1 3-1,2 0 2,-3 3-3,0 0-3,1-3-1,2-3-2,2 3 4,1-11 2,-5 17-5,5-17-1,2 19-5,2-11 0,-4-8-6,6 12 1,-6-12 1,9 11-7,-4-7-2,-5-4 3,9 6 0,-9-6-4,18 2-4,-18-2-1,14 0-1,-14 0 0,13 0-2,-13 0-5,0 0-3,14 0-8,-14 0-4,0 0-10,0 0-2,0 0-6,0 0-4,14-4-16,-14 4-11,0 0-11,0 0-13,0 0-10,0 0-3,0 0-15,0 0-33,0 0-35,0 0-202,0 0-412,3-13 182</inkml:trace>
  <inkml:trace contextRef="#ctx0" brushRef="#br0" timeOffset="5345">1622 797 108,'0'0'228,"0"0"-16,0 0-16,0 0-14,0 0-16,0 0-15,-9-5-18,9 5-12,0 0-13,0 0-9,0 0-13,0 0-7,0 0-10,0 0-5,0 0-8,0 0-7,0 0-5,0 0-3,0 0-6,0 0-1,0 0-3,0 0-4,0 0 0,0 0-2,0 0-2,0 0-2,0 0-4,0 0 0,0 0-2,0 0 0,0 0-4,11 28 1,-11-28 0,0 0-1,0 0 3,0 0-5,0 0 3,0 0-3,0 0 3,0 0-2,0 0 1,0 0 0,0 0-1,0 0-3,0 0-2,0 0 3,0 0-6,0 0-18,0 0-19,16-2-30,-16 2-20,0 0-28,0 0-42,14-12-208,-14 12-393,7-12 174</inkml:trace>
  <inkml:trace contextRef="#ctx0" brushRef="#br0" timeOffset="5860">1838 999 115,'0'0'172,"0"0"-7,0 0-9,0 0-10,0 0-9,0 0-9,0 0-9,0 0-12,0 0-7,0-32-5,0 32-12,0 0-3,6-19-4,-6 19-1,5-11 1,-5 11-3,9-6-4,-9 6-10,0 0 0,6-11-6,-6 11-3,9-6-5,-9 6-8,9-3-1,-9 3-8,0 0-1,0 0 0,17 3-2,-17-3 1,6 15 2,-6-15 11,1 19-12,-1-7-3,0 4-3,-3 0-1,-3 0 0,0-1-2,0 2-3,0 5 1,-1-5-4,-2-2-2,-1-1 0,3 1 0,-1-2-1,-1-1-2,2 0 2,1-3-3,0 0 6,0-1-6,6-8-4,-8 11 6,8-11-5,-6 9 2,6-9-3,-6 7 3,6-7-1,0 0-5,0 0-7,0 0-6,0 0 1,0 0 0,0 0 2,0 0 2,20-26-3,-13 17 1,1-2-1,-1-2 0,5 4-6,-4-4-5,4 2 0,-6-2-2,3 2 5,0-1-1,0 0-3,-3 5 5,2-8 2,1 5 2,-3 1-2,0 0 6,2-1 1,-4 2 2,-4 8-1,6-11 3,-6 11 0,3-10-1,-3 10 2,0 0 1,0-13 1,0 13-4,0 0 2,0 0 0,0 0 2,0 0 6,0 0 6,-22-2 7,22 2 4,0 0 8,-16 10 4,10-2 10,6-8 5,-12 15 2,5-7-4,5 0-1,-2 2 2,4 2 1,-5-1 1,5-11-5,5 20 3,-5-10-6,4 1-3,-1-2-3,8-2-2,-2-1-1,3 3-6,2-5-4,1-2-28,0-2-28,-2 0-35,0 0-46,-13 0-61,24-4-82,-17 0-156,1-3-449,-8 7 199</inkml:trace>
  <inkml:trace contextRef="#ctx0" brushRef="#br0" timeOffset="7580">439 1768 142,'0'0'204,"0"0"-10,0 0-6,0 0-7,0 0-11,0 0-6,0 0-11,0 0-6,0 0-7,0 0-5,0 0-13,0 0-7,0 0-11,0 0-8,0 0-6,0 0-6,0 0-1,0 0 0,0 0-6,-21 26-1,15-19-7,0 2-3,3 1-10,-2 1 1,4 1-6,-1-2-3,-1 5-4,2-1-6,-1-2-3,2-12-1,3 21 3,-3-10-9,3-3 0,-1 5-6,-2-13 3,7 14-5,-2-6-4,2-4 3,-7-4-11,14 9-5,-6-9-3,-8 0-5,15-2-14,-15 2-11,18-2-9,-9-3-11,-9 5-14,12-4-13,-4-1-22,-8 5-21,12-8-17,-12 8-31,9-9-32,-9 9-208,4-11-441,1 4 195</inkml:trace>
  <inkml:trace contextRef="#ctx0" brushRef="#br0" timeOffset="8001">456 1550 31,'0'0'192,"0"0"-27,0 0-9,18 3-16,-18-3-7,0 0-11,0 0-11,0 0-9,10 6-8,-10-6-11,0 0-10,0 0-3,16 2-19,-16-2-27,0 0-21,7 3-39,-7-3-18,0 0-43,12 5-131,-12-5-246,0 0 110</inkml:trace>
  <inkml:trace contextRef="#ctx0" brushRef="#br0" timeOffset="8297">754 1739 46,'0'0'202,"0"0"-14,0 0-13,15-5-21,-15 5-11,10-5-12,-10 5-10,14-3-14,-14 3-11,15-4-8,-6 0-7,2 1-7,-11 3-10,15-3-8,-15 3-6,17-3-16,-17 3-16,13-2-16,-13 2-33,11 0-6,-11 0-18,0 0-22,0 0-13,16 2 1,-16-2-36,0 0-96,0 0-240,0 0 106</inkml:trace>
  <inkml:trace contextRef="#ctx0" brushRef="#br0" timeOffset="8516">755 1896 98,'0'0'170,"18"0"-11,-18 0-12,0 0-21,26-6-12,-15-1-11,1 6 0,0-2-20,-12 3-9,21-6-23,-12 3-21,2-1-24,-11 4-32,16-4-20,-7 2-36,-9 2-103,10-7-201,-10 7 88</inkml:trace>
  <inkml:trace contextRef="#ctx0" brushRef="#br0" timeOffset="8938">1043 1613 69,'0'0'192,"0"0"-8,0 0-8,0 0-7,0 0-13,0 0-7,0 0-5,0 0-9,0 0-3,0 0-8,0 0-2,0 0-3,0 0-3,0 0-9,0 0-5,0 0-8,0 0-6,0 0 3,-6 7 6,6-7 5,0 0-6,1 17-1,-1-17 2,0 15-3,3-5-10,-3-10 0,2 23 2,-2-9-11,1 0-5,4-1-8,-4 1-1,4-3-8,-2-1-5,-2 1-3,2 0-7,0-5-5,-3-6-1,5 16-4,-2-9-2,-3-7-5,4 10-6,-4-10-20,5 9-12,-5-9-7,0 0-9,6 9-12,-6-9-14,0 0-16,0 0-19,0 0-25,0 0-37,-11 13-54,11-13-303,-7 7-555,7-7 246</inkml:trace>
  <inkml:trace contextRef="#ctx0" brushRef="#br0" timeOffset="10188">403 137 145,'0'0'175,"7"-5"-8,-7 5-18,0 0-13,12-8-12,-12 8-10,11-1-4,-11 1-14,0 0-6,0 0-12,23 5-6,-23-5-4,10 7-7,-5-3-4,1 4-5,-3 1-6,1 0-1,-1 1-5,0 5-2,1-2 0,0 2-5,-2 0-6,-2 0-1,0-5-1,1 3-5,-1-13 0,-1 20 1,1-9-3,0-11-3,-3 14 1,3-14-4,0 14-1,0-14 0,0 0 5,-3 12-2,3-12 1,0 0-5,0 0-1,0 0-2,0 0-2,0 0 2,0 0 3,0 0-7,0 0 5,10-42-3,-4 28-1,2-3-2,1 1 0,3-5 2,0-4 0,2 2-2,7-9 3,-6 8-5,2 3 1,-1-2 4,2 4 7,-6 7 5,2-1 1,-3 3 0,-4 3 2,2 0-2,0 1-2,-1 1-1,-8 5 4,17-5-5,-17 5 0,13 2-2,-13-2 9,11 8 2,-7 1 5,1-1-3,-2 2-1,-3-10 0,4 19-3,-1-5-1,0-3-3,-1-2 0,-2-9-4,1 19 2,1-9-1,3-3-4,-5-7-21,1 15-17,-1-15-19,5 10-16,-5-10-9,3 9-17,-3-9-19,0 0-24,9 9-14,-9-9-19,4 5-152,-4-5-342,0 0 151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1:53.11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0 207 64,'0'0'218,"0"0"-8,0 0-15,0 0-5,0 0-17,31-24-5,-22 18-10,4 0-10,4 0-11,-3 1-8,5 0-13,1-1-15,0 3-5,-1-1-9,1-1-8,0 4-9,-4-1-9,4 2-4,0 0-6,-7-3-5,7 3-6,-6 0-4,-2 1-10,1 1-13,-5 1-12,-8-3-8,19 2-8,-12 1-13,-7-3-15,12 7-22,-12-7-11,7 6-18,-7-6-16,0 0-22,6 10-49,-6-10-140,0 0-346,0 0 154</inkml:trace>
  <inkml:trace contextRef="#ctx0" brushRef="#br0" timeOffset="281">137 421 170,'0'0'218,"25"-3"-11,-25 3-13,23-12-16,-3 7-12,5-6-15,3 2-18,0 0-7,3 1-14,-4 3-13,2-1-12,-10 5-27,1-1-28,-3 2-35,-1-3-30,-7 3-25,5-3-25,-14 3-36,14 0-155,-14 0-295,0 0 131</inkml:trace>
  <inkml:trace contextRef="#ctx0" brushRef="#br0" timeOffset="562">863 37 196,'0'0'222,"-14"5"-10,14-5-13,-9 8-11,9-8-12,-9 12-6,4-6-1,5-6-9,-9 15-14,6-7-11,3-8-9,-4 20-6,4-10-7,-3 5 0,3 1-8,0-3-8,-3 1-12,6 3 1,-3-6-14,3 5-8,1-4-5,-1 3-2,6-1-8,-4-5 6,4-1-8,0 1-6,5 0-1,-7-4-6,5 4-1,2-3-5,0-3 0,-2 0-1,-3-3-7,4 0 5,-13 0-8,25-3-4,-16 1-7,-9 2 3,19-1-1,-11-4 0,-8 5-5,17-8 2,-13 6-1,7-6-1,-11 8 0,6-17 2,-3 9-5,1-7 1,-4 4 2,0-6-4,0 4 4,-4-2 0,2-2-3,1-1 0,-2 1 2,0 0-4,0-1 4,0-2-2,-3 5 0,3-1 3,-2 4-5,-1-1-1,-3 1-1,4 5 6,-4 1-9,9 6 5,-18-8-2,9 6 2,-8 0-1,17 2 0,-28 4-3,14-2 7,2 1-1,-2 2-19,7-3-30,-5 4-29,1 1-44,0-4-51,5 2-71,-6 0-236,12-5-519,-13 6 229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05.81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970 861 73,'0'0'157,"0"0"1,0 0 1,0 0-1,0 0-2,0 0 1,0 0-2,0 0-4,0 0-3,0 0-10,0 0-2,0 0-6,0 0-5,0 0-11,0 0-6,0 0-5,0 0-15,0 0-7,0 0-7,0 0-8,0 0-7,0 0-6,0 0-4,-8-28-10,8 28 0,2-16-2,-2 16-3,0-17-6,3 6 0,0-3-6,0 1-2,0-2-3,0-1-1,1-7-1,2 6-2,-3 1 1,0-7-3,2 5 2,-2 1-3,0-1 0,-3 3-3,3 0-1,-3 2-2,3 3 7,-3 10 2,0-13-1,0 13 2,0-13-3,0 13 0,0 0 4,0-14-10,0 14 3,0 0-3,0 0-4,0 0 1,0 0-1,0 0 0,0 0 0,0 0 0,0 0 1,0 0 2,0 0-4,0 0 0,0 0-3,0 0 5,0 0-1,0 0 1,0 0-1,0 0 1,-6-11-2,6 11 1,0 0 1,0 0 2,0 0-1,0 0-1,0 0 2,0 0 0,0 0-1,0 0-2,0 0-1,0 0 1,0 0 3,0 0-4,-17 0 2,17 0-2,0 0 1,-22 6-1,22-6 1,-23 4 0,9-3-1,-5-1-1,-1 2-1,-6 3 2,-1-1 1,1-3-4,-4 3 4,-3 0 0,-6 1-1,-1-3 3,7 1-6,-9 1 2,5 1 1,6 0 6,-13 1-8,12-1 3,-4 2-3,-7 1 2,16 0 2,-2 0-6,-1-3 4,0 2 0,4 4-1,0-4 0,-1 2 0,1 0 0,4-1 3,8 1 0,-3-1-1,4-3-5,-2 1-1,7 0 2,-5-3 0,6 0-2,7-3 1,-13 6 5,13-6-3,0 0 0,-12 5 2,12-5 0,0 0-2,-8 4 2,8-4 0,0 0 0,0 0-1,0 0 6,0 0-3,-9 5-2,9-5-3,0 0 9,0 0-5,0 0 0,0 0-3,0 0 2,0 0-2,0 0-1,0 0 2,0 0 1,0 0 0,0 0 0,0 0 0,0 0 6,0 0-6,0 0-3,0 0-1,0 0 2,0 0 2,0 0 2,0 0 7,0 0 11,23 7 2,-13-3-1,3-2 4,0 3 6,4-2-4,2 2-2,1 0 0,3 3 5,7-1-7,-4 0 1,4-2-1,-1 0 2,4 2-7,-3 0-2,-1 0-3,10 1 2,-8-1 2,-3-4-5,0 4-4,-12-2 2,10 1-3,-6 1-1,-1-4-3,-5 4 5,3-4-1,-5 3-3,1-2-4,-2 1 2,-11-5-1,12 5 2,-12-5-6,11 7 4,-11-7 2,6 5 13,-6-5-12,3 9-3,-3-9-1,0 0 1,-3 12 4,3-12-5,0 0 0,0 0 0,0 0-1,0 0 2,0 0 0,0 0-2,-3 18 4,3-18-3,0 0-1,0 0 0,0 0 2,0 0 0,0 0 4,0 0-2,0 0 0,0 0-3,0 0 3,0 0-3,0 0 0,0 0 0,0 0 1,-7 7 2,7-7-5,0 0 2,0 0-2,-10 8 7,10-8-7,-9 9 0,1-3 6,-1-1-7,-1 3 5,-4 3 2,-1 1-7,-2 4 3,-4 6-5,-2-1 5,-5 9-1,0 1-4,3 4 6,-4 2-1,2 3-3,1 2 3,-1 1 2,4 0-2,-6-1 3,5 1-15,-2-1 4,7 1-3,-1-6-3,0-2 9,1-2-1,5-8-6,1 0 7,-3-2 1,6-1-4,1-2 8,1-5-3,-1-2 0,5-1 1,-3-1 0,1 0-4,3-5 8,-1 4-1,4-10-3,-6 12 2,6-12 8,-6 10-9,6-10 0,0 0-2,-3 9 4,3-9-1,0 0 3,0 0-2,0 0-2,-5 10 4,5-10-3,0 0 0,0 0 0,0 0 0,0 0 0,0 0-2,0 0 3,0 0-2,30-8 1,-30 8 1,20-8 1,-3 3-3,-1-2 6,7-1 1,3-2 3,4 2 13,9-6-6,1-2-1,2 0 1,0 1 0,5-5-3,3 5 5,-1-1 0,-2 4 0,-2-1-3,2 4-7,-8 4 6,-10-1 0,-6 1-1,1 5-7,-5-3 2,-2 1-1,-5 2 0,2 4-1,-14-4-7,19 1 5,-19-1-1,17 3 3,-17-3-4,14 3 1,-14-3 0,12 1 7,-12-1-15,10 2 5,-10-2 0,0 0 2,10 5-1,-10-5-2,0 0-2,0 0-10,13 2-5,-13-2-11,0 0 3,0 0-11,0 0-2,9 2-14,-9-2-6,0 0-12,0 0-15,0 0-16,0 0-14,0 0-19,0 0-31,0 0-38,0 0-60,0 0-173,0 0-471,0 0 209</inkml:trace>
  <inkml:trace contextRef="#ctx0" brushRef="#br0" timeOffset="1422">989 1430 189,'0'0'239,"0"0"-3,0 0-12,0 0-12,0 0-14,0 0-18,0 0-14,0 0-2,0 0-1,0 0-11,-22 20 5,11-5-17,-1 4-11,1-1-9,2-2-12,2 1-11,1 0-12,0 7-7,6-8-4,0 3-23,0-4-26,-2 0-34,4 0-48,-2-1-75,6-5-83,-6 1-248,0-10-501,6 12 222</inkml:trace>
  <inkml:trace contextRef="#ctx0" brushRef="#br0" timeOffset="2860">303 2258 143,'0'0'175,"0"0"-9,0 0-6,0 0-12,0 0-4,0 0 0,0 0-3,0 0-1,0 0-4,0 0 1,0 0-11,0 0-10,-11 2-10,11-2-5,0 0-3,0 0-2,0 0-4,-12 5-9,12-5-8,0 0-4,0 0-9,-8 8-3,8-8 1,-3 13 3,-3-7-1,6-6-4,-7 16-8,7-6-5,-6 2-1,0 3-3,3 0-14,1 0-1,-1-6-4,0 6 1,0 0-3,3-2 0,0 1-3,-3-3-2,3-11-3,0 19-5,0-19 7,3 16-3,-3-10-2,0-6 4,6 11-1,-6-11 0,14 4 0,-14-4-6,25-4-2,-11 0-1,3-6-15,5-2-13,-5 5-11,0-4-11,-1 2-14,1-1-20,0-1-13,-5 3-23,1 0-25,-7 2-41,2 0-52,-5-2-164,-3 8-433,0-11 191</inkml:trace>
  <inkml:trace contextRef="#ctx0" brushRef="#br0" timeOffset="3766">661 2164 55,'0'0'229,"0"0"-21,0 0-23,0 0-18,0 0-15,0 0-13,0 0-12,0 0-15,0 0-12,0 0-9,0 0-10,0 0-9,40-11-4,-40 11-7,13-2-9,-13 2-9,12-2-12,-12 2-25,0 0-12,17-1-19,-17 1-26,0 0-26,0 0 2,13 0-18,-13 0-30,0 0-133,0 0-275,0 0 122</inkml:trace>
  <inkml:trace contextRef="#ctx0" brushRef="#br0" timeOffset="3985">625 2323 171,'0'0'187,"0"0"-15,0 0-10,0 0-13,33-15-20,-18 8-7,-1-2-8,3 1-14,-1-1-7,4 3-12,-7 0-11,6 0-27,-6-2-18,-2 6-27,2-1-31,-3 0-16,0 0-24,-10 3-27,12-2-32,-12 2-74,0 0-221,0 0 99</inkml:trace>
  <inkml:trace contextRef="#ctx0" brushRef="#br0" timeOffset="4282">1104 2003 54,'0'0'219,"0"0"-19,0 0-12,0 0-2,0 0 0,0 0 6,0 0-10,0 0-14,-3 32-8,3-32-3,-3 18-11,0-7-14,2 0-8,1 2-10,-2 3-14,2-2-5,-1 2-14,-2-2-2,0-2-11,3 3 4,0-6-16,0 6-6,0-4-7,0-11-3,0 13-3,0-13-4,0 17-6,0-17-9,0 9-13,0-9-12,0 0-8,0 13-6,0-13-18,0 0-18,-3 13-20,3-13-22,-6 11-39,6-11-34,-8 9-59,8-9-162,-14 6-426,14-6 189</inkml:trace>
  <inkml:trace contextRef="#ctx0" brushRef="#br0" timeOffset="5813">457 201 125,'3'-9'188,"5"0"-10,-2-3-22,3 6-5,1-4-13,2-2-12,-4 6-17,-2 1-5,5-2-12,-2 2-6,-2 0-11,5 1-9,-1-1-4,-11 5-10,12-5-6,-12 5 0,14-2-11,-14 2 1,0 0-4,16 2-5,-16-2-3,8 8 0,-8-8-1,6 11-3,-6-11 0,3 14-2,-3-3-5,0 1-1,-3 2 1,0-4-4,0 4 1,3 1-3,-5-1 4,2-4-3,3-10 0,-6 18 0,3-9-4,3-9 4,-7 11-3,7-11-1,0 12 4,0-12-6,0 0 5,0 0 3,-3 11 8,3-11 10,0 0-6,0 0 3,0 0-5,0 0-1,0 0 1,0 0-5,0 0-4,0 0 0,0 0-2,0 0 4,0 0-3,10-41-2,-4 28-4,0-1-2,5 0 5,2 0-3,-3-4 3,9-1-1,-5 0-1,6-2 2,-1 1-4,1 1 3,-4 2-4,7-1 6,-9 6 1,-2 1 3,-2 2 0,3 4-2,-6 0-6,-7 5-1,14-6 2,-14 6 4,9 0 7,-9 0 9,10 11 12,-7-2 8,0 4 1,-6 2 6,3 1-1,0-1-10,-3 3-4,3-4-3,-3 2-7,3-2 0,0 0 10,3-4-6,-3 5-5,3-7-27,4 2-24,-1-4-40,1 1-50,5-5-80,-12-2-254,17-2-486,-17 2 215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09.12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29 10 23,'0'0'236,"0"0"-15,0 0-16,0 0-24,0 0-20,0 0-17,-6-14-17,6 14-10,0 0-15,0 0-4,0 0-13,0 0-8,0 0-10,0 0-5,0 0-7,0 0-6,0 0-4,0 0-5,0 0-3,0 0-2,0 0 0,0 0-4,0 0-3,0 0-1,0 0-1,0 0-10,0 0 6,0 0-3,0 0-1,0 0-2,0 0-3,0 0-1,0 0-2,0 0-1,0 0 0,0 0-1,0 0 1,-9 31-7,9-31 5,0 0-2,-8 7-3,8-7 0,0 0 0,0 0-5,-6 7 0,6-7-4,0 0-9,0 0-8,0 0-13,0 0-15,0 0-7,0 0-25,0 0-34,0 0-51,0 0-152,0 0-347,0 0 153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13.19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129 148 86,'3'-10'189,"-3"10"-13,3-11-9,-3 11-7,0 0-8,3-12-7,-3 12-7,0 0-8,0 0-12,0 0-4,3-11-9,-3 11-2,0 0-7,0 0-5,0 0-9,0 0-3,0 0-6,0 0-2,0 0-9,0 0-7,0 0-8,0 0 0,0 0-10,0 0-1,0 0-10,0 0 0,0 0 1,0 0 7,0 0 5,0 0 1,0 0 3,0 0 5,-9 47 3,6-29 6,-8 5 1,2 3 5,1 1-7,-4-1 2,6 1-5,-7 7-3,5-6-4,2 0 0,-2 0-5,-1 9-4,3-11-1,3-3-5,0-5-5,-1-2-4,1-2 3,0 2-5,3-4-5,-3-3 1,3-9-2,0 17-1,0-17-12,-3 12-7,3-12-9,0 0-7,-3 13-6,3-13-5,0 0-4,-5 7-4,5-7-9,0 0-11,0 0-9,-3 10-4,3-10-10,0 0-9,0 0-17,0 0-45,0 0-51,0 0-226,0 0-468,0 0 207</inkml:trace>
  <inkml:trace contextRef="#ctx0" brushRef="#br0" timeOffset="516">159 132 177,'0'0'197,"0"0"-17,0 0-17,0 0-12,0 0-8,0 0-5,0 0-2,0 0-2,29-16-8,-20 13-4,4-4-2,1 2-5,5-4-7,7-2-6,-2-3-9,2 2-8,4 2-7,-4-1-1,0 2-16,-10 2-4,4 2-7,-6 1-4,1 1-5,-5-1-6,1 3-11,-11 1-13,17-2-6,-17 2-4,0 0-1,9 3-6,-9-3-12,0 0-20,0 0-18,0 0-21,0 0-19,0 0-29,-20 25-20,20-25-38,-7 7-156,-3-4-367,10-3 162</inkml:trace>
  <inkml:trace contextRef="#ctx0" brushRef="#br0" timeOffset="828">33 439 160,'0'0'191,"0"0"8,0 0-1,0 0-12,20 9-15,-20-9-15,30-3-10,-15-3-13,5 4-13,6-8-14,-2 3-10,5-3-8,-2 3-8,2-1-23,-4 1-30,-7 4-30,-1 1-33,-8-1-32,8 0-44,-7-2-63,-10 5-112,12-3-311,-12 3 138</inkml:trace>
  <inkml:trace contextRef="#ctx0" brushRef="#br0" timeOffset="1422">532 707 175,'0'0'166,"3"-40"-4,-3 40-5,10-15-12,-10 15-13,7-14-12,-1 7-12,0-2-6,2 2-7,-2-1-9,-2-5 0,2 0-8,0 5-8,2-5-7,-5 5-4,5 0-3,-5-2 1,-3 10 3,9-10 3,-9 10-4,3-11-5,-3 11-1,0 0-7,4-11-5,-4 11-5,0 0-4,0 0 0,0 0-5,0 0-9,0 0 7,-16 28-2,8-18-4,5 3-1,-2-2 1,1-2-5,2 3 0,-1-1 7,3 0-4,0-11 2,-3 17-2,3-17 2,6 12-5,-6-12 5,11 8-4,-11-8-1,15 6-1,-7-6-15,-8 0-28,19 0-21,-19 0-26,20-7-20,-20 7-28,20-7-74,-13 0-161,-1 0-389,-6 7 172</inkml:trace>
  <inkml:trace contextRef="#ctx0" brushRef="#br0" timeOffset="1797">628 365 50,'0'0'191,"0"0"-17,13-2-18,-13 2-12,0 0-16,11-4-25,-11 4-24,0 0-35,0 0-29,0 0-35,0 0-39,0 0-109,0 0-181,0 0 80</inkml:trace>
  <inkml:trace contextRef="#ctx0" brushRef="#br0" timeOffset="2095">874 502 224,'0'0'222,"0"0"-21,0 0-20,0 0-18,0 0-17,0 0-19,0 0-12,0 0-10,0 0-8,0 0-9,0 0-8,0 0-7,9 15-7,-9-15-5,5 8-6,-5-8-7,6 9-2,-6-9-6,8 10-1,-8-10-3,9 6 1,-9-6-10,0 0 1,12 5-5,-5-1-3,-7-4 2,0 0-4,14 0-1,-14 0-2,0 0-2,0 0-1,0 0-3,20-6 1,-20 6-2,6-6 0,-6 6 0,6-9-2,-6 9 1,0 0-4,3-16 4,-3 16-4,3-13 1,-3 13 0,0 0 1,0-12 10,0 12 7,0 0 7,0 0-1,0 0 2,0 0 0,0-13-9,0 13-3,0 0-5,0 0 4,0 0 12,0 0 10,0 0 3,-12 35-2,4-21-1,0 1 1,1 8 3,-2 2 6,1 1 11,2 2-5,-1 7-4,-2 0-14,3 3 4,-2-2 2,2-1-9,1 2 3,2-11-3,-3 11-5,0-10-5,0-1 0,5 2 2,-5-4-4,0-2 7,4-5-14,-4-1-3,0 0-1,1-5 7,4-3-7,1-8 0,-6 15 3,1-9-4,-1 1 3,6-7-4,-13 11 7,5-9-9,8-2 0,-18 0 3,4 0 1,14 0-2,-19-6-5,10 3-1,9 3-2,-17-12 13,9 2 0,-2 0-14,4-3 0,0 2-2,3-6 0,0 4-5,3-1-1,3 0 1,3-1-1,0-2 6,1 1-20,5-5-11,-1 6-20,6-5-20,2 1-23,1 0-32,3 1-49,5-7-52,-9 4-270,3 0-540,9-4 240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16.5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98 57 253,'0'0'245,"0"0"-17,0 0-16,0 0-22,0 0-16,0 0-15,0 0-21,0 0-14,0 0-13,0 0-12,0 0-10,0 0-9,0 0-4,0 0-5,0 0-3,21-21 0,-21 21-3,24-5-4,-8 2-5,-1-1 2,3-2-7,-3 3-1,-1-1-9,4 1-5,-6 1-4,2 2-2,-5-3-12,-9 3-13,15-2-22,-15 2-16,12-1-9,-12 1-9,0 0 3,0 0-4,0 0-14,13 6-18,-13-6-19,0 0-32,0 0-40,0 0-172,-21 22-377,14-17 167</inkml:trace>
  <inkml:trace contextRef="#ctx0" brushRef="#br0" timeOffset="312">0 332 21,'0'0'248,"0"0"-18,0 0-17,0 0-14,0 0-18,0 0-15,33-15-10,-21 11-15,2-2-12,-1 2-11,1 2-11,4-2-12,-3-1-9,0 3-7,-4-1-6,-11 3 0,26-2-30,-17 2-25,-9 0-31,19-1-22,-19 1-29,16 0-30,-16 0-21,12 0-32,-12 0-43,13-2-97,-13 2-310,11-5 137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17.1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154 65 71,'0'0'213,"0"0"-19,0 0-13,0 0-15,0 0-14,0 0-17,0 0-8,0 0-5,0 0 12,0 0-1,-15 17-9,15-17-7,-12 13 1,6-4-4,-1 2-5,-1-1-7,0 2 4,-2 1 1,2-2-11,-1 4 2,2 0-2,-4 1-3,4-1-8,-1-2-9,0 2-8,2-2-3,2 4-5,4-4-1,0 2-7,-3-3-5,4 0-4,1-1 2,10-1-4,-9-1-1,8-4 0,-1 3-7,2-6-4,5 0 3,3-2-6,7-3-4,0-2-1,0-2-4,0-3 0,1 2-2,-3-2 1,0-1-2,-1-3-3,-2 3-1,-3 1 0,-4 1-1,-2-3 0,-1 1-1,1 1 0,-7-1 0,1-1 0,-1-1 1,-3 5 0,0-2 0,-3-5-1,-4 1-8,-2-1 2,-3 0 3,-5-4-4,-3 2 0,1-1 1,-4 1-4,-1 2 4,-2 3-3,1 1-1,-1 3 2,-1-1-3,-2 4 6,6 1-27,-2 4-22,-4 2-42,6 2-58,-7-1-71,4 6-123,-2-1-183,5 0-566,-6-5 251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2:19.39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1446 394 39,'0'0'175,"0"0"-3,0 0-10,0 0-5,0 0-5,3-10-10,-3 10-12,0 0 5,0 0-10,0 0-5,0 0-10,0 0-6,0 0-7,0 0-5,0 0-10,0 0-12,0 0-5,0 0-9,0 0-2,0 0-10,0 0-4,0 0-4,0 0-13,0 0 10,0 0-7,0 0-1,0 0 2,0 0 5,0 0-3,-7 43 2,1-29-6,4 3 0,-2 0 1,1 6 7,-3-6-6,1 10 5,-1-2-6,0 2 4,1-3-3,2 4-2,-4-3 0,1 3 0,-2-2-5,2 1-3,-1-4-1,1-2 1,0-6-3,3 0-1,-2-3-2,-1 1 25,3-5 1,3-8-7,-6 15-3,6-15-4,-5 10 6,5-10-8,-1 8 1,1-8 0,0 0 6,-6 10 5,6-10 0,0 0-6,0 0-5,0 0 2,-9 2-4,9-2-1,0 0 0,0 0-6,0 0-3,-12-17-6,12 17-3,-2-17-4,2 3 0,0-1-3,2-2 3,4-5-11,-5-3-6,4-3-3,-2 1-5,3-2-1,1 1 0,1 3 3,-2-2 1,0 2 1,5 1 3,-4 4 2,-1 1 2,0 6 5,2-1-4,-2 2 3,-3 3 1,3 0-1,-6 9 4,8-13-2,-8 13-1,6-11 4,-2 7 0,-4 4-2,11-5 2,-11 5 1,9-10 0,-9 10 1,9-3 0,-9 3 1,12-6 1,-12 6-1,14 0-2,-14 0 10,13 6-10,-13-6 0,12 7 3,-7 0 1,1 1-3,0 1 4,0 0 1,-2 0-1,4 4-1,0 1 2,-2-3 0,-3-1 0,3-2-1,0 1 1,-2-1-1,-1-1 2,-3-7 2,8 11-1,-8-11 0,4 5 4,-4-5 0,0 0 1,14 0-1,-14 0-2,0 0 2,18-16-2,-15 10 2,3-5-4,2 0 4,-1 0 0,-2-3-3,1 2 2,0-4-3,2-1 3,4 2 0,-9-4-4,10-4 3,1-1-1,3 0-2,-4-1-2,2 1-1,1 2-5,0 2 6,-5 5-1,1 4-2,-2 0-2,-5 2-2,1 3 1,-6 6-3,11-8 4,-11 8-2,9-3 4,-9 3-3,0 0 0,0 0 5,0 0-2,12 15 2,-12-15-3,3 9 0,-3-9 3,0 0-1,-2 17 6,2-17 10,0 14 2,0-14 2,0 16-1,0-16 1,0 14 6,2-3 8,-2 4 19,-2 0-2,2 1 0,-1-1 6,1 13 13,-2-2 12,-1 10 12,2 2-7,-2 2 1,-2-3-11,4 2-4,1 4 14,-3-2-13,6-3-3,-3-3 2,1-5-10,1-4-3,2 0-9,4-1-5,-5-2-3,1-5-5,2-5-2,0 0-2,-3-3-4,2-1-9,0 0-1,-5-9 4,3 12 3,-2-6-7,-1-6-3,5 10 8,-5-10-3,0 0-5,0 0-14,0 14-6,0-14-10,0 0-34,0 0-24,0 0-19,0 0-32,0 0-33,-22-2-40,22 2-63,-16-1-98,16 1-188,-29-11-593,14 3 263</inkml:trace>
  <inkml:trace contextRef="#ctx0" brushRef="#br0" timeOffset="1312">993 392 99,'0'0'210,"0"0"-2,0 0-14,0 0-16,0 0-12,0 0-18,0 0-16,0 0-15,0 0-12,0 0-11,0 0-5,0 0-5,0 0-5,0 0-4,0 0-4,0 0-3,0 0-2,0 0-5,0 0-4,3 43-5,-3-43 1,-5 14-12,5-14 0,-1 15-9,1-15-3,0 12-2,0-12-4,-3 12 2,3-12-6,0 0 2,0 13 2,0-13-9,0 0 2,0 0 3,0 0-5,0 13-4,0-13-3,0 0 6,0 0-3,0 0 3,0 0-1,0 0 1,0 0-5,0 0-1,0 0-1,0 0-3,0 0-2,12-35 1,-12 35-8,6-22-5,-2 9 1,-2-1 1,-1 0-5,-2 0-4,2-4 1,-1 4-2,-1 0 4,-1 0 2,2 1 1,-3 0-1,0 2 1,3 11 3,-6-18-1,5 10 2,1 8 0,-9-11 3,9 11-3,-10-9 1,10 9-1,-15-4 3,15 4 0,-22 4-1,6-3 3,-3 4-2,-1 1 0,-4 0 1,-5 5-1,0 0 4,1-1 0,-13 6-3,-3 1 3,2-4-1,-4 2-6,4 1 4,-3 3 5,1-5-4,-2 3 3,2 0-3,2 0 0,10-6 1,-9 6 1,5-3 1,7-6-2,4 1 0,-1 0 1,0 0 0,10-3-1,-3 2 2,1-3-3,5 1 2,2 0-1,-1-4 1,4 2-1,8-4 0,-12 7-4,12-7 5,-9 6-4,9-6 0,0 0 4,-3 9 8,3-9 2,0 0 1,17 10 2,-7-5 4,4 0-2,3-1 2,2 2-2,6-2-3,2 2 7,0 4 1,12-1 2,2 1 0,0 2 0,3-2-5,-2-3 3,2 6-4,0-5-2,3 3 0,0-4-1,-3 4 0,-3 1-1,-1 0 1,-3 3-5,-10-6 5,3 0-7,-6 2 5,2-1-7,-6-2 1,-2-3 1,-1-1 1,-4 3 19,-1-4 2,-1-1-5,-4 0 1,-7-2-2,16 7-2,-16-7 11,9 3 5,-9-3 11,0 0-4,0 0-4,0 0-4,0 0-7,0 0 2,0 0-5,0 0-4,0 0 2,0 0-7,0 0-1,0 0 1,0 0-3,0 0-3,0 0-2,0 0 0,0 0 5,0 0-10,0 0 2,0 0 0,-37 1-1,37-1 0,-10 6 3,10-6-5,-14 9 2,7-3-2,-1 2 3,-4-2-2,1 5-2,-2 2-1,-7 2 2,-1 2-1,-11 7 4,3 2-5,-2 1 1,-7 4 1,0 3 2,-3 1 1,-18 8 5,15-7 5,-10 9 4,13-11 3,0-1-2,2 0 4,-2-2 3,6-2 4,2 1-3,1-2 3,9-9-7,2 3-9,0-7-1,3 3 3,6-7 2,0 0-3,1 0-4,5-2-4,0 0 0,0-4 2,0 2-7,6-7-5,-8 9-6,8-9 3,-3 9-4,3-9 4,0 0-5,-4 10 3,4-10 1,0 0 3,0 0 6,0 0-7,-2 10-1,2-10 3,0 0-2,0 0 4,11 10-3,-11-10 3,10 1-1,-1 3 4,-9-4 0,26-2 1,-6 0 1,3-1-3,8-5-8,7-2 10,4-3-3,5-4 5,21-9 2,4 1 4,-18 10 1,17-10-4,-15 6 8,-4 3-10,-3 4-5,-2 2 3,-16 1-21,-1 5-10,-6 0-4,-6 3-1,2-1-3,-5 0-19,-4 2-9,-11 0 1,16 2 1,-16-2 5,11 5-7,-11-5-15,0 0-13,-5 15-33,5-15-27,-13 15-36,4-10-38,-4 3-193,0-4-451,2 2 200</inkml:trace>
  <inkml:trace contextRef="#ctx0" brushRef="#br0" timeOffset="2484">884 1364 187,'-5'-9'242,"5"9"-11,0 0-13,0 0-17,-4-8-23,4 8-19,0 0-16,0 0-16,0 0-7,0 0-3,0 0-16,0 0-7,0 0-11,0 0-7,-3 35-5,3-35-9,4 20-7,-1-12-4,2 3-5,1-1-2,-3-1-5,1 0-10,2 0-18,-1 1-32,-1-2-32,-1 2-35,-3-10-40,2 17-53,-2-8-188,0-9-400,-6 18 177</inkml:trace>
  <inkml:trace contextRef="#ctx0" brushRef="#br0" timeOffset="2969">592 1888 8,'0'0'180,"0"0"-15,0 0-20,0 0-16,0 0-10,0 0 0,0 0 12,0 0 2,0 0-9,0 0-9,-11 32 0,11-32-1,-7 24-8,2-12-4,2 4-4,0 0-10,1-2-4,-1 2-7,0 0-7,2 1-7,-4-1-1,5 0-8,-3 2-6,2-3-2,1 0-7,-5-4 2,5 6-6,-4-5-7,2-4-1,2-8-1,0 14-4,0-14 0,-3 12-3,3-12-2,-4 8 0,4-8 3,0 0 1,0 0 3,0 0 3,0 0 7,0 0-9,0 0 0,0 0-5,0 0-3,0 0-3,0 0-2,0 0-4,6-41-8,1 28-3,-1-2-7,2-3 3,1-2 0,2 4-5,-2 0 2,1 0 4,4-3-1,-1 0 4,3 1-3,-4 4 0,1 2 0,1 2 2,0-3 1,-2 3-5,-3-1 2,3 2 2,-5 2 0,1 0 0,-1 3-1,-7 4 0,14-5 0,-14 5-2,11-3 0,-11 3 3,0 0-3,0 0 4,0 0-2,9 14 2,-9-14 1,-8 17 3,2-4-1,-3 0-5,-2 2 6,2-1-3,-3 2 2,-4-1 0,4-2 0,-2 0 2,2 0-4,0-3 3,1 1-1,1-2 1,2-2-2,2-2 3,6-5 1,-14 9-1,8-5 2,6-4 0,-9 3-4,9-3 3,0 0-4,0 0-1,0 0-3,0 0 2,0 0 1,0 0-2,0 0 4,0 0-2,0 0 9,17-23 4,-8 18 5,-9 5 2,18-3 0,-9 1 0,2 0-3,5 0 2,-16 2-1,22 0-23,-13 2 1,-9-2 0,22 4-1,-13-4 5,4 1-2,-13-1 6,21 4-8,-12-1 7,-9-3-4,16 3 2,-7-1-1,-1 2-20,-8-4-22,14 4-22,-14-4-19,10 5-30,-10-5-32,6 5-53,-6-5-180,0 0-411,0 0 182</inkml:trace>
  <inkml:trace contextRef="#ctx0" brushRef="#br0" timeOffset="3719">1046 1883 3,'0'0'159,"0"0"-9,13 0-9,-13 0-16,14-5-10,-14 5-9,15-4-10,-5 2-6,0-1-15,-10 3-21,22-6-22,-22 6-13,17-5-26,-17 5 1,13-3-22,-13 3-9,13-9-23,-13 9-112,4-4-185,-4 4 82</inkml:trace>
  <inkml:trace contextRef="#ctx0" brushRef="#br0" timeOffset="3906">1018 2044 70,'0'0'194,"0"0"-15,26-10-20,-12 1-15,-1 4-12,1-3-11,1 3-14,-1 0-10,-4 2-8,1-2-24,-1 0-27,-1 1-28,-9 4-27,17-4-25,-17 4-25,11-4-15,-11 4-28,9-3-72,-9 3-196,0 0 87</inkml:trace>
  <inkml:trace contextRef="#ctx0" brushRef="#br0" timeOffset="4156">1383 1710 101,'0'0'204,"0"0"-12,0 0-4,0 0 8,0 0-5,0 0-9,-9 45-16,4-33-2,-1 7-11,3-3-11,3 1-8,-1 1-10,1 0-9,-3 4-11,3-4-2,3 0-12,-2-1-4,2 1-9,2-5-2,1 2-12,0-3-8,0 0-6,-3-3-5,1-2-18,2-1-22,-6-6-27,4 10-31,-4-10-32,4 8-44,-4-8-46,0 0-62,0 0-149,0 0-419,0 0 185</inkml:trace>
  <inkml:trace contextRef="#ctx0" brushRef="#br0" timeOffset="5203">265 213 175,'0'0'171,"0"0"-7,0 0-6,0 0-8,0 0-3,-6-15-9,6 15-8,0 0-9,0 0-8,0 0-9,0 0-7,-2-12-7,2 12-7,0 0-13,0 0-4,9-18-5,-9 18-5,10-11-6,-7 5-8,3-1-3,-6 7-5,13-11-2,-5 2-1,-1 5-8,2-1 0,-1-1-2,0 1-3,-8 5-5,13-3-1,-13 3 2,17 0-5,-17 0-3,16 5 0,-9 0 0,-7-5-1,13 12 3,-10-2 0,2 1-3,-2 4-1,0-4-1,0 4 3,0 0-5,0-1 4,-5-1-2,1 2-1,1 0 1,-3-4 3,1 2-2,2-13-4,-4 18 0,4-18 3,-3 15 0,3-15 2,-5 11-4,5-11 5,-3 8-1,3-8 4,0 0 0,0 0-4,0 0-3,0 0-1,0 0-1,0 0 4,0 0-3,0 0-3,0 0 2,9-34 1,-1 22 2,-4-2-2,2-2-1,0-1 5,2 1-2,1-3-2,3 0-4,-4-3 3,-2 6 2,1 2-2,1 0-3,2 0 3,0 1 0,-4 5-3,0-1 3,0 1-3,-6 8-2,12-9 0,-8 5-1,-4 4 0,0 0-1,17-1 5,-17 1-6,0 0 10,14 12-6,-8-4 4,-3 1-3,-3-9 6,6 15-6,-5-6 3,2 2-3,-1 0 3,-2-11-4,1 19 5,-1-10 1,0-9-2,3 15-2,-3-15 5,0 13-3,0-13-2,0 0 3,-3 12 2,3-12 1,0 0 0,3 12-1,-3-12 4,0 0-2,0 0 8,0 0 5,0 0 8,0 0-1,0 0-6,0 0 0,0 0-2,0 0 0,0 0-5,0 0-1,18-34-1,-7 22-2,-2-3 1,9-4-4,-4 1 3,-5 3-3,2 1-2,1-3 3,-2 6-3,2-4 0,-6 6 4,2 5-3,0-3-4,-2-1 0,-6 8-3,10-11 0,-10 11 3,0 0 3,14 3 9,-14-3 2,7 12 3,-7-12 1,6 17 8,-6-5-1,2 3-2,-1-2-1,-1 0-4,3 3-1,-3-2 2,2-5-17,-1 6-22,1-4-37,1 0-44,-3-11-61,2 17-77,-2-17-170,-2 14-441,2-14 195</inkml:trace>
  <inkml:trace contextRef="#ctx0" brushRef="#br0" timeOffset="6782">2133 1027 73,'0'0'135,"0"0"-12,0 0-4,0 0-13,0 0-6,0 0-11,0 0-1,0 0-6,0 0-5,0 0 0,0 0-10,0 0-1,0 0-4,0 0-3,0 0-8,0 0-1,0 0 1,0 0 5,0 0 9,0 0 13,0 0-4,-12 32-4,7-16-6,-1-2-4,5 2-6,-7 3-3,4-1-6,-1 4-5,2-4 1,-6 2-7,5-6-3,-2 5-3,3 1 0,-2-7-2,2-2-5,0-1 0,0 1-6,3-11 5,-3 14-6,3-14 0,-5 9 1,5-9-2,0 0 1,-4 13 1,4-13 2,0 0 1,0 0-7,0 0 2,0 0-3,0 0 0,0 0-2,0 0-1,0 0-4,0 0 2,15-27 1,-10 18-3,4-2 0,0 1 0,-2-3-4,4 2-12,1-2-4,0-2-3,0 2 3,2-1 2,-1 1 1,-2 1-1,3 1 0,2-1 4,-4 2 2,-1 1-4,1-2 6,-3 7-1,0-3 1,-9 7 1,14-6-3,-14 6 0,9-5 0,-9 5 4,0 0-1,0 0 1,0 0 3,0 0-2,0 0 1,0 0 0,0 0-1,-20 31 0,7-20 1,-1 0 2,5 0-2,-8 0 0,7 1 2,-2 1-4,-1-3 1,4 1 0,2-3-1,-1 1-3,2-2 3,6-7-1,-10 15 3,10-7 0,0-8 2,0 0 9,7 20-1,-1-14 4,2-2 1,4 1-1,1-1 1,3 1 2,0-3 0,1 0-3,1-1 1,-3 1-2,5 0-1,-7-1-1,1 0-8,-2 1-19,-4 1-24,-8-3-27,15 6-22,-9-1-30,-6-5-36,4 8-164,-4-8-348,0 0 155</inkml:trace>
  <inkml:trace contextRef="#ctx0" brushRef="#br0" timeOffset="7625">2560 1170 135,'0'0'138,"-9"4"-4,9-4-12,0 0-6,0 0-9,0 0 0,0 0-6,0 0-6,0 0-5,0 0-8,0 0 4,0 0-12,0 0-5,0 0-1,0 0-2,0 0-1,0 0 0,0 0-5,0 0-5,0 0-7,0 0 5,0 0-13,0 0-3,0 0-6,0 0-3,0 0-2,0 0-1,0 0-5,0 0-1,19-25-2,-19 25 0,9-7 2,-9 7-4,12-6 1,-12 6-4,13-3 2,-13 3-5,7-5 2,-7 5-1,11-4-1,-11 4 0,0 0-3,10-4 3,-10 4-6,0 0 1,0 0 2,0 0-1,14 0 1,-14 0 1,0 0 1,0 0 8,0 0 2,0 0 7,0 0 8,0 0-2,0 0 0,0 0-2,0 0-3,0 0-5,0 0 1,0 0-1,0 0-4,0 0-1,-2 20-2,2-20-2,0 0-1,0 0-4,-3 15 3,3-15-5,0 0 0,-3 19-1,3-19 1,-4 13 1,4-13 0,-3 13 2,-2-4-1,5-9 0,-7 16 0,1-8-1,0 1-1,1 0 1,-4-3-2,0 5 2,-2-2 0,4 0-2,-1-3 0,1 0-1,2 2 1,5-8 0,-14 10-1,8-5 0,6-5 2,-10 7-2,10-7 0,0 0-2,-9 6 1,9-6 0,0 0-3,0 0 0,-9 8 1,9-8-1,0 0-1,0 0 0,0 0-1,0 0-1,0 0 3,-8 5 0,8-5 1,0 0-3,0 0 2,0 0 1,0 0 4,0 0-5,0 0-1,0 0 1,0 0 5,0 0-2,0 0-1,0 0-1,0 0 5,0 0-5,0 0 0,0 0 0,0 0 1,0 0-5,0 0 3,0 0-3,0 0 4,0 0-3,0 0 0,0 0 3,0 0-1,0 0-1,0 0 8,0 0-7,0 0 1,0 0-2,0 0 2,0 0 0,0 0 3,0 0-3,0 0 3,0 0-3,0 0 2,0 0-2,0 0 1,0 0 1,0 0 1,0 0-2,0 0 4,0 0-5,0 0-1,0 0 7,0 0-8,0 0 7,0 0-4,0 0-2,0 0 1,0 0-2,0 0 2,0 0 0,0 0-1,0 0 0,0 0-3,0 0 4,0 0-1,0 0 1,0 0-1,0 0 3,0 0-1,0 0 0,0 0-3,0 0 1,0 0 0,0 0 0,0 0-2,0 0 4,0 0-1,0 0 0,0 0 2,0 0-2,0 0-1,0 0 0,0 0 3,0 0-1,0 0 1,0 0-1,0 0-2,0 0 1,0 0 0,0 0 1,0 0-3,0 0 1,0 0 0,0 0 4,0 0-4,0 0 2,0 0-1,0 0 0,0 0 0,0 0 0,0 0 1,0 0-3,0 0 3,0 0-3,0 0 0,0 0 0,0 0 2,0 0-2,0 0 4,0 0-4,0 0 3,0 0 1,0 0-1,0 0 0,0 0-1,0 0-2,0 0 4,0 0-3,0 0 3,0 0 1,0 0-2,0 0 3,0 0-2,0 0-1,0 0-2,-10 4 1,10-4 3,0 0-4,0 0 1,0 0 1,0 0-2,0 0-2,-10 6 3,10-6 0,0 0-1,0 0-1,0 0 1,0 0 2,0 0 0,0 0 0,0 0-1,0 0 2,0 0-2,0 0 1,0 0 2,0 0-1,0 0 0,0 0-2,0 0 1,0 0-1,0 0 2,0 0-1,0 0-1,0 0 2,-10 6 0,10-6-3,0 0 1,-8 5-1,8-5 0,0 0-1,0 0 3,0 0 2,-7 7-1,7-7 1,0 0 1,0 0-1,0 0-1,0 0 1,-8 7-1,8-7 1,0 0 0,0 0 5,0 0 3,0 0 4,0 0 3,0 0 0,33 0-1,-33 0 1,28-7-2,-9 6-5,-2-3 0,6 0 1,2 0-1,-5 1-1,0 1-14,-4 0-25,4 2-18,-3 2-9,-1 0-30,-1 1-37,1-2-60,-4 2-244,-12-3-464,9 8 206</inkml:trace>
  <inkml:trace contextRef="#ctx0" brushRef="#br0" timeOffset="9360">2531 1259 2,'0'0'149,"0"0"-8,0 0 0,0 0 0,-11-4 2,11 4-4,0 0-4,0 0-1,0 0-9,0 0-2,0 0-15,0 0-6,0 0-7,0 0-7,0 0-6,0 0-5,0 0-5,0 0-5,-10-4-6,10 4-4,0 0-4,0 0 4,0 0 4,0 0-3,0 0-2,30-9-2,-18 5-11,3-1-2,0-1-5,2 4-2,-2-5-3,2 3-16,-1 0-26,1 1-27,-2 1-45,-3 2-54,-1 2-55,-11-2-185,17 3-409,-14 3 182</inkml:trace>
  <inkml:trace contextRef="#ctx0" brushRef="#br0" timeOffset="10376">2685 487 70,'0'0'200,"0"0"-6,-10-8-18,10 8-6,0 0-8,0 0-8,0 0-11,0 0-12,0 0-9,0 0-14,0 0-11,0 0-11,0 0-9,0 0-7,0 0-5,31-8-7,-31 8-7,20-3-1,-8 3-7,0-2-4,3 0-5,1 0 0,-1 4-5,1-4-5,1-2-14,-3 4-14,2-1-14,-2-1-8,-14 2-15,18 0-8,-4 0-3,-14 0-20,16-2-6,-16 2-11,12 4-20,-12-4-3,11 1-15,-11-1-17,0 0-102,0 0-267,0 0 118</inkml:trace>
  <inkml:trace contextRef="#ctx0" brushRef="#br0" timeOffset="10751">2682 689 111,'0'0'214,"0"0"-16,0 0-17,0 0-16,0 0-6,0 0-9,0 0-8,0 0-11,32-18-15,-12 10-5,-7 3-18,7-1-7,-2-1-12,0-2-4,-1 3-7,0 2-20,-4 1-20,5-2-24,-9 3-29,-9 2-34,25-1-31,-16 1-35,-9 0-172,0 0-327,0 0 144</inkml:trace>
  <inkml:trace contextRef="#ctx0" brushRef="#br0" timeOffset="11094">3473 274 53,'0'0'185,"0"0"-10,0 0-6,0 0-17,-13-3-9,13 3-11,0 0-10,0 0-14,0 0-10,0 0-4,0 0-2,-20 10-6,20-10 6,-6 11-5,-2-4 3,2 3-6,0-3 1,-3 6-2,2-2 7,-5 4-4,4-1 4,-3 1-14,2 3 3,2-4-6,-2 5-8,1 4-4,2-5-1,3-2-8,0 0 0,3-3-7,0 2 2,3-1-9,-3-3-1,3-3-5,3 1 0,2-3-3,5 1-1,-2-4-1,7-2-4,-1-1 0,2-6-1,1 3-4,7-3 0,-1-5-5,-3 3 0,-4-2-2,6-1 2,-9 0-2,-1 3 0,2-1-1,-8-2-1,2 3 1,-4-4-1,-1 4 0,0-5-3,-3 2 0,-3 2 1,0 9-1,-6-21 1,-1 10-6,-2-1 5,-5-1-7,2 5 2,-5-5-1,1 4 1,-4 0 1,3 4-2,1 2-14,-10 0-26,-1 4-32,4 1-49,-3 4-66,-1 2-323,1 3-553,4-5 244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0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15 114 380 0 0,'-14'-19'9415'0'0,"17"22"-9324"0"0,0-1 0 0 0,0 1 1 0 0,0-1-1 0 0,1 1 0 0 0,0-1 1 0 0,-1 0-1 0 0,1-1 0 0 0,0 1 1 0 0,0-1-1 0 0,0 1 0 0 0,0-1 0 0 0,0 0 1 0 0,0-1-1 0 0,0 1 0 0 0,0-1 1 0 0,0 1-1 0 0,0-1 0 0 0,5-1 1 0 0,14-1 51 0 0,1 0 0 0 0,26-7 0 0 0,4-1 48 0 0,84-14 80 0 0,-25 3-98 0 0,3 4-49 0 0,157-18-174 0 0,-251 36-1551 0 0,-43 8-2186 0 0,15-9 1032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1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30 256 0 0,'-10'-9'9920'0'0,"17"12"-9736"0"0,0-1 0 0 0,0 1 0 0 0,0-2-1 0 0,1 1 1 0 0,-1-1 0 0 0,0 0 0 0 0,1 0-1 0 0,14-1 1 0 0,67-10 670 0 0,-22 1-461 0 0,-1 5-76 0 0,190-8 638 0 0,-209 19-751 0 0,-46-6-176 0 0,6 2 113 0 0,-17 1-3885 0 0,0 1-1337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3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80 596 0 0,'0'0'3664'0'0,"-5"3"-298"0"0,16 1-3199 0 0,-1 0-1 0 0,1-1 1 0 0,-1 0-1 0 0,1-1 1 0 0,0 0-1 0 0,0 0 1 0 0,0-1-1 0 0,21-1 1 0 0,99-14 39 0 0,-77 7 22 0 0,230-32 421 0 0,-176 21-436 0 0,9 0 47 0 0,-84 11-513 0 0,-32 7 11 0 0,-19 3-6154 0 0,14-2 4262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3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54 144 0 0,'0'0'421'0'0,"0"0"-244"0"0,0 0-1 0 0,0 0 1 0 0,-1 1-1 0 0,1-1 1 0 0,0 0-1 0 0,0 0 0 0 0,0 1 1 0 0,0-1-1 0 0,0 0 1 0 0,0 0-1 0 0,0 1 1 0 0,0-1-1 0 0,0 0 0 0 0,0 0 1 0 0,0 1-1 0 0,0-1 1 0 0,0 0-1 0 0,0 1 0 0 0,0-1 1 0 0,0 0-1 0 0,0 0 1 0 0,0 1-1 0 0,1-1 1 0 0,-1 0-1 0 0,0 0 0 0 0,0 1 1 0 0,0-1-1 0 0,1 1 530 0 0,-1-1-530 0 0,0 0 1 0 0,0 0-1 0 0,1 0 1 0 0,-1 0-1 0 0,0 1 1 0 0,1-1-1 0 0,17-6 426 0 0,0 1 0 0 0,0 0 0 0 0,0 2 0 0 0,34-3 0 0 0,20-3-36 0 0,6-3 195 0 0,154-2 0 0 0,-168 13-506 0 0,-45 0-134 0 0,0 1 0 0 0,-1 0 1 0 0,35 7-1 0 0,-43-2-433 0 0,-12 2 455 0 0,-7-2-2060 0 0,-3-3-4579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5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9 280 0 0,'2'0'9161'0'0,"22"1"-9156"0"0,478-9 889 0 0,-447 7-349 0 0,-34 1-1429 0 0,-2-1-3282 0 0,-38 1 1956 0 0,14 0 169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5:15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1 488 0 0,'0'0'4548'0'0,"23"1"-937"0"0,-23-1-3602 0 0,0 0-1 0 0,0 0 0 0 0,-1 0 1 0 0,1 0-1 0 0,0 0 0 0 0,0 0 0 0 0,0 0 1 0 0,-1 0-1 0 0,1 0 0 0 0,0 0 1 0 0,0 0-1 0 0,0 1 0 0 0,-1-1 0 0 0,1 0 1 0 0,0 0-1 0 0,0 0 0 0 0,0 0 1 0 0,0 0-1 0 0,-1 0 0 0 0,1 1 0 0 0,0-1 1 0 0,0 0-1 0 0,0 0 0 0 0,0 0 1 0 0,0 1-1 0 0,0-1 0 0 0,0 0 0 0 0,-1 0 1 0 0,1 0-1 0 0,0 1 0 0 0,0-1 1 0 0,0 0-1 0 0,0 0 0 0 0,0 0 0 0 0,0 1 1 0 0,0-1-1 0 0,0 0 0 0 0,0 0 0 0 0,0 0 1 0 0,0 1-1 0 0,0-1 0 0 0,0 0 1 0 0,13 3 197 0 0,33-4-23 0 0,-25 0-60 0 0,192 1 376 0 0,-172 1-431 0 0,-23-2-10 0 0,1 2 0 0 0,25 3 0 0 0,-32-6-73 0 0,8-1 190 0 0,-19 3-202 0 0,-1 0 0 0 0,1 0 0 0 0,-1 0 0 0 0,1 0 0 0 0,-1 0 0 0 0,0 0 0 0 0,1 0 0 0 0,-1 0 0 0 0,1 0 0 0 0,-1 1 0 0 0,0-1 0 0 0,1 0 0 0 0,-1 0 0 0 0,0 0 0 0 0,1 0 0 0 0,-1 1 0 0 0,0-1 0 0 0,1 0 0 0 0,-1 0 0 0 0,0 1 0 0 0,1-1 0 0 0,-1 0 0 0 0,0 1 0 0 0,0-1 0 0 0,1 0 0 0 0,-1 1 0 0 0,0-1 0 0 0,0 0 0 0 0,0 1 0 0 0,1-1 0 0 0,-1 0 0 0 0,0 1 0 0 0,0-1 0 0 0,0 1 0 0 0,0-1 0 0 0,0 0 0 0 0,0 1 0 0 0,0 0 0 0 0,-6 2-1624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8:18.2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117 266 17,'0'0'121,"0"0"-12,9-19-9,-9 19-5,8-11-7,-8 11-5,10-10-6,-10 10 0,6-7 1,-6 7 0,8-11 4,-8 11-1,0 0 3,6-7-4,-6 7 0,0 0-7,0 0-4,0 0-6,3-8-5,-3 8-8,0 0-3,0 0-4,0 0-2,0 0-9,0 0 4,0 0-7,0 0 0,0 0-5,0 0-14,0 0 10,0 0 0,0 0-3,10-6-4,-10 6-5,0 0 2,0 0-1,0 0 2,0 0-1,0 0-6,0 0 5,0 0 1,22 3 0,-3-2-3,5-1 2,8 4 1,9-4-1,4 1 0,5 3-2,3-3-5,2 3 4,19-1 0,-15 1-1,14 2 2,-19-3-13,6 2 10,-13 0 1,2-1-2,-5 2-6,-16-1-13,-5-2-13,-6-1-10,-2 1-26,-8-1-4,1 1-6,-8-3-7,0 0-13,0 0-15,0 0-155,0 0-285,0 0 126</inkml:trace>
  <inkml:trace contextRef="#ctx0" brushRef="#br0" timeOffset="598">456 0 4,'0'0'182,"0"0"0,0 0-12,0 0-12,0 0-11,0 0-17,0 0-19,0 0-7,0 0-20,0 0-8,0 0-8,0 0-4,0 0-9,-21 5-3,21-5-6,-22 10 1,6-3-7,-7 2-4,5-2-4,1 2-10,-8 0-6,0-1 6,3 1-7,-4-3 2,3 4-8,4-5-1,-6 4 1,6 0-6,-2 1 4,1-1 2,3 0-4,-1-2-2,1 1 2,2 2-5,2-3 1,4-1-5,0 1 0,-1-1 7,6 1-3,-2 2-3,6-9 5,0 0-4,9 19-1,-3-14 4,3-1 1,8-1-13,-1-1 8,3 4 6,6-1 11,2-4 0,2 3-2,3-2 2,-2 1 5,1 0-7,-6 1 1,-1 0-1,-5 1-15,-1-1-23,-3 2-41,-6-1-15,2-1-47,-5 0-159,1 1-311,-7-5 139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8:23.3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0 121 92,'3'-16'144,"-1"8"-8,-2 8 4,3-15-4,-3 15 1,3-13-1,-3 13 1,0-13-7,0 13-11,0 0-8,-3-17-5,3 17-4,3-11-14,-3 11 5,0 0-7,0 0-2,-3-16-9,3 16-3,0 0-7,0 0-8,0 0-9,0 0-3,0-12-4,0 12-6,0 0-6,0 0-4,0 0-2,0 0-5,0 0-3,0 0 3,0 0-2,0 0 2,0 0-2,0 0 6,22 24 1,-16-17 5,2 2-11,1 2 5,2 3-3,-2 0-1,1 0-2,-1 0 6,2 2-1,-2-1 1,5 8 0,-5-7-6,4 3 3,-5 6-7,4-6-1,-5 3 3,3-5-4,-3-1 1,-1 0 3,0-2-6,-1 0-1,-1-4 2,4 2-4,-5-1 1,-2-4-2,2 1-14,-3-8-12,6 11-13,-6-11-15,6 9-23,-6-9-34,0 0-76,0 0-236,0 0-453,0 0 201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8:25.0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33 97,'0'0'116,"0"0"-7,0 0 1,0 0-8,0 0-1,0 0-10,0 0 8,0 0-7,0 0-9,0 0-3,0 0-1,0 0-5,0 0-6,0 0-1,0 0 0,0 0-2,0 0-11,0 0 2,0 0-4,0 0-3,0 0-4,0 0-11,0 0 1,0 0-3,0 0-5,27-19-5,-27 19 3,13-4-8,-13 4 3,12-1-4,-12 1-4,10-4-1,-10 4 3,13-1 3,-13 1 3,17-2-1,-17 2 0,10-2 2,-10 2-5,16 0 0,-16 0 5,15 0-4,-15 0 0,12 0-6,-12 0 1,16 4-4,-16-4 1,14 5-1,-14-5-1,18 3-1,-10 1 0,-1-1-2,-7-3 6,12 9-8,-7-4 0,-5-5 2,9 9-5,-9-2 1,0-7-2,0 0 3,6 12-1,-6-12 1,0 0 1,-6 17-3,6-17 2,-8 15 1,2-8 1,-1-2-5,1 2 3,-3 0-1,3-2 1,6-5 0,-14 17-1,5-12-1,1 3-1,1-1 5,-5 2-6,4-2 6,2 0-1,-1 2-4,7-9 1,-16 10-1,13-3 2,3-7 2,-10 13-4,4-6 6,6-7-4,-8 12 0,2-6-1,6-6-1,-9 8 2,9-8-5,-4 7 4,4-7-2,0 0 0,-7 11 2,7-11 1,0 0 1,0 0-2,-6 7-1,6-7 2,0 0 2,0 0-1,0 0 1,0 0 10,0 0 10,0 0 7,0 0 3,14 12 1,-14-12 2,15 3-4,-1-3-5,2 2 0,1 0-5,3 2-2,7-2 1,0-1-4,5 3 1,7-1-21,-5 0-22,-6 1-46,6-2-67,-3-1-259,-2-1-431,0-3 190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8:28.5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148 56 24,'0'0'133,"0"0"-4,0 0-14,0 0-3,0 0-7,0 0 0,0 0-10,0 0-4,0 0-7,0 0-2,0 0-6,0 0 0,0 0-4,0 0-5,0 0-6,0 0-7,0 0-3,0 0-3,-12-30-4,12 30-5,0 0-2,12-7-5,-12 7 0,0 0 6,12-7-2,-12 7-5,9-5-4,-9 5-1,0 0-6,20-2 3,-10-2-2,-10 4 1,18 0-3,-1-1-2,-17 1 0,20 1-4,-10-1 0,-10 0 1,23 4-1,-12-4-2,-4 4-1,-7-4 0,18 3-3,-12 1-1,-6-4-3,9 7-1,-9-7 3,7 8-1,-7-8-1,4 13 0,-4-13 1,-6 13 0,6-13-2,-12 13 3,4-6-3,-4 2 2,-1 0-4,-3-2 0,3-1 0,-1 0-5,1 3-1,-1-4 0,3-2-1,11-3 0,-16 6 2,8-5-4,8-1 5,-12 6-4,12-6 7,-7 5-6,7-5 1,0 0 7,0 0-5,0 0 1,0 0 0,0 0 4,0 0-1,21 19 4,-12-15-4,1 1 8,4 0 3,0 4-3,1 0 6,-2-2 3,1 3 2,3 1 1,-2 0-2,-2-1 0,-1 1 12,-2 0-11,2 1-6,0-2 0,-8-1-1,1 2 1,-1-3-1,-4-8-2,-3 18 2,3-18 0,-10 15-2,-4-8-1,-2 1-2,-4-1 4,-7-4-5,-1 2 3,1-5-1,0 2-1,-2-4-1,-1-1 3,3 3-3,7-3-1,3 1 3,-2-4-1,5 1 4,-1 1 4,4-1 5,2 2 1,9 3-1,-13-6-3,13 6-3,-12-1 3,12 1-8,0 0-26,0 0-28,0 0-45,0 0-45,0 0-93,0 0-129,0 0-387,0 0 171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09:26.62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9 205 92,'-6'-9'99,"6"9"-9,0 0-2,0 0-4,0 0 2,0-15-8,0 15-6,0 0 5,0 0-8,0 0-3,0 0-16,0 0 2,0 0-3,0 0 1,0 0-10,-3-11-4,3 11-9,0 0 1,0 0 3,0 0-4,0 0-7,0 0 4,0 0-2,0 0 6,0 0-2,0 0 1,0 0 1,0 0-5,0 0 0,0 0 3,0 0-2,0 0-5,0 0 2,0 0-7,0 0 2,0 0-6,0 0 0,0 0 3,0 0-6,0 0 4,0 0 7,0 0 4,0 0-5,21 0 6,-21 0 2,0 0-3,0 0 0,22 9 2,-11-7 0,0 0 6,5-2-9,1 0 2,9 0-2,2 0-5,15 2 0,1-4-2,-1 2 2,0 0-2,5-2-4,4 2-1,2-2 1,2 0-1,18 1-1,-19-1-2,2 2-1,-7 0 0,0-2-2,-6 2 1,-3-2-1,-11 6-6,-3-4-6,-4 3 5,-5-3-1,-1 2-19,-1 0 9,-4 0 1,-3 0-5,-9-2 4,16 3-7,-9 0-5,-7-3-8,15 3-4,-15-3 0,0 0-16,9 4 8,-9-4 1,0 0-26,0 0-24,0 0-55,0 0-80,0 0-251,0 0 111</inkml:trace>
  <inkml:trace contextRef="#ctx0" brushRef="#br0" timeOffset="745">547 0 97,'0'0'91,"0"0"2,0-12-21,0 12 0,0 0-2,0 0-7,0 0-4,0 0-4,0 0-6,0 0 0,0 0-8,0 0 9,0 0-4,0 0 4,-21 22-1,21-22 3,-14 5-10,7-1-2,-4 3-3,11-7-1,-16 9-2,2-1-3,0-3-7,-1 3 5,2-2-8,-4 0-2,-1 2 3,-2 1-21,-1-1 18,-5 1-5,2 0 3,-3-1 0,3-1-2,4 0-2,0-3-1,1 1-7,-1 1 5,2-1-8,0-1 6,3 0 1,-2-1-4,8-1 0,9-2-2,-18 3 4,18-3-3,-15 3-2,15-3-1,-11 2 1,11-2-13,0 0 15,-8 5-17,8-5 9,0 0 8,0 0-5,0 0-8,0 0 12,0 0 0,0 0-5,0 0 9,0 0-2,0 0-5,25 12-4,-25-12 6,9 2-9,-9-2 8,0 0-4,13 1 3,-13-1 5,0 0-16,11 4 9,-11-4 5,0 0 3,0 0-2,10 2-5,-10-2 3,0 0-2,0 0 0,0 0 3,10 5 1,-10-5-2,0 0 2,0 0-1,0 0 2,3 11-12,-3-11 5,0 0-1,0 0 4,0 0 6,-2 15-2,2-15-5,0 0 4,0 0-2,0 12-1,0-12 1,0 0-4,0 0-8,0 0 8,0 0 9,0 0 0,0 0 14,0 0-8,0 0 9,0 0 3,0 0-1,0 0 9,0 0 4,0 0-3,0 0 2,0 0-4,0 0 0,0 0-8,0 0 0,0 0-2,0 0-4,0 0 2,0 0-3,0 0-4,0 0 2,0 0-4,0 0 3,0 0-2,0 0-1,0 0 4,0 0-5,0 0 2,0 0 4,0 0-7,0 0 3,0 0-5,0 0-3,0 0 0,0 0 4,0 0-1,0 0 6,14 7-2,1-4 0,1 1-1,9 0-1,2 0 2,0 7 1,12-4 1,5 4-1,-13-2 3,8 4-7,-1 2 3,-10-4-2,-2 2-2,-2 1 1,2 2-2,-2-2 3,-3-1-4,1 1 1,-9-3-9,1-3-17,-1 1-3,1 3-12,0-3-22,-2-3-22,-5 1-14,5-1-30,-2 0-202,2-6-350,1 0 155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6:38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48 0 0,'8'-2'9248'0'0,"36"-6"-9089"0"0,530-53-236 0 0,-486 54-4953 0 0,-70 8 2582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6:39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32 380 0 0,'0'0'4040'0'0,"3"-2"-3524"0"0,4-1-252 0 0,-1 0 0 0 0,1 0 1 0 0,0 1-1 0 0,0-1 0 0 0,0 2 1 0 0,0-1-1 0 0,9 0 0 0 0,60-4 433 0 0,-46 4-479 0 0,233 0 899 0 0,-150 6-3866 0 0,-70-2 308 0 0,-27-1 249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6:40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63 396 0 0,'14'2'6244'0'0,"32"4"-5699"0"0,-21-4-15 0 0,38-1 8 0 0,99-12-1 0 0,-95 5-360 0 0,140-13 300 0 0,212-15 137 0 0,-89 31-474 0 0,-302 5-150 0 0,-9 0-1496 0 0,-7-1-3312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7:32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28 240 0 0,'0'0'1098'0'0,"3"-6"-491"0"0,3 4 3202 0 0,81 25-1837 0 0,-87-23-1905 0 0,114-2 1376 0 0,-78 4-1285 0 0,-27-1-144 0 0,0 0-1 0 0,0-1 1 0 0,-1 0-1 0 0,11-2 1 0 0,-9 1 3 0 0,-1 0 0 0 0,1 1 1 0 0,16 0-1 0 0,15 2 10 0 0,-17-3-13 0 0,0 2-1 0 0,36 5 1 0 0,-50-4-27 0 0,-4-1 10 0 0,0 1 1 0 0,0-1 0 0 0,0 0 0 0 0,13-1 0 0 0,145 12 25 0 0,-28-16-26 0 0,-28 7-10 0 0,-41-5 15 0 0,128-18 0 0 0,-192 19-2 0 0,0 1 1 0 0,-1 0-1 0 0,1 0 0 0 0,0 0 0 0 0,0 0 1 0 0,0 1-1 0 0,-1-1 0 0 0,5 2 0 0 0,27 3 2 0 0,26-6-8 0 0,-36-2 6 0 0,1 1 0 0 0,43 2 1 0 0,-14 1-2 0 0,-38-1-8 0 0,199-6 16 0 0,-16-10-21 0 0,102-1 19 0 0,-258 16-16 0 0,98 0 45 0 0,63 2-39 0 0,-131 1 25 0 0,56-2-5 0 0,-18-9-24 0 0,166 10 0 0 0,-228 4 15 0 0,-11-1-4 0 0,58-1 0 0 0,75-2 21 0 0,-61 1-11 0 0,-72 0-14 0 0,-24-1 5 0 0,-1-1-1 0 0,1 0 1 0 0,21-3-1 0 0,-14 1-16 0 0,1 0 1 0 0,37 3-1 0 0,6-1 12 0 0,-8 0 13 0 0,-43 1-13 0 0,1-1-1 0 0,26-3 1 0 0,-32 3 5 0 0,-1-1 1 0 0,0 1 0 0 0,1 1 0 0 0,13 2-1 0 0,6 1 26 0 0,157 6-4 0 0,-170-9-24 0 0,0 0-1 0 0,0-1 0 0 0,1-1 1 0 0,22-3-1 0 0,-28 2-40 0 0,1 0 252 0 0,-1 1-4939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7:54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1 100 212 0 0,'0'0'6461'0'0,"14"30"-5736"0"0,23 46 504 0 0,-24-52-980 0 0,13 33-1 0 0,-23-51-219 0 0,0 2 3 0 0,0 0-1 0 0,-1 0 1 0 0,1 1 0 0 0,-1-1-1 0 0,0 11 1 0 0,-2-18-1 0 0,0-1 0 0 0,0 0 0 0 0,0 1 0 0 0,0-1 0 0 0,1 0 1 0 0,-1 1-1 0 0,0-1 0 0 0,0 0 0 0 0,0 0 0 0 0,0 1 0 0 0,0-1 0 0 0,0 0 0 0 0,0 0 1 0 0,1 1-1 0 0,-1-1 0 0 0,0 0 0 0 0,0 0 0 0 0,0 1 0 0 0,0-1 0 0 0,1 0 0 0 0,-1 0 1 0 0,0 0-1 0 0,0 1 0 0 0,1-1 0 0 0,-1 0 0 0 0,0 0 0 0 0,0 0 0 0 0,1 0 0 0 0,-1 0 0 0 0,0 0 1 0 0,1 1-1 0 0,-1-1 0 0 0,0 0 0 0 0,0 0 0 0 0,1 0 0 0 0,-1 0 0 0 0,0 0 0 0 0,1 0 1 0 0,-1 0-1 0 0,1 0 0 0 0,18-6 428 0 0,28-18-486 0 0,-36 18 168 0 0,229-133 96 0 0,46-24-220 0 0,-279 160-125 0 0,-4 2 15 0 0,-1 1 0 0 0,0-1 0 0 0,0 0 0 0 0,1 0 0 0 0,-1 0 0 0 0,0 0 0 0 0,0-1 1 0 0,0 1-1 0 0,0 0 0 0 0,0-1 0 0 0,-1 0 0 0 0,1 1 0 0 0,2-4 0 0 0,2 11-624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27:58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86 264 0 0,'-2'-8'7909'0'0,"21"63"-6951"0"0,10 53-132 0 0,-25-79-706 0 0,-4-25-111 0 0,0-1 0 0 0,1 1 0 0 0,-1 0 0 0 0,1-1 0 0 0,0 1 0 0 0,0-1 0 0 0,0 1 0 0 0,0-1-1 0 0,0 1 1 0 0,1-1 0 0 0,2 5 0 0 0,-2-6-5 0 0,-1 0 0 0 0,1 0 0 0 0,-1 1 0 0 0,0-1 0 0 0,0 0 0 0 0,0 0 0 0 0,0 1 0 0 0,-1-1 0 0 0,2 3 0 0 0,-2-2-1 0 0,1-2 6 0 0,-1 0 48 0 0,0-1-1 0 0,1 1 1 0 0,-1 0 0 0 0,0-1 0 0 0,1 1 0 0 0,-1-1 0 0 0,1 0 0 0 0,-1 1 0 0 0,1-1 0 0 0,-1 1 0 0 0,1-1 0 0 0,-1 0 0 0 0,1 1-1 0 0,-1-1 1 0 0,1 0 0 0 0,-1 1 0 0 0,1-1 0 0 0,0 0 0 0 0,37-29 19 0 0,1 1 1 0 0,48-27-1 0 0,140-80-44 0 0,-163 102-37 0 0,-39 21 51 0 0,40-27-1 0 0,-53 32 276 0 0,7-7 424 0 0,-18 13-619 0 0,-7 6-1239 0 0,0 3-688 0 0,-1-6-2835 0 0,-3-2 1650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22:12.68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115 278 4,'0'0'108,"0"0"-4,0 0-7,0 0-2,0 0-6,0 0-15,0 0-3,0 0-3,0 0-9,0 0-1,0 0-4,0 0-3,0 0 6,0 0 9,0 0 4,0 0-4,0 0 4,-3-13-8,3 13-4,0 0 0,0 0-5,0 0-6,0 0-4,0 0-5,0 0 0,0 0-11,0 0 2,0 0-5,0 0-3,0 0 6,0 0-4,0 0-5,0 0 4,0 0-5,0 0 0,0 0-1,0 0 5,0 0 4,0 0 3,0 0 2,0 0 3,27 3-4,-27-3 0,24-3-7,-15 3 2,8-3-3,2 3 8,-2-2 4,9-1-1,-7 1-1,9 0 0,0 0 0,13 1 3,0-5-2,1 4-5,2 0 4,3-1-6,0 3 1,2-3-2,2-1 0,-1 3-5,3 1 0,0-2-3,0 4 0,-3-6 1,0 2 1,-4 4-3,-5-2-3,3 0 0,-5 0-2,-8-2 1,-3 4-4,0 0 0,-7-2-1,5-2-2,-7 4 1,-1-2 0,1 0 3,0 0-3,1 2 3,-2-1-7,-1-1 2,1 2 0,-5-2-1,6 0 1,-6 0 2,-13 0-2,20 2 0,-11-2 1,-9 0 0,0 0-2,15-2 1,-15 2 0,0 0 2,14 2-3,-14-2-7,0 0-17,0 0-13,0 0-16,0 0-26,0 0-14,0 0-26,0 0-25,0 0-30,-44-4-183,27 4-383,-1 2 170</inkml:trace>
  <inkml:trace contextRef="#ctx0" brushRef="#br0" timeOffset="778">562 0 75,'0'0'105,"0"0"-8,0 0-10,0 0-4,0 0-1,0 0-13,0 0-10,0 0 6,0 0-16,0 0 4,0 0-2,0 0 6,0 0-10,0 0 4,23 12 5,-23-12-7,0 0 4,0 0 6,0 12 2,0-12-2,0 0-10,0 0-6,-18 18-2,10-11-1,-5 2-1,-5-2-2,1 2-5,-9-2-6,1 4 0,-1-1-4,-1-2-7,-13 5 6,12-4-5,-10 3 3,7-3-3,4-2-4,0 2-3,1 1-2,2-1-4,6-2 9,-2-2 0,1 2-4,0 0-5,6 1 3,-1 0-2,2-1-3,2-2-1,-1 4-2,3-2 4,8-7 6,-12 7-9,12-7 2,-6 9 1,6-9 2,-4 6-5,4-6 0,0 0 0,0 0 2,0 0-2,0 0-2,0 0 3,15 15 3,-6-15 0,-9 0 3,20 2-8,-10-1 4,-10-1-1,15-1 3,-15 1 1,14 0-1,-14 0 1,0 0-2,15-2 0,-15 2-2,0 0 0,0 0 0,0 0 2,0 0 1,0 0 0,12-2 2,-12 2-2,0 0 0,0 0 0,0 0 1,0 0-2,0 0 0,0 0 1,0 0 5,0 0-9,0 0-1,0 0 2,0 0 0,0 0 1,0 0-1,0 0-2,0 0-2,0 0 4,0 0-3,0 0 0,0 0 0,0 0-3,0 0-1,0 0 6,6 9 2,-6-9 4,0 0 15,0 0 9,2 11-1,-2-11 3,6 10-3,-6-10 4,10 11-1,-2-8 9,1 4 4,5 3 4,4 0-4,7 0 8,6-2 2,8 5 3,3-4-8,4 3-2,5 0-5,-2-3-1,-4 2-3,-3-1-3,-2-1-6,-10 0-3,0-2-1,-6 1-6,-4 0 1,-3-3-5,-2-2-2,-6 3 2,1-5-5,0 4 0,-10-5-2,13 6 0,-13-6-1,6 5 3,-6-5-4,0 0 2,0 0-5,0 0 10,0 0-9,-21 14-2,21-14-1,-15 2 4,15-2-2,-17 0 1,17 0 0,0 0-2,-15 0-3,15 0 1,0 0-9,0 0-18,0 0-31,-13 1-42,13-1-34,0 0-33,-13 6-78,4-2-149,9-4-424,-19 1 187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8:4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12 101 272 0 0,'-12'-19'4578'0'0,"13"17"-4432"0"0,0 1 1 0 0,0 0 0 0 0,1 0-1 0 0,-1-1 1 0 0,0 1 0 0 0,0 0 0 0 0,1 0-1 0 0,-1 0 1 0 0,0 1 0 0 0,1-1-1 0 0,-1 0 1 0 0,1 0 0 0 0,-1 1-1 0 0,1-1 1 0 0,-1 1 0 0 0,1-1-1 0 0,0 1 1 0 0,-1 0 0 0 0,1 0-1 0 0,-1 0 1 0 0,3 0 0 0 0,54-7-454 0 0,-43 5 550 0 0,149-14-453 0 0,97-13-4215 0 0,-196 17 2523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8:47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1 476 0 0,'0'0'983'0'0,"-6"3"462"0"0,6-3-1395 0 0,0 0-1 0 0,0 0 1 0 0,0 0-1 0 0,0 0 0 0 0,0 0 1 0 0,0 0-1 0 0,0 0 1 0 0,0 0-1 0 0,0 0 0 0 0,1 0 1 0 0,-1 0-1 0 0,0 0 1 0 0,0 0-1 0 0,0 0 1 0 0,0 0-1 0 0,0 0 0 0 0,0 0 1 0 0,0 1-1 0 0,0-1 1 0 0,0 0-1 0 0,0 0 0 0 0,0 0 1 0 0,0 0-1 0 0,0 0 1 0 0,0 0-1 0 0,0 0 1 0 0,0 0-1 0 0,0 0 0 0 0,0 0 1 0 0,0 0-1 0 0,0 1 1 0 0,0-1-1 0 0,0 0 0 0 0,0 0 1 0 0,0 0-1 0 0,0 0 1 0 0,0 0-1 0 0,0 0 1 0 0,0 0-1 0 0,0 0 0 0 0,0 0 1 0 0,0 0-1 0 0,0 0 1 0 0,0 1-1 0 0,0-1 0 0 0,0 0 1 0 0,0 0-1 0 0,-1 0 1 0 0,1 0-1 0 0,67 4 713 0 0,158 6-2364 0 0,-169-10-114 0 0,8 1 129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8:48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7 232 0 0,'0'0'1066'0'0,"3"0"-565"0"0,17-3-102 0 0,-1 1 0 0 0,1 1-1 0 0,1 1 1 0 0,-1 1 0 0 0,0 0-1 0 0,28 7 1 0 0,7-1-30 0 0,128 16-2882 0 0,-160-21 1135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29:59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0 132 0 0,'0'0'598'0'0,"18"4"5255"0"0,-11-3-6153 0 0,210 11 776 0 0,5 1-771 0 0,-133-7 206 0 0,-58-3-12 0 0,52-1-1 0 0,97-8-153 0 0,-106 9 167 0 0,27 0 82 0 0,149-16-59 0 0,-217 10 62 0 0,0 2 1 0 0,-1 0-1 0 0,1 3 0 0 0,0 0 1 0 0,33 8-1 0 0,-44-6-16 0 0,-1-1-1 0 0,1-1 1 0 0,34-2 0 0 0,6 1 127 0 0,84 4 263 0 0,116 1-151 0 0,-183-6-168 0 0,111-2 225 0 0,-127 0-134 0 0,62 7-1 0 0,-124-5-141 0 0,109 8 33 0 0,114 4-12 0 0,-136-16 0 0 0,-48 2-10 0 0,66 4 1 0 0,115 14-30 0 0,142-3 95 0 0,-235-6-99 0 0,-63-2 6 0 0,31 3 44 0 0,58 2-18 0 0,-80-11 15 0 0,195 8 18 0 0,-45 0-88 0 0,-153-9 38 0 0,26-1 0 0 0,47 3-12 0 0,-82 6 18 0 0,101-5 0 0 0,-24-5 0 0 0,-107 2-3 0 0,64 5 1 0 0,-20 0-1 0 0,46 0-13 0 0,-53 0-6 0 0,95-8 0 0 0,-91 2 50 0 0,131 9 1 0 0,-179-4-27 0 0,266 13-99 0 0,-100-10 69 0 0,-183-5 11 0 0,18 1 25 0 0,35-5 1 0 0,-60 3-4 0 0,3 1 6 0 0,0-1-1 0 0,0 0 1 0 0,0 0 0 0 0,-1 0-1 0 0,1-1 1 0 0,0 0 0 0 0,5-3-1 0 0,-8 5 174 0 0,-16-5-120 0 0,7 2-3667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08:25:21.96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9 191 88,'0'0'100,"0"0"-4,0 0-11,0 0-11,0 0 1,0 0-9,0 0-11,0 0-1,8-8-4,-8 8 4,0 0-4,0 0 1,0 0-1,0 0 3,0 0-5,9-4 3,-9 4 1,0 0-2,0 0-5,0 0-3,0 0-2,0 0 1,0 0-9,0 0-7,0 0 3,0 0-4,0 0-1,0 0 0,0 0-4,0 0-2,0 0-3,0 0-1,-14-18 1,14 18 0,0 0 8,0 0 0,0 0 1,-9-6 5,9 6-5,0 0 3,0 0-3,0 0-2,0 0 3,0 0-3,-7-8-3,7 8-1,0 0-5,0 0-4,0 0 4,0 0-3,0 0-1,12-19 1,-12 19-4,7-7-1,-7 7-4,11-9 7,-4 4 2,-7 5-5,11-8-2,-11 8 1,12-6 3,-12 6-4,11-6 2,-11 6-2,9-5 4,-9 5-3,13-6 1,-5 2-2,2 0 5,3 0-6,-13 4-2,13-5-1,-5 2 2,-8 3-3,13-2 6,-4-3-2,-9 5 1,14-5-2,-3 3 2,-11 2-1,19-6-4,-11 5 1,-8 1 5,21-5 1,-12 5-5,-9 0 4,20 0-1,-10-4 1,-10 4-1,20-1 1,-9-1-2,1-2-2,-12 4 1,19-1 0,-10 1 1,-9 0-3,14-2-3,-14 2 5,20-3 0,-10 2 0,-10 1 1,20 0-2,-11-2-2,-9 2 6,18-2-3,-18 2 0,17-1 4,-5-1-2,-12 2 0,26-2-2,-14 2 6,-12 0-3,21-1 1,-9 1-1,2 0 1,-14 0 0,21 0-4,-9 0 2,-12 0 1,18 1 0,-18-1 0,18 0 0,-18 0 2,14 4-8,-14-4 0,12 1 3,-12-1 0,12 2 0,-12-2 3,9 6-4,-9-6 2,12 5-2,-12-5 3,8 4-2,-8-4 2,9 5-3,-9-5 5,10 6-2,-10-6 0,0 0-4,13 6 3,-9-2-2,-4-4 0,11 8 1,-11-8-1,6 5 3,-6-5-2,7 7 3,-7-7 0,9 10-3,-9-10 3,11 5-1,-11-5-6,8 8 4,-8-8-1,9 5-2,-9-5 9,6 8-5,-6-8-1,10 7 1,-10-7-3,6 7 0,-6-7 4,5 6-2,-5-6-1,0 0 2,9 8-2,-9-8 2,0 0-11,6 8 13,-6-8 4,0 0-8,5 6 0,-5-6 2,0 0-3,0 0 5,0 0 0,0 0-3,0 0 2,0 0-2,0 0 2,6 6-6,-6-6 4,0 0 1,0 0 1,0 0-5,0 0 3,0 0 1,0 0 3,0 0 2,0 0-6,0 0 2,0 0 0,0 0 0,0 13 2,0-13-3,0 0 0,0 0-1,0 0 1,0 0 3,0 0 1,0 0 1,0 0-3,0 0 7,0 0-1,0 0 0,0 0-6,0 0 5,0 0-5,0 0 5,0 0-3,0 0-1,0 0-1,0 0 0,0 0-1,0 0 0,0 0-1,0 0-1,0 0 2,0 0-1,0 0-2,0 0 1,0 0 4,0 0-5,0 0 3,0 0-2,0 0 8,0 0-3,0 0-1,0 0 3,0 0-4,0 0 2,0 0-4,0 0-4,0 0 6,0 0-6,0 0-17,0 0-31,-23 2-44,23-2-85,-14 0-137,14 0-341,-21 0 152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47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96 0 0,'0'0'1705'0'0,"15"28"347"0"0,-6 18-4194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47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1 144 0 0,'0'19'1202'0'0,"-1"-15"-1134"0"0,1 0 0 0 0,0 0 0 0 0,-1 0 0 0 0,2 0 0 0 0,-1 0 0 0 0,0 0 0 0 0,1 0-1 0 0,0 0 1 0 0,0 0 0 0 0,0 0 0 0 0,0 0 0 0 0,1-1 0 0 0,0 1 0 0 0,3 6 0 0 0,-1 0-1241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0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64 0 0,'8'23'1087'0'0,"-7"-20"-1043"0"0,0-1 1 0 0,0 0-1 0 0,0 1 0 0 0,0-1 1 0 0,0 1-1 0 0,0 0 0 0 0,-1-1 1 0 0,1 1-1 0 0,0 3 0 0 0,-3 3 38 0 0,0 0 39 0 0,6 34-217 0 0,12 91-867 0 0,-7-93 1088 0 0,-9-41-48 0 0,-3 2 85 0 0,2-1-118 0 0,0 1-1 0 0,0 0 1 0 0,1 0-1 0 0,-1-1 1 0 0,1 1-1 0 0,-1 0 1 0 0,1 0-1 0 0,-1 0 1 0 0,1 0-1 0 0,0 0 1 0 0,0 0-1 0 0,0 0 1 0 0,0-1-1 0 0,0 1 1 0 0,0 0-1 0 0,1 0 1 0 0,-1 0 0 0 0,1 2-1 0 0,1 1 2 0 0,-1-1 0 0 0,0 1 0 0 0,1-1 1 0 0,0 0-1 0 0,0 0 0 0 0,4 6 0 0 0,-5-9-19 0 0,-1 5 130 0 0,2-1 1 0 0,-1 1-1 0 0,0 0 0 0 0,1-1 1 0 0,0 1-1 0 0,1-1 0 0 0,4 10 1 0 0,-5-10-88 0 0,0 0 0 0 0,-1 0 0 0 0,1 0 0 0 0,-1 0 0 0 0,0 0 0 0 0,-1 0 1 0 0,1 0-1 0 0,-1 0 0 0 0,0 0 0 0 0,-1 8 0 0 0,0-2 113 0 0,-2 3 60 0 0,3-9-212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4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0 188 0 0,'0'8'396'0'0,"0"-2"-56"0"0,4-3-272 0 0,-3 1-240 0 0,1 1-440 0 0</inkml:trace>
  <inkml:trace contextRef="#ctx0" brushRef="#br0" timeOffset="1">15 295 48 0 0,'-5'3'144'0'0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48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1 120 0 0,'10'105'2180'0'0,"-10"-99"-2291"0"0,1 1 1 0 0,0-1-1 0 0,1 0 1 0 0,-1 1 0 0 0,3 5-1 0 0,-1-6-617 0 0,-2-2 215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1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0 334 344 0 0,'1'-1'180'0'0,"0"1"-1"0"0,0-1 1 0 0,0 0 0 0 0,0 0 0 0 0,-1 1-1 0 0,1-1 1 0 0,0 0 0 0 0,0 0 0 0 0,-1 0-1 0 0,1 0 1 0 0,0 0 0 0 0,-1 0 0 0 0,1 0-1 0 0,-1 0 1 0 0,1 0 0 0 0,-1 0-1 0 0,0 0 1 0 0,1 0 0 0 0,-1 0 0 0 0,0 0-1 0 0,0-2 1 0 0,2-4 296 0 0,-9-26 766 0 0,7 30-1177 0 0,0-12 359 0 0,1-1 0 0 0,3-20 1 0 0,-3 30-372 0 0,0 0 0 0 0,1 0 1 0 0,0 1-1 0 0,0-1 0 0 0,1 1 1 0 0,-1 0-1 0 0,1 0 1 0 0,0 0-1 0 0,6-7 0 0 0,4-6 46 0 0,-10 13-83 0 0,-1 1-1 0 0,1 0 1 0 0,1 0 0 0 0,-1 1 0 0 0,1-1-1 0 0,-1 1 1 0 0,1-1 0 0 0,0 1-1 0 0,0 0 1 0 0,0 1 0 0 0,1-1-1 0 0,5-2 1 0 0,-3 1-5 0 0,20-10 36 0 0,0 0 0 0 0,37-12 0 0 0,-44 21-34 0 0,1 1 0 0 0,-1 0 0 0 0,1 2 0 0 0,0 0 0 0 0,29 1-1 0 0,-43 2-186 0 0,-1 0 0 0 0,1 0 0 0 0,0 1 0 0 0,-1 0 0 0 0,0 0 0 0 0,1 0 0 0 0,-1 1 0 0 0,0 0 0 0 0,10 7 0 0 0,-16-10-34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0 156 0 0,'-4'2'3158'0'0,"-9"7"-1783"0"0,-13 0-4375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6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63 280 0 0,'0'0'4460'0'0,"-25"-3"-3047"0"0,24 2-1354 0 0,0 0 1 0 0,1 0-1 0 0,-1 0 0 0 0,1 0 0 0 0,-1 0 0 0 0,1 0 0 0 0,-1 0 0 0 0,1 0 1 0 0,0 0-1 0 0,-1 0 0 0 0,1 0 0 0 0,0 0 0 0 0,0 0 0 0 0,0 0 0 0 0,0 0 1 0 0,0 0-1 0 0,0-1 0 0 0,0 1 0 0 0,0 0 0 0 0,0 0 0 0 0,1 0 1 0 0,-1 0-1 0 0,0 0 0 0 0,1 0 0 0 0,-1 0 0 0 0,1 0 0 0 0,-1 0 0 0 0,1 0 1 0 0,-1 0-1 0 0,1 0 0 0 0,0 1 0 0 0,-1-1 0 0 0,1 0 0 0 0,0 0 0 0 0,0 1 1 0 0,-1-1-1 0 0,1 0 0 0 0,2 0 0 0 0,-1-1-34 0 0,0-1 0 0 0,1 1 0 0 0,-1 0 0 0 0,1 1 0 0 0,0-1 0 0 0,-1 0 0 0 0,1 1 0 0 0,0 0 0 0 0,0-1 0 0 0,0 1 0 0 0,0 0 0 0 0,1 1 0 0 0,2-2 0 0 0,-2 2-23 0 0,-1 0-1 0 0,0 1 1 0 0,0-1 0 0 0,1 0-1 0 0,-1 1 1 0 0,0 0 0 0 0,0 0-1 0 0,0 0 1 0 0,0 0 0 0 0,0 0-1 0 0,0 1 1 0 0,0-1 0 0 0,0 1-1 0 0,-1 0 1 0 0,1 0-1 0 0,-1 0 1 0 0,5 4 0 0 0,-6-4-34 0 0,1 0 0 0 0,-1 0 0 0 0,0 0 0 0 0,0 0 0 0 0,0 0 0 0 0,-1 0 0 0 0,1 0 0 0 0,0 0 0 0 0,-1 0 0 0 0,0 0 0 0 0,1 1 0 0 0,-1-1 0 0 0,0 0 0 0 0,0 0 0 0 0,0 0 0 0 0,0 1 0 0 0,0-1 0 0 0,-1 0 0 0 0,1 0 0 0 0,-1 0-1 0 0,1 0 1 0 0,-1 0 0 0 0,0 1 0 0 0,0-1 0 0 0,0 0 0 0 0,0-1 0 0 0,0 1 0 0 0,-2 2 0 0 0,1 0-26 0 0,0-1 0 0 0,0 1-1 0 0,0-1 1 0 0,-1 0-1 0 0,0 0 1 0 0,1 0 0 0 0,-1 0-1 0 0,0-1 1 0 0,0 1 0 0 0,0-1-1 0 0,-1 1 1 0 0,1-1-1 0 0,-5 2 1 0 0,1-2-28 0 0,10-1 57 0 0,10-1 27 0 0,-10-1 4 0 0,1 0 0 0 0,-1 0 0 0 0,0 1 0 0 0,1-1 0 0 0,-1 1 0 0 0,1 0 0 0 0,-1 0 1 0 0,1 0-1 0 0,-1 1 0 0 0,1-1 0 0 0,-1 1 0 0 0,0 0 0 0 0,1 0 0 0 0,-1 0 0 0 0,0 0 0 0 0,0 1 1 0 0,0-1-1 0 0,0 1 0 0 0,0 0 0 0 0,0 0 0 0 0,0 0 0 0 0,-1 0 0 0 0,1 0 0 0 0,-1 1 0 0 0,1-1 1 0 0,-1 1-1 0 0,0 0 0 0 0,0 0 0 0 0,3 5 0 0 0,-4-7-1 0 0,-1 0-1 0 0,1 1 1 0 0,-1-1 0 0 0,1 0 0 0 0,-1 1-1 0 0,0-1 1 0 0,0 0 0 0 0,1 1 0 0 0,-1-1-1 0 0,0 1 1 0 0,0-1 0 0 0,0 0 0 0 0,-1 1-1 0 0,1-1 1 0 0,0 1 0 0 0,0-1 0 0 0,-1 0-1 0 0,1 1 1 0 0,-1-1 0 0 0,1 0-1 0 0,-1 1 1 0 0,0-1 0 0 0,1 0 0 0 0,-1 0-1 0 0,0 0 1 0 0,-1 1 0 0 0,-2 3-10 0 0,-1-1 1 0 0,1 0-1 0 0,-1-1 0 0 0,-11 7 0 0 0,-12 11-634 0 0,10-15-382 0 0,11-7-2136 0 0,0-3 1930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6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0 536 0 0,'0'0'1797'0'0,"-12"25"285"0"0,12-24-2010 0 0,0 1 1 0 0,0-1-1 0 0,0 1 0 0 0,0-1 0 0 0,0 1 0 0 0,0-1 1 0 0,1 1-1 0 0,-1-1 0 0 0,1 1 0 0 0,-1-1 1 0 0,1 0-1 0 0,-1 1 0 0 0,1-1 0 0 0,0 0 1 0 0,0 1-1 0 0,-1-1 0 0 0,1 0 0 0 0,0 0 0 0 0,0 0 1 0 0,0 0-1 0 0,0 0 0 0 0,1 0 0 0 0,-1 0 1 0 0,0 0-1 0 0,0 0 0 0 0,1 0 0 0 0,-1 0 0 0 0,0-1 1 0 0,4 2-1 0 0,-4-2 34 0 0,29-4 412 0 0,-29 4-522 0 0,0-1 0 0 0,-1 1 0 0 0,1 0 1 0 0,-1-1-1 0 0,1 1 0 0 0,-1 0 0 0 0,1-1 0 0 0,0 1 0 0 0,-1-1 0 0 0,1 1 1 0 0,-1-1-1 0 0,0 1 0 0 0,1-1 0 0 0,-1 1 0 0 0,1-1 0 0 0,-1 0 0 0 0,0 1 0 0 0,1-1 1 0 0,-1 0-1 0 0,0 1 0 0 0,0-1 0 0 0,0 0 0 0 0,1 1 0 0 0,-1-1 0 0 0,0 0 1 0 0,0 1-1 0 0,0-1 0 0 0,0 0 0 0 0,0 1 0 0 0,0-1 0 0 0,0 0 0 0 0,-1 1 1 0 0,1-1-1 0 0,0 0 0 0 0,0 1 0 0 0,0-1 0 0 0,-1 0 0 0 0,1 1 0 0 0,0-1 1 0 0,-1 0-1 0 0,1 1 0 0 0,-1-1 0 0 0,1 1 0 0 0,0-1 0 0 0,-1 1 0 0 0,0-1 0 0 0,0-1-310 0 0,-1 0-1 0 0,1 0 1 0 0,-1 1-1 0 0,0-1 1 0 0,0 0-1 0 0,1 1 0 0 0,-1 0 1 0 0,0-1-1 0 0,0 1 1 0 0,0 0-1 0 0,-1 0 1 0 0,-2-1-1 0 0,-3 0-1340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7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491 0 148 0 0,'0'0'979'0'0,"-20"6"2752"0"0,6-4-3504 0 0,-1 0-1 0 0,1 1 1 0 0,-1 1 0 0 0,1 0 0 0 0,0 1-1 0 0,1 0 1 0 0,-1 1 0 0 0,-16 10 0 0 0,-43 17 349 0 0,20-11-108 0 0,-50 29 0 0 0,73-35-323 0 0,28-15-140 0 0,-1 0 8 0 0,0 0-1 0 0,0 0 1 0 0,0 0 0 0 0,1 1-1 0 0,-1-1 1 0 0,0 1 0 0 0,1 0 0 0 0,-1-1-1 0 0,1 1 1 0 0,0 1 0 0 0,0-1-1 0 0,0 0 1 0 0,0 0 0 0 0,0 1-1 0 0,0-1 1 0 0,0 1 0 0 0,1 0-1 0 0,-1-1 1 0 0,1 1 0 0 0,0 0-1 0 0,0 0 1 0 0,0 0 0 0 0,0 0-1 0 0,0 4 1 0 0,-7 20-873 0 0,5-20-4030 0 0,-3-4 3130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9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11 308 0 0,'0'0'1237'0'0,"-9"-10"5656"0"0,11 16-6804 0 0,0 0-1 0 0,0 0 0 0 0,-1 0 1 0 0,0 0-1 0 0,0 0 1 0 0,-1 0-1 0 0,1 0 1 0 0,-2 7-1 0 0,3 19 151 0 0,5 62 209 0 0,-6-90-425 0 0,-1-3-15 0 0,0 0-1 0 0,0 0 1 0 0,0 1 0 0 0,0-1 0 0 0,0 0-1 0 0,1 0 1 0 0,-1 0 0 0 0,0 0-1 0 0,1 0 1 0 0,-1 1 0 0 0,1-1 0 0 0,-1 0-1 0 0,1 0 1 0 0,-1 0 0 0 0,1 0 0 0 0,0 0-1 0 0,-1-1 1 0 0,1 1 0 0 0,0 0-1 0 0,0 0 1 0 0,0 0 0 0 0,0-1 0 0 0,0 1-1 0 0,0 0 1 0 0,0-1 0 0 0,0 1 0 0 0,1 0-1 0 0,-1-1 11 0 0,32-2 40 0 0,6-1-73 0 0,-31 4-336 0 0,0-2-1 0 0,1 1 0 0 0,-1-1 0 0 0,0 0 1 0 0,0-1-1 0 0,0 0 0 0 0,0 0 1 0 0,14-7-1 0 0,-19 8-424 0 0,1-1 661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9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0 192 0 0,'0'0'1337'0'0,"1"5"1974"0"0,3 18-2181 0 0,-7-6-698 0 0,1 0 0 0 0,1 0-1 0 0,0 0 1 0 0,1 0 0 0 0,5 33 0 0 0,-6-34-151 0 0,-1-10-1577 0 0,2 1-3311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1:5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0 472 0 0,'0'0'3021'0'0,"22"27"-1220"0"0,64 28 613 0 0,-48-16-1677 0 0,-38-37-723 0 0,-1 0 1 0 0,1 1 0 0 0,-1-1-1 0 0,0 0 1 0 0,0 0 0 0 0,0 0-1 0 0,0 0 1 0 0,0 0 0 0 0,0 0-1 0 0,0-1 1 0 0,-1 1 0 0 0,1 0-1 0 0,-3 1 1 0 0,1-1-73 0 0,0 0-1 0 0,0 0 0 0 0,0-1 1 0 0,0 1-1 0 0,0-1 0 0 0,-1 0 1 0 0,1 0-1 0 0,0 0 1 0 0,-5 0-1 0 0,0 0-212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2:01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1 162 620 0 0,'6'-1'1648'0'0,"4"-1"-788"0"0,-1 2-196 0 0,-1-3-108 0 0,-1 3-264 0 0,-1-3-272 0 0,3 0-272 0 0,-8 0-24 0 0,4-3-1852 0 0,-3 2 1024 0 0</inkml:trace>
  <inkml:trace contextRef="#ctx0" brushRef="#br0" timeOffset="1">12 0 576 0 0,'0'0'62'0'0,"-1"1"-1"0"0,1-1 1 0 0,-1 0-1 0 0,1 0 1 0 0,-1 1 0 0 0,1-1-1 0 0,-1 0 1 0 0,1 1-1 0 0,0-1 1 0 0,-1 0-1 0 0,1 1 1 0 0,-1-1 0 0 0,1 1-1 0 0,0-1 1 0 0,0 0-1 0 0,-1 1 1 0 0,1-1 0 0 0,0 1-1 0 0,0-1 1 0 0,-1 1-1 0 0,1-1 1 0 0,0 1-1 0 0,0-1 1 0 0,0 1 0 0 0,0-1-1 0 0,0 1 1 0 0,0 0-1 0 0,0-1 1 0 0,0 1 0 0 0,0-1-1 0 0,0 1 1 0 0,0-1-1 0 0,0 1 1 0 0,0-1-1 0 0,0 1 1 0 0,0-1 0 0 0,1 1-1 0 0,-1-1 1 0 0,0 1-1 0 0,0-1 1 0 0,1 1 0 0 0,-1-1-1 0 0,0 1 1 0 0,1-1-1 0 0,-1 0 1 0 0,0 1-1 0 0,1-1 1 0 0,-1 0 0 0 0,1 1-1 0 0,-1-1 1 0 0,0 0-1 0 0,1 1 1 0 0,-1-1 0 0 0,1 0-1 0 0,-1 0 1 0 0,2 1-1 0 0,1 1 91 0 0,0-1-1 0 0,0 1 0 0 0,0 0 1 0 0,0-1-1 0 0,1 0 0 0 0,-1 0 1 0 0,1 0-1 0 0,4 1 0 0 0,-5-2-38 0 0,27 1 425 0 0,-29 0-515 0 0,1-1-1 0 0,-1 0 1 0 0,0 0 0 0 0,0 0-1 0 0,1-1 1 0 0,-1 1-1 0 0,0 0 1 0 0,0 0-1 0 0,1-1 1 0 0,-1 1-1 0 0,0-1 1 0 0,0 1 0 0 0,0-1-1 0 0,0 1 1 0 0,0-1-1 0 0,1 0 1 0 0,-1 1-1 0 0,1-2 1 0 0,-2 1-7 0 0,-27 3-3720 0 0,9-1 2104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08:26:57.11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0 120,'0'0'155,"0"0"-15,0 0-21,0 0-2,11 4-16,-11-4-17,0 0-24,0 0-30,0 0-22,0 0-28,0 0-26,0 0-99,0 0-157,0 0 70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3:03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1 100 0 0,'0'0'923'0'0,"18"-1"5007"0"0,-12 2-5932 0 0,15 36 1157 0 0,-19-32-1082 0 0,0 0 0 0 0,1 0 1 0 0,-1 0-1 0 0,1-1 0 0 0,0 1 1 0 0,1-1-1 0 0,-1 0 0 0 0,5 5 0 0 0,4 2 39 0 0,-6-5-72 0 0,0 0-1 0 0,1 0 1 0 0,-1-1-1 0 0,1 0 1 0 0,0 0-1 0 0,1-1 1 0 0,11 6 0 0 0,-19-10-60 0 0,24-15-647 0 0,32-50-4235 0 0,-39 47 2873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3:05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15 616 0 0,'1'-1'307'0'0,"1"0"1"0"0,-1-1-1 0 0,0 1 0 0 0,1 0 1 0 0,-1 0-1 0 0,1 0 0 0 0,-1 1 1 0 0,1-1-1 0 0,0 0 0 0 0,-1 0 0 0 0,1 1 1 0 0,-1-1-1 0 0,4 0 0 0 0,-4 1-267 0 0,-1 0 1 0 0,0 0-1 0 0,1 0 0 0 0,-1-1 0 0 0,0 1 0 0 0,1 0 0 0 0,-1 0 0 0 0,1 0 0 0 0,-1 0 0 0 0,1 0 0 0 0,-1 0 1 0 0,0 0-1 0 0,1 0 0 0 0,-1 0 0 0 0,1 0 0 0 0,-1 0 0 0 0,1 0 0 0 0,-1 0 0 0 0,0 0 0 0 0,1 1 0 0 0,-1-1 0 0 0,1 0 1 0 0,-1 0-1 0 0,0 0 0 0 0,1 1 0 0 0,-1-1 0 0 0,0 0 0 0 0,1 0 0 0 0,-1 1 0 0 0,0-1 0 0 0,1 0 0 0 0,-1 1 1 0 0,0-1-1 0 0,0 0 0 0 0,1 1 0 0 0,-1-1 0 0 0,0 0 0 0 0,0 1 0 0 0,1-1 0 0 0,-1 1 0 0 0,0-1 0 0 0,0 0 1 0 0,0 1-1 0 0,0-1 0 0 0,0 1 0 0 0,0-1 0 0 0,0 0 0 0 0,0 1 0 0 0,0-1 0 0 0,0 1 0 0 0,0-1 0 0 0,0 1 1 0 0,0-1-1 0 0,0 0 0 0 0,0 1 0 0 0,0-1 0 0 0,-1 1 0 0 0,-2 9 103 0 0,-1 1-1 0 0,2-1 1 0 0,-1 1-1 0 0,2-1 1 0 0,-1 1-1 0 0,1 0 1 0 0,1-1-1 0 0,1 20 1 0 0,-1-29-110 0 0,0 0 1 0 0,1 0-1 0 0,-1 0 1 0 0,0 0-1 0 0,0 0 1 0 0,0 0-1 0 0,1-1 1 0 0,-1 1-1 0 0,0 0 1 0 0,1 0-1 0 0,-1 0 0 0 0,0 0 1 0 0,1-1-1 0 0,0 1 1 0 0,-1 0-1 0 0,1 0 1 0 0,-1-1-1 0 0,1 1 1 0 0,0 0-1 0 0,-1-1 1 0 0,1 1-1 0 0,0-1 1 0 0,0 1-1 0 0,-1-1 1 0 0,1 1-1 0 0,0-1 1 0 0,0 0-1 0 0,1 1 1 0 0,-1-1 148 0 0,23-6 264 0 0,-13 2-504 0 0,0-1 0 0 0,-1 0 0 0 0,0-1 0 0 0,0 0 0 0 0,9-8 0 0 0,-13 9-1057 0 0,0 0 0 0 0,0-1 1 0 0,0 0-1 0 0,7-10 0 0 0,-6 4-1253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3:06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28 0 0,'3'-35'5803'0'0,"-3"34"-5421"0"0,1-7 2265 0 0,8 40-2379 0 0,-5-17-204 0 0,0 0-1 0 0,0 0 1 0 0,2 0 0 0 0,0-1 0 0 0,0 0 0 0 0,2 0 0 0 0,8 13 0 0 0,-15-26-63 0 0,0 0 1 0 0,0 0 0 0 0,-1 0-1 0 0,1 0 1 0 0,0 0-1 0 0,0 0 1 0 0,0-1 0 0 0,1 1-1 0 0,-1 0 1 0 0,0 0-1 0 0,0-1 1 0 0,0 1-1 0 0,0-1 1 0 0,1 1 0 0 0,-1-1-1 0 0,0 0 1 0 0,0 1-1 0 0,1-1 1 0 0,-1 0-1 0 0,0 0 1 0 0,1 0 0 0 0,-1 0-1 0 0,0 0 1 0 0,1 0-1 0 0,-1 0 1 0 0,0 0-1 0 0,1-1 1 0 0,-1 1 0 0 0,0 0-1 0 0,0-1 1 0 0,0 1-1 0 0,1-1 1 0 0,-1 1 0 0 0,0-1-1 0 0,0 0 1 0 0,0 0-1 0 0,0 1 1 0 0,0-1-1 0 0,2-2 1 0 0,4-3-167 0 0,0-2-1 0 0,0 1 1 0 0,-1-1 0 0 0,8-10-1 0 0,-5 5-276 0 0,31-46-4070 0 0,-28 38 2303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3:35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1 267 64 0 0,'2'-4'981'0'0,"0"0"-303"0"0,0 0 1 0 0,0 1-1 0 0,0 0 1 0 0,1-1 0 0 0,-1 1-1 0 0,1 0 1 0 0,3-3-1 0 0,-5 5-366 0 0,1 0-151 0 0,0 1-1 0 0,0-1 1 0 0,0 1-1 0 0,0-1 1 0 0,1 1-1 0 0,-1 0 1 0 0,0-1-1 0 0,0 1 0 0 0,0 1 1 0 0,1-1-1 0 0,-1 0 1 0 0,0 0-1 0 0,0 1 1 0 0,4 0-1 0 0,3 10 107 0 0,-1-1-1 0 0,0 1 0 0 0,-1 0 1 0 0,0 1-1 0 0,0-1 1 0 0,-1 1-1 0 0,7 24 0 0 0,16 27 41 0 0,-13-33-229 0 0,-8-15 55 0 0,0 0 0 0 0,20 26 0 0 0,-28-40-46 0 0,22-14 128 0 0,375-327-1801 0 0,-239 213-4309 0 0,-119 98 3119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3:47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1 415 216 0 0,'1'2'6867'0'0,"6"8"-6755"0"0,27 29 923 0 0,-26-30-882 0 0,0 0 0 0 0,0 0 0 0 0,12 19-1 0 0,17 32 282 0 0,-34-56-367 0 0,0 0 0 0 0,-1 1 0 0 0,1 0 0 0 0,-1-1 0 0 0,3 10 1 0 0,-5-14-63 0 0,1 1 1 0 0,-1-1 0 0 0,0 0-1 0 0,0 1 1 0 0,0-1 0 0 0,0 1-1 0 0,0-1 1 0 0,1 0 0 0 0,-1 1-1 0 0,0-1 1 0 0,0 0 0 0 0,0 1-1 0 0,1-1 1 0 0,-1 0 0 0 0,0 1 0 0 0,1-1-1 0 0,-1 0 1 0 0,0 0 0 0 0,1 1-1 0 0,-1-1 1 0 0,0 0 0 0 0,1 0-1 0 0,-1 0 1 0 0,0 1 0 0 0,1-1-1 0 0,-1 0 1 0 0,1 0 0 0 0,-1 0-1 0 0,0 0 1 0 0,1 0 0 0 0,-1 0 0 0 0,1 0-1 0 0,-1 0 1 0 0,1 0 0 0 0,-1 0-1 0 0,0 0 1 0 0,1 0 0 0 0,-1 0-1 0 0,1 0 1 0 0,-1 0 0 0 0,0-1-1 0 0,1 1 1 0 0,-1 0 0 0 0,0 0-1 0 0,1 0 1 0 0,-1 0 0 0 0,0-1-1 0 0,1 1 1 0 0,-1 0 0 0 0,1-1 0 0 0,16-18 136 0 0,-12 14-86 0 0,523-505-1293 0 0,-474 452-3170 0 0,-32 28 1865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32:10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80 132,'0'0'4848,"1"-2"-4562,-1 1 1,2 0-1,-1 0 0,0 0 1,0 0-1,0 0 0,0 0 1,1 0-1,-1 0 1,0 0-1,1 0 0,1 0 1,2 2-242,0 0 1,-1 0-1,1-1 1,0 1-1,0-1 1,0 0-1,0 0 1,8-2-1,49-11 60,-30 6-52,64-8-226,45-9-4772,-107 15 2609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32:17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3 104 388,'0'-1'128,"-1"1"0,1-1 0,0 0 0,-1 0 0,1 0 0,0 0 0,0 1 0,0-1 0,0 0 0,0 0 0,0 0 0,0 0 0,0 0 0,0 0 0,0 0 0,1 1 0,-1-1 0,0 0 0,0 0 0,1 0 0,-1 1 0,1-1 0,-1 0 0,1 0 0,-1 1 0,1-1 0,-1 0 0,1 1 0,1-2 0,-1 2 154,-1-2-44,1 0 0,0 0 0,0 1 0,-1-1 0,1 0 0,0 1 0,1-1 0,-1 0 0,0 1 1,0 0-1,2-2 0,15 35-210,-17-31-24,1 1 0,-1-1 0,0 1 0,0-1 0,1 0 0,-1 0 0,0 1 0,1-1 0,-1 0 0,1 0 1,0-1-1,-1 1 0,1 0 0,0 0 0,-1-1 0,1 1 0,0-1 0,0 0 0,0 1 0,-1-1 0,1 0 0,0 0 0,0 0 0,0 0 1,-1-1-1,3 1 0,6-2-18,0-1 0,-1 0 0,17-7 0,-5 1-118,-4 2-468,0-1-1,-1 0 0,17-13 1,-7 6-994,10-6-275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32:22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83 280,'0'0'686,"-9"-29"4580,12 38-5207,0-1 1,1 1-1,0-1 0,0 1 1,1-1-1,7 9 0,-10-14-31,0-1 0,0 0-1,1 0 1,-1 0-1,1-1 1,-1 1-1,1-1 1,0 1 0,0-1-1,-1 0 1,1 0-1,0 0 1,0 0-1,0 0 1,0-1 0,0 0-1,0 1 1,0-1-1,1 0 1,-1 0-1,0-1 1,0 1 0,0-1-1,3 0 1,31-8-60,0-2-1,68-30 1,7-17-3915,-76 35 2094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32:2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0 151 224 0 0,'0'0'707'0'0,"9"-6"4822"0"0,10-5-4222 0 0,2 1-1056 0 0,-2 1-205 0 0,0 1 0 0 0,0 0 0 0 0,31-6 0 0 0,170-29-157 0 0,-79 22 145 0 0,2 7 1 0 0,245 7 0 0 0,-366 8-36 0 0,0 1 1 0 0,0 1-1 0 0,0 1 1 0 0,0 1-1 0 0,-1 1 1 0 0,1 1-1 0 0,-2 0 1 0 0,1 2-1 0 0,-1 1 1 0 0,0 0-1 0 0,-1 1 1 0 0,0 1-1 0 0,-1 1 1 0 0,-1 1-1 0 0,0 0 1 0 0,25 27-1 0 0,-6 1-3 0 0,82 99 76 0 0,-111-132-64 0 0,0 0 0 0 0,0 0 0 0 0,1-1 0 0 0,0 0 1 0 0,1-1-1 0 0,9 8 0 0 0,-4-2 29 0 0,-13-11-22 0 0,0-1 0 0 0,0 0 0 0 0,0 0 0 0 0,0 1 0 0 0,0-1 0 0 0,1 0 0 0 0,-1 0 0 0 0,0 0-1 0 0,1 0 1 0 0,-1 0 0 0 0,0-1 0 0 0,4 2 852 0 0,-16-9-720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32:3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0 294 348 0 0,'8'-16'2204'0'0,"102"-28"-323"0"0,133-34 0 0 0,-131 49-1660 0 0,205-25 0 0 0,120 19 45 0 0,-332 28-180 0 0,1027-23 599 0 0,-1013 33-647 0 0,-1 6-1 0 0,0 5 0 0 0,-1 5 1 0 0,171 51-1 0 0,222 83-44 0 0,-286-81 95 0 0,-151-60-76 0 0,-69-10-13 0 0,53 16-6 0 0,-50-16 26 0 0,-4 0 17 0 0,0-1 1 0 0,0 0 0 0 0,0 1 0 0 0,0-1-1 0 0,0-1 1 0 0,0 1 0 0 0,0 0 0 0 0,0-1-1 0 0,0 1 1 0 0,0-1 0 0 0,0 0 0 0 0,1 0-1 0 0,-1 0 1 0 0,5-2 0 0 0,-7 2 101 0 0,21-8 334 0 0,-21 8-451 0 0,-14-7-6267 0 0,8 1 4546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32:32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1 252 0 0,'0'0'42'0'0,"0"0"1"0"0,0 0-1 0 0,0 0 0 0 0,0 0 1 0 0,0 0-1 0 0,0 1 0 0 0,0-1 1 0 0,0 0-1 0 0,0 0 0 0 0,0 0 1 0 0,0 0-1 0 0,0 0 0 0 0,0 0 0 0 0,0 0 1 0 0,-1 0-1 0 0,1 0 0 0 0,0 1 1 0 0,0-1-1 0 0,0 0 0 0 0,0 0 1 0 0,0 0-1 0 0,0 0 0 0 0,0 0 1 0 0,0 0-1 0 0,0 0 0 0 0,0 0 1 0 0,0 0-1 0 0,-1 0 0 0 0,1 0 1 0 0,0 0-1 0 0,0 0 0 0 0,0 0 1 0 0,0 0-1 0 0,0 0 0 0 0,0 0 0 0 0,0 0 1 0 0,0 0-1 0 0,0 0 0 0 0,-1 0 1 0 0,1 0-1 0 0,0 0 0 0 0,0 0 1 0 0,0 0-1 0 0,0 0 0 0 0,0 0 1 0 0,0 0-1 0 0,0 0 0 0 0,0 0 1 0 0,-1 0-1 0 0,1 0 0 0 0,0 0 1 0 0,0 0-1 0 0,0 0 0 0 0,0 0 0 0 0,0 0 1 0 0,0 0-1 0 0,0 0 0 0 0,0 0 1 0 0,0-1-1 0 0,0 1 0 0 0,0 0 1 0 0,0 0-1 0 0,0 0 0 0 0,0 0 1 0 0,-1 0-1 0 0,1 0 0 0 0,0 0 1 0 0,13 9 161 0 0,-1 0 0 0 0,1-1 1 0 0,0-1-1 0 0,1 0 0 0 0,0 0 0 0 0,27 8 1 0 0,7 4 47 0 0,-25-9-74 0 0,-2 1 0 0 0,35 24 0 0 0,-56-35-176 0 0,1 0 1 0 0,-1 0-1 0 0,0 0 0 0 0,0 0 1 0 0,0 0-1 0 0,0 0 0 0 0,1 0 1 0 0,-1 0-1 0 0,0 1 0 0 0,0-1 1 0 0,0 0-1 0 0,0 0 0 0 0,0 0 1 0 0,0 0-1 0 0,0 0 0 0 0,0 0 1 0 0,1 1-1 0 0,-1-1 0 0 0,0 0 1 0 0,0 0-1 0 0,0 0 0 0 0,0 0 1 0 0,0 1-1 0 0,0-1 0 0 0,0 0 1 0 0,0 0-1 0 0,0 0 0 0 0,0 0 1 0 0,0 1-1 0 0,0-1 0 0 0,0 0 1 0 0,0 0-1 0 0,0 0 0 0 0,0 1 1 0 0,0-1-1 0 0,0 0 0 0 0,0 0 1 0 0,-1 0-1 0 0,1 0 0 0 0,0 0 1 0 0,0 1-1 0 0,0-1 0 0 0,0 0 1 0 0,0 0-1 0 0,0 0 0 0 0,-11 6 52 0 0,-14 0-3 0 0,-118 14-281 0 0,74-10-2661 0 0,47-8 1518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15:51:27.94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0 0 1697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15:51:29.77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0 288 6455</inkml:trace>
  <inkml:trace contextRef="#ctx0" brushRef="#br0" timeOffset="94">133 0 8099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5-10T15:51:30.50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1" timeString="2021-05-10T15:51:30.505"/>
    </inkml:context>
  </inkml:definitions>
  <inkml:trace contextRef="#ctx0" brushRef="#br0">443 350</inkml:trace>
  <inkml:trace contextRef="#ctx1" brushRef="#br0">0 0 1719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15:51:30.94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0 0 3155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26:34.5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385 1215 39,'0'0'47,"0"0"2,0 0-12,-9-15-10,9 15-9,-5-7-7,5 7 0,-12-5-3,12 5-9,0 0 2,-16-1 8,16 1 12,-9-2 5,9 2 0,0 0 6,-17-2 0,17 2 1,0 0 3,-14-2 3,14 2 5,0 0-7,0 0 5,0 0-6,0 0 4,-16-1 0,16 1-1,0 0-10,0 0 0,-11-2-5,11 2 4,0 0 0,0 0 2,0 0 4,0 0 7,0 0-14,0 0 10,0 0-7,0 0 9,-15 0-1,15 0 2,0 0-7,0 0 4,0 0-3,0 0 2,0 0-9,0 0 6,0 0-7,0 0-3,0 0-6,0 0 0,0 0-2,0 0-5,0 0 3,0 0 1,0 0-3,0 0 11,0 0 12,0 0 6,0 0 5,0 0 1,33 12-5,-16-9 5,3-3-2,5 0 3,7 5-4,9-3 0,4 2-4,8 0 2,26-1-5,-20 1-1,21-6 3,5 5 1,-1 5-8,3-8 3,2 3-6,-7-1 1,4 1-5,-1 2-2,-4-3-4,-1-2 0,-5 4 0,-26-1-1,6-3-6,-11 5 6,-11-3-8,-10 2-1,-4 0 1,1-3 1,-6 1-8,-5 1 0,1-2 0,-10-1-2,12 1-1,-12-1 3,0 0 1,0 0-1,0 0 3,0 0-4,0 0-2,-28 16-1,19-12-6,9-4-11,-20 3-22,12-1-23,8-2-32,-9 7-16,9-7-21,0 0-40,-6 6-149,6-6-348,0 0 153</inkml:trace>
  <inkml:trace contextRef="#ctx0" brushRef="#br0" timeOffset="1443">20 388 106,'11'-13'136,"-11"13"-7,9-8-8,-3 3 5,-6 5-9,8-11 0,-8 11-9,6-11-4,-6 11-3,9-6 1,-9 6 3,0 0-6,4-7-4,-4 7 0,0 0-8,0 0-8,0 0-10,6-8-9,-6 8-9,0 0-8,0 0-6,0 0-3,0 0-5,0 0-2,0 0-2,0 0-3,-15 36-1,8-24-1,1 2-3,0 1-2,-5 3-4,8-1 1,-8 6 0,8-5-1,-3 5-2,2-6 0,1-1-14,0 2-7,3-3-2,0 2 4,0 0-2,3-3 1,0-5-3,1 0-1,-1 1 0,-3-10 0,6 12 2,-6-12 1,11 3 4,-11-3-2,17 0-10,-17 0-2,22-13 0,-6 6 5,-3-4 4,1-1 1,5-1 1,-2-4 0,-3 5-2,5-5 3,0-1-2,0 2 0,-5 4 8,-4 1 1,1 0 2,-5 5 7,3-1 3,-3 2 1,-6 5 0,11-8-5,-11 8 1,0 0-3,0 0 6,0 0-1,0 0 1,0 0-4,7 18 3,-7-18 0,-3 19-2,3-8 1,0 1 0,3 2 2,0 0-1,0-2 2,3 0-1,3-2 0,-1-2 0,0-1 1,1-4 2,-9-3-3,22 0 0,-8-5 3,6-2-3,-5-1 3,-2-5 1,1 1-1,3-9 4,-4 1-4,-4 0 14,5-3-9,-3 0-4,-2 2-2,-3-4 1,1 2-1,-4 8-5,3-3 1,-3 4 3,0 3-4,-3 3-5,5-1-1,-5 9-11,0 0 1,0 0-1,0 0 0,0 0-10,0 0-18,-18 25-39,9-8-43,-2 4-44,-4 2-163,6-1-353,-2-7 157</inkml:trace>
  <inkml:trace contextRef="#ctx0" brushRef="#br0" timeOffset="2190">754 441 37,'0'0'134,"0"0"-16,0 0-13,0 0-12,0 0-9,0 0-6,0 0-8,-6 21-6,6-21-4,6 7-8,-6-7-8,14 5-6,-8-2 8,-6-3-16,19 4 1,-19-4-2,20 0-2,-11-2-7,-9 2 2,24-2-8,-15-1 0,4-1 0,-13 4-10,18-8-2,-12 0-5,3 3-5,-5-2 8,-4 7-12,9-12 4,-4 5-6,-5 7 8,2-12 3,-2 12-10,0 0 0,-13-16 3,13 16-1,-16-5 4,5 5 2,11 0 7,-32 3 0,16 0 12,-4 3 2,4 1 6,-4 0 2,3 0-3,2 1-1,-2 3-5,4-2-10,2 2 16,1 1-10,1 0 16,6 1-1,-2 0-7,2-2 4,3 3-5,5 0 2,1-2 4,1 1-6,-1-3-5,6 0 1,-1 1-2,6-4 3,-7-2-1,7 3 0,-2-5-4,-6-3-3,8 0 6,-4-1-5,4-4 3,-1-1-6,0 0-2,-4-4-1,0-1-4,4 1 8,-2-3-6,-2 1 2,-1 0-4,1-4 2,-2 2 1,4 2-2,-5 0 0,2 1 2,-1-1-1,-1 1 0,-3 3 2,2 1-3,-5-3 4,-3 10 2,6-8 0,-6 8-2,12-5 0,-12 5-3,0 0 5,0 0 6,17 10 4,-17-10-6,6 14 4,-5 0-4,2-5 2,-3 7 0,0-5 3,5 1-4,-2 2 0,-2 0-4,3 0 2,-3-2 0,-1-2 4,6 1-7,-3 0 7,2-5-2,-5-6-3,12 13-1,-2-11-5,1-1-18,-11-1-27,27-1-38,-12-4-33,-3-5-147,5 0-282,3-3 125</inkml:trace>
  <inkml:trace contextRef="#ctx0" brushRef="#br0" timeOffset="3151">1465 444 52,'-12'2'95,"12"-2"-3,-21 3-20,6 2-7,0 0-8,4 3-1,-1-3-8,1 2-3,2-2-5,2 3-1,1-1-8,6-7 0,-12 13-5,10-5-1,2-8 3,-6 13-7,6-13 1,0 11-9,0-11 2,0 0-7,6 14 3,-6-14 3,6 7-2,-6-7-2,8 3-9,-8-3 5,0 0 8,15 2-11,-15-2 2,13-2-5,-13 2-4,0 0 7,20-7-5,-12 6 1,-8 1 1,15-5 1,-8 1 0,-7 4 1,9-7 9,-9 7 0,8-9 1,-8 9 8,0 0 9,7-7 12,-7 7 2,5-7 5,-5 7 1,0 0 10,0 0-11,0 0-5,5-7-4,-5 7-6,0 0 2,0 0-7,0 0 1,0 0-10,0 0-8,0 0-3,0 0 7,0 0-2,9 19-4,-9-19-3,1 17 1,-1-7 5,-1 6-2,-1 1 3,-2 1-2,4 10 12,-14 8 4,0 2-1,1 0 3,-2 0-2,-2-4-5,0 1 0,-1-9-1,5-2-2,-1 0-4,-3-1 2,5-9-1,-3 4-1,0-8 5,1 2 5,1 0 3,2-5 3,-1 0 3,1-1 8,11-6 9,-16 2-2,16-2 0,-18-5-2,10-1-5,2-3-3,6 9-6,-6-23-3,9 10-6,0-3-2,2 0-2,4-7-5,4 0-3,-1-2-11,16-8-12,-4 2-7,6-3-2,0 3 1,1 1 3,0 2-1,0 3-1,2 2 6,-7 8-3,8-10 0,3 2 4,-4 2 1,-3 0-2,3 2 3,7-2-5,-5 1 5,-2 0 1,0-3 4,-9 7-2,8-6 2,0 0-3,-8 3 0,5-8 4,-8 8-2,-3 2-1,2-6-13,-4 1-6,3-1-2,-4 1-6,3-1 5,-6 4 1,2-1 3,-5 4-1,-2 4 8,-2 2 0,-4-3-1,7 8-10,-8 5 4,0 0-5,0 0 9,0 0-2,0 0 1,0 0 0,0 0 6,-15 46 2,4-26 3,2 5-3,0 2 6,-2 1-3,-1 7 5,2 2-1,-1-9 1,4-2-6,-2 9-1,-2-10 0,5 3-7,-2-2-9,1 1-2,-1-6 0,2-4 3,0-1-1,2-4 6,1-1-5,1-2 14,2-9-2,-5 12 7,5-12 0,-6 7 1,6-7 0,0 0 1,0 0-1,0 0 5,0 0-2,0 0 2,0 0-6,-9-30 4,9 30-6,6-18 1,-3 8 3,8-2 3,-5 0-2,2 5 6,-1-1 0,1 3-1,-8 5-7,9-10 10,-9 10-6,7-7 11,-7 7 3,0 0-2,0 0 1,0 0 0,16 12-2,-16-12 6,7 14-5,-4-7 4,2 2 1,-2 1 3,3 3 1,1-1-4,2-1 2,-1 1-1,-1-6-7,1 2 5,0-1-3,1-2 4,6 2-6,-6-3-2,3-4 1,6 0 6,-3-3-8,2-3 3,1-1 3,2-2-5,-1-9 7,1 1-12,1-2 1,-1-2 0,6-7 1,-2-4-3,2-5-2,-4-2-13,4-1-13,4 0-2,-3 0-8,4-1 6,-3 3-1,0 0 9,-4 3-5,-1 5 6,-8 9 3,0 2 15,-3 5 11,-3 4 7,0-3 5,-1 6-5,-8 7-5,7-5-2,-7 5 8,0 0 9,0 0 0,0 0-4,-18 40-3,3-20 1,-3 1-2,-6 10-1,-1-1-3,-2-2 0,9-5 3,-3 7-3,1-7-3,3-1 2,-1 1-3,3 0-4,2 2 4,-4-4-5,3 0 0,2 1 5,2 1-5,-1-5-1,2 3-1,4-5 4,-2 7-3,4-7 5,-2-1 0,2 0-4,0-2-2,2-2 5,-1-1 3,4 7-4,-2-17 1,0 17-1,0-17 3,0 11 5,0-11 5,1 10 7,-1-10 4,6 7 5,-6-7-2,0 0-2,0 0-3,29-9-2,-18 6 2,2-4-10,2-2 1,-1 0 1,4 1 1,-4-5-6,7-1-2,-3-2 1,2-2-4,1 1 4,0 1-4,2-1 4,1-1-6,-3 2 1,0 2-6,-7 3 12,3 3 4,-4-2-1,-5 5-7,1 0-2,1 2 2,-10 3-2,22 2 2,-10-2-1,-2 6 6,2 0-3,1 3 2,-1 1 0,-3 3-1,1 0-1,-5 2 3,1 1-2,-2-2-2,-2 2-3,-2-3 3,-2 4-3,1-6-10,-4 4-17,-1-7 4,-1 3-22,-1-2-9,-2-4-14,2 2-16,-1-2-31,-3-2-27,-2 2-34,-1-5-125,-2-2-317,17 2 142</inkml:trace>
  <inkml:trace contextRef="#ctx0" brushRef="#br0" timeOffset="4624">2522 214 112,'59'4'133,"17"-1"-14,-2 2-13,-15 0-19,-3-3-81,-4-2-101,-5 0-100,-7-7 44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26:37.3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6 25,'0'0'142,"0"0"-20,0 0-26,0 0-18,19-6-29,-19 6-42,0 0-94,0 0-93,0 0 41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5:5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65 224 0 0,'0'-5'5969'0'0,"5"-8"-3676"0"0,-2 28-2269 0 0,-3-14 339 0 0,0-1-348 0 0,1 0 0 0 0,-1 0 0 0 0,0 0 0 0 0,1 0-1 0 0,-1 1 1 0 0,0-1 0 0 0,1 0 0 0 0,-1 0-1 0 0,1 0 1 0 0,-1 0 0 0 0,0-1 0 0 0,1 1 0 0 0,-1 0-1 0 0,0 0 1 0 0,1 0 0 0 0,-1 0 0 0 0,0 0-1 0 0,1 0 1 0 0,-1 0 0 0 0,0-1 0 0 0,1 1 0 0 0,-1 0-1 0 0,0 0 1 0 0,1-1 0 0 0,-1 1 0 0 0,0 0-1 0 0,0 0 1 0 0,1-1 0 0 0,-1 1 0 0 0,0 0-1 0 0,0-1 1 0 0,1 1 0 0 0,-1 0 0 0 0,0-1 0 0 0,0 1-1 0 0,0 0 1 0 0,0-1 0 0 0,0 1 0 0 0,0 0-1 0 0,0-1 1 0 0,1 1 0 0 0,-1 0 0 0 0,0-2 0 0 0,-1 3-8 0 0,1-1 1 0 0,0 0 0 0 0,0 0-1 0 0,0 0 1 0 0,0 0-1 0 0,0 0 1 0 0,-1 0 0 0 0,1 1-1 0 0,0-1 1 0 0,0 0 0 0 0,0 0-1 0 0,0 0 1 0 0,-1 0 0 0 0,1 0-1 0 0,0 0 1 0 0,0 0 0 0 0,0 0-1 0 0,-1 0 1 0 0,1 0 0 0 0,0 0-1 0 0,0 0 1 0 0,0 0 0 0 0,0 0-1 0 0,-1 0 1 0 0,1 0 0 0 0,0 0-1 0 0,0 0 1 0 0,0 0 0 0 0,-1 0-1 0 0,1 0 1 0 0,0-1 0 0 0,0 1-1 0 0,0 0 1 0 0,0 0 0 0 0,0 0-1 0 0,-1 0 1 0 0,1 0 0 0 0,0 0-1 0 0,0-1 1 0 0,0 1 0 0 0,0 0-1 0 0,0 0 1 0 0,0 0 0 0 0,0 0-1 0 0,-1 0 1 0 0,1-1 0 0 0,0 1-1 0 0,0 0 1 0 0,0 0 0 0 0,0 0-1 0 0,0-1 1 0 0,0 1 0 0 0,0 0-1 0 0,0 0 1 0 0,0 0-1 0 0,-2 2-56 0 0,0 0 303 0 0,2-2-250 0 0,0 0-1 0 0,0 0 1 0 0,0 0-1 0 0,0 1 1 0 0,0-1 0 0 0,0 0-1 0 0,0 0 1 0 0,0 0 0 0 0,0 1-1 0 0,0-1 1 0 0,0 0-1 0 0,0 0 1 0 0,1 0 0 0 0,-1 1-1 0 0,0-1 1 0 0,0 0-1 0 0,0 0 1 0 0,0 0 0 0 0,0 0-1 0 0,1 0 1 0 0,-1 1 0 0 0,0-1-1 0 0,0 0 1 0 0,0 0-1 0 0,0 0 1 0 0,1 0 0 0 0,-1 0-1 0 0,0 0 1 0 0,0 0 0 0 0,0 0-1 0 0,1 1 1 0 0,-1-1-1 0 0,0 0 1 0 0,0 0 0 0 0,0 0-1 0 0,1 0 1 0 0,-1 0-1 0 0,0 0 1 0 0,0 0 0 0 0,1 0-1 0 0,-1 0 1 0 0,1-2-2 0 0,0 0-1 0 0,0 1 1 0 0,0-1 0 0 0,-1 0 0 0 0,1 1 0 0 0,0-1-1 0 0,-1 0 1 0 0,1 0 0 0 0,-1 1 0 0 0,0-1-1 0 0,1 0 1 0 0,-1 0 0 0 0,0 0 0 0 0,0 0-1 0 0,0 0 1 0 0,-1 1 0 0 0,1-1 0 0 0,0 0-1 0 0,-1 0 1 0 0,1 0 0 0 0,-1 1 0 0 0,1-1 0 0 0,-1 0-1 0 0,0 0 1 0 0,0 1 0 0 0,0-1 0 0 0,0 1-1 0 0,0-1 1 0 0,0 1 0 0 0,-2-3 0 0 0,2 3 22 0 0,-7-2 2 0 0,4 2-24 0 0,3 1 2 0 0,0 0-1 0 0,0 0 0 0 0,0 1 0 0 0,1-1 1 0 0,-1 0-1 0 0,0 0 0 0 0,0 1 1 0 0,1-1-1 0 0,-1 0 0 0 0,0 1 0 0 0,1-1 1 0 0,-1 1-1 0 0,0-1 0 0 0,1 1 1 0 0,-1-1-1 0 0,1 1 0 0 0,-1-1 0 0 0,1 1 1 0 0,-1 0-1 0 0,1-1 0 0 0,-1 1 1 0 0,1 0-1 0 0,0-1 0 0 0,-1 1 0 0 0,1 0 1 0 0,0 0-1 0 0,-1 1 0 0 0,-5 23 250 0 0,6-23-242 0 0,0-1-1 0 0,0 0 1 0 0,0 1-1 0 0,0-1 1 0 0,0 0 0 0 0,0 1-1 0 0,1-1 1 0 0,-1 0 0 0 0,0 1-1 0 0,1-1 1 0 0,-1 0-1 0 0,1 0 1 0 0,0 1 0 0 0,-1-1-1 0 0,1 0 1 0 0,0 0 0 0 0,0 0-1 0 0,0 0 1 0 0,-1 0-1 0 0,1 0 1 0 0,0 0 0 0 0,1 0-1 0 0,-1 0 1 0 0,0-1-1 0 0,0 1 1 0 0,0 0 0 0 0,0-1-1 0 0,0 1 1 0 0,2 0 0 0 0,0 0-1 0 0,-1 0-1 0 0,0 0 1 0 0,0 1 0 0 0,0-1 0 0 0,0 1 0 0 0,0-1 0 0 0,-1 1 0 0 0,1-1 0 0 0,2 3 0 0 0,-4-3 11 0 0,14-8 88 0 0,-15 5-108 0 0,0-1 0 0 0,0 1-1 0 0,0 0 1 0 0,0-1 0 0 0,0 1-1 0 0,-1 0 1 0 0,1 0 0 0 0,0 0 0 0 0,-1 0-1 0 0,0 0 1 0 0,1 0 0 0 0,-1 1 0 0 0,0-1-1 0 0,0 0 1 0 0,0 1 0 0 0,0 0 0 0 0,0-1-1 0 0,-5-1 1 0 0,-19 13 14 0 0,23-8-17 0 0,0 1 1 0 0,1 0-1 0 0,-1-1 0 0 0,1 1 1 0 0,0 0-1 0 0,0 0 1 0 0,0 0-1 0 0,0 1 0 0 0,-3 6 1 0 0,5-9 9 0 0,0 0-6 0 0,0 3 4 0 0,0-3 14 0 0,1-1-20 0 0,0 0 0 0 0,0 0 0 0 0,-1 0 1 0 0,1 0-1 0 0,0 0 0 0 0,0 0 0 0 0,-1-1 1 0 0,1 1-1 0 0,0 0 0 0 0,0 0 0 0 0,-1 0 1 0 0,1-1-1 0 0,0 1 0 0 0,-1 0 0 0 0,1-1 1 0 0,0 1-1 0 0,-1-1 0 0 0,1 1 0 0 0,-1-1 1 0 0,1 1-1 0 0,-1-1 0 0 0,1 1 0 0 0,-1-1 1 0 0,1 1-1 0 0,-1-1 0 0 0,1 0 0 0 0,-1 1 1 0 0,0-1-1 0 0,1-1 0 0 0,13-13 11 0 0,-13 14-19 0 0,0-3 8 0 0,4-4 2 0 0,-5 7-7 0 0,13 26-48 0 0,-10-24 44 0 0,-2-1 10 0 0,-1 1 1 0 0,0-1-1 0 0,1 0 0 0 0,-1 0 0 0 0,1 1 0 0 0,-1-1 1 0 0,1 0-1 0 0,-1 0 0 0 0,1 0 0 0 0,0 0 0 0 0,-1 0 1 0 0,1 0-1 0 0,-1 1 0 0 0,1-1 0 0 0,-1 0 0 0 0,1-1 1 0 0,-1 1-1 0 0,1 0 0 0 0,-1 0 0 0 0,1 0 0 0 0,-1 0 1 0 0,1 0-1 0 0,-1 0 0 0 0,1-1 0 0 0,-1 1 0 0 0,1 0 1 0 0,-1 0-1 0 0,1-1 0 0 0,-1 1 0 0 0,1-1 0 0 0,1 0-6 0 0,-2 1 5 0 0,0 0 0 0 0,0-1 0 0 0,1 1 0 0 0,-1 0 0 0 0,0 0 0 0 0,0 0 0 0 0,0-1 0 0 0,0 1 0 0 0,1 0 0 0 0,-1 0 0 0 0,0-1 0 0 0,0 1 0 0 0,0 0 0 0 0,0-1 0 0 0,0 1 0 0 0,0 0 0 0 0,0 0 0 0 0,0-1 0 0 0,0 1 0 0 0,0 0 0 0 0,0-1 0 0 0,0 1 0 0 0,0 0 0 0 0,0 0 0 0 0,0-1 0 0 0,0 1-1 0 0,0 0 1 0 0,0 0 0 0 0,-1-1 0 0 0,1 1 0 0 0,0 0 0 0 0,0 0 0 0 0,0-1 0 0 0,0 1 0 0 0,-1 0 0 0 0,1 0 0 0 0,0-1 0 0 0,0 1 0 0 0,-1 0 0 0 0,-5-12 4 0 0,4 10-2 0 0,-10-3 8 0 0,1 3-10 0 0,9 2 0 0 0,1 0-1 0 0,0-1 0 0 0,0 2 0 0 0,0-1 0 0 0,0 0 1 0 0,-1 0-1 0 0,1 0 0 0 0,0 0 0 0 0,0 1 0 0 0,0-1 0 0 0,0 0 1 0 0,0 1-1 0 0,0-1 0 0 0,0 1 0 0 0,0 0 0 0 0,0-1 1 0 0,0 1-1 0 0,0 0 0 0 0,-1 0 0 0 0,2 0 3 0 0,-1-1 0 0 0,1 0 0 0 0,0 1 0 0 0,-1-1 0 0 0,1 0 0 0 0,0 0 0 0 0,0 1-1 0 0,-1-1 1 0 0,1 1 0 0 0,0-1 0 0 0,0 0 0 0 0,0 1 0 0 0,-1-1 0 0 0,1 0 0 0 0,0 1 0 0 0,0-1 0 0 0,0 1-1 0 0,0-1 1 0 0,0 0 0 0 0,0 1 0 0 0,0-1 0 0 0,0 1 0 0 0,0-1 0 0 0,0 1 0 0 0,0-1 0 0 0,0 0 0 0 0,0 1-1 0 0,0-1 1 0 0,1 1 0 0 0,-1-1 0 0 0,0 0 0 0 0,0 1 0 0 0,0-1 0 0 0,1 0 0 0 0,-1 1 0 0 0,0-1 0 0 0,0 0-1 0 0,1 1 1 0 0,-1-1 0 0 0,0 0 0 0 0,0 1 0 0 0,1-1 0 0 0,-1 0 0 0 0,0 0 0 0 0,1 1 0 0 0,-1-1 0 0 0,1 0-1 0 0,-1 0 1 0 0,0 0 0 0 0,1 0 0 0 0,0 1 0 0 0,2 0 26 0 0,-1 0-1 0 0,1 1 1 0 0,1-1-1 0 0,-1 0 1 0 0,0 0-1 0 0,0 0 1 0 0,0-1-1 0 0,0 1 1 0 0,4-1 35 0 0,8-6 267 0 0,-14 6-320 0 0,-1-1-3 0 0,0 0 1 0 0,0 0-1 0 0,0 0 1 0 0,1 1 0 0 0,-1-1-1 0 0,0 0 1 0 0,0 0-1 0 0,0 0 1 0 0,0 0 0 0 0,0 0-1 0 0,-1 1 1 0 0,1-1 0 0 0,0 0-1 0 0,0 0 1 0 0,0 0-1 0 0,-1 1 1 0 0,1-1 0 0 0,0 0-1 0 0,-1 0 1 0 0,1 1-1 0 0,-1-1 1 0 0,1 0 0 0 0,-1 0-1 0 0,1 1 1 0 0,-1-1 0 0 0,0 1-1 0 0,1-1 1 0 0,-1 1-1 0 0,0-1 1 0 0,1 1 0 0 0,-1-1-1 0 0,0 1 1 0 0,0-1-1 0 0,0 0 5 0 0,-1 1-1 0 0,-3-1 0 0 0,3 1-7 0 0,2 0-7 0 0,0 1 4 0 0,0-1-1 0 0,0 1 0 0 0,0-1 0 0 0,0 1 0 0 0,-1-1 1 0 0,1 1-1 0 0,0-1 0 0 0,0 0 0 0 0,-1 1 1 0 0,1-1-1 0 0,0 1 0 0 0,0-1 0 0 0,-1 0 0 0 0,1 1 1 0 0,0-1-1 0 0,-1 0 0 0 0,1 0 0 0 0,0 1 1 0 0,-1-1-1 0 0,1 0 0 0 0,-1 0 0 0 0,1 1 0 0 0,0-1 1 0 0,-1 0-1 0 0,1 0 0 0 0,-1 0 0 0 0,0 0 1 0 0,1 0-1 0 0,-1 1 1 0 0,1-1-1 0 0,0 0 1 0 0,-1 0-1 0 0,1 0 1 0 0,0 0-1 0 0,0 0 1 0 0,-1 1-1 0 0,1-1 1 0 0,0 0-1 0 0,-1 0 1 0 0,1 0-1 0 0,0 1 1 0 0,0-1-1 0 0,-1 0 1 0 0,1 0-1 0 0,0 1 0 0 0,0-1 1 0 0,0 0-1 0 0,-1 1 1 0 0,1-1-1 0 0,0 0 1 0 0,0 1-1 0 0,0-1 1 0 0,0 0-1 0 0,0 1 1 0 0,0-1-1 0 0,-1 0 1 0 0,1 1-1 0 0,0-1 1 0 0,0 0-1 0 0,0 1 1 0 0,0-1-1 0 0,0 0 1 0 0,0 1-1 0 0,1-1 1 0 0,-1 0-1 0 0,0 1 1 0 0,0-1-1 0 0,0 0 0 0 0,0 1 1 0 0,0-1-1 0 0,0 0 1 0 0,1 1-1 0 0,-1-1 1 0 0,0 0-1 0 0,0 1 1 0 0,0-1-1 0 0,1 0 1 0 0,-1 0-1 0 0,0 1 1 0 0,0-1-1 0 0,1 0 1 0 0,-1 0-1 0 0,0 0 1 0 0,1 1-1 0 0,0 0 7 0 0,1 1 1 0 0,-1-1-1 0 0,1 1 1 0 0,-1-1-1 0 0,1 0 0 0 0,-1 0 1 0 0,1 1-1 0 0,0-1 0 0 0,0-1 1 0 0,0 1-1 0 0,-1 0 0 0 0,1 0 1 0 0,0-1-1 0 0,0 1 1 0 0,0-1-1 0 0,0 1 0 0 0,0-1 1 0 0,0 0-1 0 0,0 0 0 0 0,0 0 1 0 0,0 0-1 0 0,0 0 0 0 0,0 0 1 0 0,3-1-1 0 0,-5 1-7 0 0,1 0 0 0 0,-1-1 0 0 0,1 1-1 0 0,-1 0 1 0 0,1 0 0 0 0,-1-1 0 0 0,1 1 0 0 0,-1 0 0 0 0,1-1-1 0 0,-1 1 1 0 0,1-1 0 0 0,-1 1 0 0 0,0 0 0 0 0,1-1 0 0 0,-1 1-1 0 0,0-1 1 0 0,1 1 0 0 0,-1-1 0 0 0,0 1 0 0 0,0-1-1 0 0,1 1 1 0 0,-1-1 0 0 0,0 0 0 0 0,0 1 0 0 0,0-1 0 0 0,0 1-1 0 0,0-1 1 0 0,0 1 0 0 0,0-1 0 0 0,0 0 0 0 0,0 1 0 0 0,0-1-1 0 0,0 1 1 0 0,0-1 0 0 0,0 0 0 0 0,0 1 0 0 0,-1-1-1 0 0,1 1 1 0 0,0-1 0 0 0,0 1 0 0 0,-1-1 0 0 0,1 1 0 0 0,0-1-1 0 0,-1 1 1 0 0,1-1 0 0 0,0 1 0 0 0,-1 0 0 0 0,1-1 0 0 0,-1 1-1 0 0,1-1 1 0 0,-1 1 0 0 0,0-1 0 0 0,-4 1-22 0 0,0 0 0 0 0,-1-1 0 0 0,1 2 0 0 0,0-1 0 0 0,0 1 0 0 0,0 0 0 0 0,0 0 0 0 0,-6 2 0 0 0,-3 0-29 0 0,12-2 46 0 0,0 0-1 0 0,0 0 0 0 0,0 1 1 0 0,1-1-1 0 0,-1 0 1 0 0,0 1-1 0 0,1-1 1 0 0,-1 1-1 0 0,1-1 0 0 0,-3 3 1 0 0,4-3 4 0 0,0-1 1 0 0,-1 1-1 0 0,1-1 1 0 0,0 1-1 0 0,-1-1 1 0 0,1 1-1 0 0,0-1 1 0 0,0 1-1 0 0,-1-1 1 0 0,1 1-1 0 0,0-1 1 0 0,0 1-1 0 0,0-1 1 0 0,0 1 0 0 0,0 0-1 0 0,0-1 1 0 0,0 1-1 0 0,0-1 1 0 0,0 1-1 0 0,0-1 1 0 0,0 1-1 0 0,0 0 1 0 0,0-1-1 0 0,0 1 1 0 0,0-1-1 0 0,1 1 1 0 0,-1-1-1 0 0,0 1 1 0 0,0-1-1 0 0,1 1 1 0 0,-1-1-1 0 0,0 1 1 0 0,1-1-1 0 0,-1 1 1 0 0,0-1-1 0 0,1 1 1 0 0,-1-1-1 0 0,1 0 1 0 0,-1 1-1 0 0,1-1 1 0 0,-1 0-1 0 0,1 1 1 0 0,-1-1-1 0 0,1 0 1 0 0,-1 0-1 0 0,1 0 1 0 0,-1 1-1 0 0,1-1 1 0 0,0 0-1 0 0,-1 0 1 0 0,2 0-1 0 0,1 1 5 0 0,1 0-1 0 0,0-1 0 0 0,-1 0 1 0 0,1 1-1 0 0,0-1 0 0 0,-1-1 1 0 0,1 1-1 0 0,0 0 0 0 0,-1-1 1 0 0,5-1-1 0 0,19-11 623 0 0,-26 13-600 0 0,-2-1-147 0 0,0 1 5 0 0,1-1 0 0 0,-1 1 0 0 0,0-1 0 0 0,0 1 0 0 0,1-1 0 0 0,-1 1 0 0 0,0 0 0 0 0,0-1 0 0 0,0 1 0 0 0,1 0 0 0 0,-1-1 0 0 0,0 1 0 0 0,0 0 0 0 0,0 0 0 0 0,0 0 0 0 0,0 0 0 0 0,-1 0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6:02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40 0 0,'0'0'4398'0'0,"-9"26"-3122"0"0,6-17-834 0 0,1 1-1 0 0,0-1 1 0 0,1 1 0 0 0,-1 18 0 0 0,2-27-423 0 0,0 0 1 0 0,0 0 0 0 0,1 0 0 0 0,-1-1-1 0 0,0 1 1 0 0,0 0 0 0 0,0 0 0 0 0,0 0 0 0 0,1-1-1 0 0,-1 1 1 0 0,0 0 0 0 0,1-1 0 0 0,-1 1-1 0 0,1 0 1 0 0,-1-1 0 0 0,1 1 0 0 0,-1 0-1 0 0,1-1 1 0 0,-1 1 0 0 0,1-1 0 0 0,-1 1-1 0 0,1-1 1 0 0,0 1 0 0 0,-1-1 0 0 0,1 0-1 0 0,0 1 1 0 0,0-1 0 0 0,-1 0 0 0 0,1 1-1 0 0,0-1 1 0 0,0 0 0 0 0,-1 0 0 0 0,1 0-1 0 0,0 1 1 0 0,0-1 0 0 0,0 0 0 0 0,0 0-1 0 0,2 0 33 0 0,-1 0 1 0 0,0-1-1 0 0,1 1 0 0 0,-1 0 0 0 0,1-1 0 0 0,-1 1 0 0 0,0-1 0 0 0,1 0 0 0 0,3-1 0 0 0,-5 1 12 0 0,2-16 377 0 0,-2 16-430 0 0,-1 0 0 0 0,1-1 0 0 0,-1 1 0 0 0,0 0 0 0 0,0 0 0 0 0,1-1 0 0 0,-1 1 0 0 0,0 0 1 0 0,0 0-1 0 0,0-1 0 0 0,0 1 0 0 0,0 0 0 0 0,0-1 0 0 0,-1 1 0 0 0,1 0 0 0 0,0 0 1 0 0,-1-1-1 0 0,1 1 0 0 0,-1 0 0 0 0,1 0 0 0 0,-1 0 0 0 0,-1-2 0 0 0,-2-4 34 0 0,-12-10 64 0 0,16 17-108 0 0,-1 0 0 0 0,0 0 0 0 0,1 0 0 0 0,-1 0 0 0 0,1 0 0 0 0,-1 1 0 0 0,0-1 1 0 0,1 0-1 0 0,-1 0 0 0 0,0 0 0 0 0,1 0 0 0 0,-1 1 0 0 0,1-1 0 0 0,-1 0 0 0 0,1 1 1 0 0,-1-1-1 0 0,1 0 0 0 0,-1 1 0 0 0,1-1 0 0 0,-1 1 0 0 0,1-1 0 0 0,-1 1 0 0 0,1-1 0 0 0,0 1 1 0 0,-1-1-1 0 0,1 1 0 0 0,0-1 0 0 0,-1 1 0 0 0,1-1 0 0 0,0 1 0 0 0,0 0 0 0 0,-1-1 0 0 0,1 1 1 0 0,0-1-1 0 0,0 1 0 0 0,0 1 0 0 0,-3 4 31 0 0,2-5-29 0 0,0 0-1 0 0,1-1 1 0 0,-1 1-1 0 0,0 0 1 0 0,1 0-1 0 0,-1 0 1 0 0,1 0 0 0 0,0 0-1 0 0,-1 0 1 0 0,1 0-1 0 0,0 0 1 0 0,-1 0-1 0 0,1 1 1 0 0,0-1 0 0 0,0 0-1 0 0,0 0 1 0 0,0 0-1 0 0,0 0 1 0 0,0 0-1 0 0,0 0 1 0 0,0 0-1 0 0,1 0 1 0 0,-1 0 0 0 0,0 0-1 0 0,1 0 1 0 0,-1 1-1 0 0,1-2 1 0 0,-1 1-1 0 0,1 0 1 0 0,-1 0-1 0 0,1 0 1 0 0,1 1 0 0 0,-2-1 4 0 0,19-3 43 0 0,-15 1-38 0 0,-2 0-17 0 0,0 1-1 0 0,0 0 1 0 0,-1-1 0 0 0,1 1 0 0 0,0-1-1 0 0,-1 0 1 0 0,1 0 0 0 0,0 0-1 0 0,-1 1 1 0 0,1-1 0 0 0,-1-1 0 0 0,0 1-1 0 0,1 0 1 0 0,-1 0 0 0 0,0 0-1 0 0,0-1 1 0 0,0 1 0 0 0,1-1 0 0 0,0-1-1 0 0,-2 2-6 0 0,1-1-1 0 0,-1 1 1 0 0,0 0-1 0 0,0 0 1 0 0,1 0 0 0 0,-1 0-1 0 0,0 0 1 0 0,0 0-1 0 0,0 0 1 0 0,0 0-1 0 0,-1 0 1 0 0,1 0-1 0 0,0 0 1 0 0,0 0-1 0 0,0 0 1 0 0,-1-1 0 0 0,1 1-1 0 0,-1 0 1 0 0,1 1-1 0 0,-1-1 1 0 0,1 0-1 0 0,-1 0 1 0 0,1 0-1 0 0,-1 0 1 0 0,0 0-1 0 0,0 0 1 0 0,1 1 0 0 0,-1-1-1 0 0,0 0 1 0 0,0 1-1 0 0,0-1 1 0 0,-1 0-1 0 0,-1 0 9 0 0,1 0 0 0 0,-1 1 0 0 0,1-1 0 0 0,0 1 0 0 0,-1 0 0 0 0,1-1 0 0 0,-1 1 0 0 0,1 0 0 0 0,-1 1 0 0 0,1-1 0 0 0,-1 0 0 0 0,1 1 0 0 0,0-1 0 0 0,-1 1 0 0 0,1 0 0 0 0,0 0 0 0 0,-4 2 0 0 0,5-3 3 0 0,1 0 1 0 0,0 0 0 0 0,-1 1 0 0 0,1-1 0 0 0,0 0 0 0 0,0 0-1 0 0,-1 0 1 0 0,1 1 0 0 0,0-1 0 0 0,0 0 0 0 0,0 0 0 0 0,-1 1-1 0 0,1-1 1 0 0,0 0 0 0 0,0 0 0 0 0,0 1 0 0 0,0-1 0 0 0,0 0-1 0 0,0 1 1 0 0,0-1 0 0 0,-1 0 0 0 0,1 1 0 0 0,0-1-1 0 0,0 0 1 0 0,0 1 0 0 0,0-1 0 0 0,0 0 0 0 0,0 1 0 0 0,1-1-1 0 0,-1 0 1 0 0,0 0 0 0 0,0 1 0 0 0,0-1 0 0 0,0 0 0 0 0,0 1-1 0 0,0-1 1 0 0,0 0 0 0 0,1 1 0 0 0,-1-1 0 0 0,0 0 0 0 0,0 0-1 0 0,0 1 1 0 0,1-1 0 0 0,-1 0 0 0 0,0 0 0 0 0,0 0 0 0 0,1 1-1 0 0,7 5 2 0 0,-2-2 9 0 0,-2-2-6 0 0,-1 0 1 0 0,1-1-1 0 0,-1 1 0 0 0,1-1 1 0 0,0 1-1 0 0,0-1 0 0 0,0 0 1 0 0,0-1-1 0 0,0 1 0 0 0,5 0 1 0 0,-7-1-3 0 0,-1 0-14 0 0,2 1 2 0 0,-2-1-1 0 0,-4 1-13 0 0,-36 2 19 0 0,23-2 23 0 0,14-1-8 0 0,-18-1 38 0 0,18 0-10 0 0,20-4-38 0 0,-17 5 7 0 0,-1 1 1 0 0,1-1 0 0 0,-1 0 0 0 0,1-1-1 0 0,-1 1 1 0 0,0 0 0 0 0,1 0-1 0 0,-1 0 1 0 0,1 0 0 0 0,-1 0 0 0 0,0 0-1 0 0,1 0 1 0 0,-1-1 0 0 0,1 1 0 0 0,-1 0-1 0 0,0 0 1 0 0,1 0 0 0 0,-1-1 0 0 0,0 1-1 0 0,1 0 1 0 0,-1-1 0 0 0,0 1 0 0 0,0 0-1 0 0,1-1 1 0 0,-1 1 0 0 0,0 0 0 0 0,0-1-1 0 0,1 1 1 0 0,-1-1 0 0 0,0 1-1 0 0,0 0 1 0 0,0-1 0 0 0,0 1 0 0 0,0-1-1 0 0,0 1 1 0 0,0 0 0 0 0,0-1 0 0 0,0 1-1 0 0,0-1 1 0 0,0 1 0 0 0,0-1 0 0 0,0 1-1 0 0,0 0 1 0 0,0-1 0 0 0,0 1 0 0 0,0-1-1 0 0,0 1 1 0 0,0 0 0 0 0,-1-1 0 0 0,1 0-1 0 0,-1 0 7 0 0,-2 2-392 0 0,-9 3-6 0 0,9-3-303 0 0,-6 1-3650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34:04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100 106 288 0 0,'0'0'337'0'0,"-19"-10"2700"0"0,-34 24-2305 0 0,52-13-656 0 0,-26 13 2833 0 0,36-12-2769 0 0,0-1 0 0 0,-1 1 1 0 0,1-2-1 0 0,0 1 1 0 0,0-1-1 0 0,0-1 0 0 0,0 0 1 0 0,14-2-1 0 0,26-2 278 0 0,-22 5-234 0 0,88-3 436 0 0,123-19-121 0 0,-201 21-375 0 0,-24 2-83 0 0,-1-2 0 0 0,1 1 0 0 0,0-2 0 0 0,0 1 0 0 0,-1-2 0 0 0,20-5 0 0 0,-12 2 60 0 0,0 0 1 0 0,36-3-1 0 0,-4 1 18 0 0,125-16 90 0 0,-136 21-117 0 0,-24 2 67 0 0,1 0 1 0 0,0-1-1 0 0,-1-1 1 0 0,26-7-1 0 0,-14 5 28 0 0,-28 4-123 0 0,-18 1-5215 0 0,9 0 2351 0 0,-7-1 213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34:05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42 452 0 0,'7'3'553'0'0,"1"0"-1"0"0,-1 0 1 0 0,1-1-1 0 0,0 0 1 0 0,0 0-1 0 0,0-1 1 0 0,0 0 0 0 0,16 0-1 0 0,18 2 899 0 0,-7 0-1052 0 0,0-2-1 0 0,-1-2 1 0 0,45-5 0 0 0,15-1-123 0 0,173-4 288 0 0,-8-7-195 0 0,-235 16-334 0 0,64-10 72 0 0,3 5-126 0 0,-90 7 22 0 0,28-2-881 0 0,-27 2 795 0 0,-23 5-1183 0 0,4-4-2925 0 0,6-2 2283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28:47.58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4368 4 2,'0'0'49,"0"0"-8,17 0-18,-17 0-18,0 0-25,9-4-22,-9 4 9</inkml:trace>
  <inkml:trace contextRef="#ctx0" brushRef="#br0" timeOffset="3570">25 617 11,'0'0'79,"-7"-7"-11,7 7-3,0 0-11,0 0-18,0 0-13,0 0-33,-18 2-45,18-2-59,0 0 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28:47.74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2406 0 39,'0'0'68,"0"0"2,0 0-5,0 0 0,0 0-13,0 0-9,0 0 6,0 0-8,0 0-1,0 0 0,0 0-6,0 0-6,0 0-1,0 0-4,0 0 1,0 0 5,0 0-6,0 0 1,0 0 3,0 0-2,0 0 9,0 0-6,0 0-8,0 0 4,0 0 2,0 0 1,0 0-6,0 0-6,0 0 7,0 0-6,0 0-3,0 0 2,0 0-4,0 0 6,0 0-8,0 0-3,0 0 9,0 0-10,0 0 1,0 0 0,0 0 3,0 0-2,0 0-2,0 0 4,0 0 2,0 0-3,0 0 0,0 0-4,0 0 1,0 0-5,0 0 16,0 0-6,0 0 6,-20 11 4,9-10-5,2 4 7,-3-2-4,-1 2 4,1-2-4,-2 2 3,-1-2-5,0 2-7,1 0 8,0 1-1,-2-1 5,4 4-12,-2-2 6,0-3-6,5 3-1,-4 1 4,-1 1 0,1-2 2,-3 2 3,1-2-5,0 1 6,2 2-4,-3 1 3,1-2-4,3 2 2,-4-2 7,5 1-10,-6 1 5,7-1 0,-2-1-3,1-3 0,2 5 0,0-3-2,-2 1-1,4-1-2,-1-1-1,2 1 0,0 0-1,0 1 10,-2 3-5,4-3 0,-1 0-6,-1-1 2,2 1 1,4-9 10,-8 20 1,4-8-3,2 2-1,1-5 2,-4 7-7,4-2 3,-7 2 3,3-5-6,-1 1 3,3-1-2,-1 0-2,2 0-3,-2 1 3,1 0 6,-2-1 0,2 5-3,-1-8 2,-1 2-1,4 1-6,1-11-2,-6 18 2,4-9-1,2-9 2,-6 17-3,2-6-2,4-11 0,-4 17-1,3-8 5,-2 1 0,3-10-3,0 18-2,0-7 5,0-11-5,-3 19-3,3-5 3,0-3 0,0-11-1,-3 23 4,1-13-2,4-2-2,-2-8 2,-2 23-5,2-8 6,0-5-1,0-10-3,5 21 1,-5-10 0,1 0 3,-1-11-2,0 18-1,2-7 4,-2-11-1,4 19-2,-4-10-2,7-2 3,-7-7-5,6 16 8,-3-7-5,0-2 0,0 1 0,1 2 0,-4-10-1,14 17 3,-8-8-3,-2-2 5,2 1-5,0 5 2,1-4 0,0-1-4,1 3 7,-2-4-2,0 1-4,0 2 5,0-2-4,1 1-5,-2 0 9,-2 0 0,3-1 2,0 3-2,0-2-4,0-1 3,0 2-2,-1-4 2,1 3-3,0-1 1,0 2 3,0-2-4,-6-8 3,12 15 6,-9-10-4,3 3-1,2-1 1,-4 2 0,4-2-4,-1-2 1,1 4 0,0-3-3,2 1 0,-2-2 5,-1 0-1,-1 1-1,2-1 0,-8-5-1,13 8 0,-6-3-2,0 1 2,-1 0-1,-6-6 0,11 10 0,-7-7-2,-4-3 3,11 10-5,-4-4 6,-7-6-3,11 9 1,-8-4 1,-3-5 0,11 11-3,-7-6 4,-4-5-3,11 7 2,-11-7-1,9 8-2,-5-2 4,-4-6-4,9 7 4,-4 0-1,-5-7 1,9 10-2,-3-4 2,-6-6-1,11 10-1,-5-5-3,1 1 1,-7-6 2,15 11 1,-7-10-1,3 3-2,-2 1 3,1 0 1,-1 1-2,0-3-1,4 1 3,-3-1-1,1 0-1,-1-1 0,-1 3-1,2-3 0,-3 4 4,1-3-4,-9-3 1,18 5 0,-11-1 0,-7-4-1,14 5 1,-14-5 0,14 5 2,-7-3-6,-7-2 1,0 0 2,14 4 2,-14-4-1,0 0 2,12 5-6,-12-5 5,0 0-4,7 3 2,-7-3-1,0 0 5,11 6-4,-11-6-1,0 0 1,8 5 2,-8-5-1,0 0-4,0 0 3,7 6 1,-7-6 2,0 0-4,0 0-1,11 5 3,-11-5-1,0 0 1,0 0 0,7 5-2,-7-5 1,0 0-4,0 0 8,14 2-1,-14-2 0,0 0-3,7 5 2,-7-5-2,0 0 0,9 3 1,-9-3 1,0 0 1,0 0-3,11 3-3,-11-3 3,0 0 2,9 5 0,-9-5-1,0 0 0,0 0-2,12 3 2,-12-3-1,0 0-1,18 2 2,-18-2 1,9 1-2,-9-1 1,13 2-1,-13-2 1,0 0 0,0 0-1,13 0-2,-13 0 4,0 0-2,9 4 3,-9-4-3,0 0 3,0 0-3,0 0 1,0 0 4,0 0-3,0 0 0,0 0-1,0 0 2,0 0-3,0 0 6,0 0-3,0 0 0,17-2-1,-17 2 0,0 0-1,0 0 2,0 0-2,0 0 3,0 0-3,0 0 3,0 0-3,0 0 2,0 0-1,0 0-2,0 0 1,0 0-4,0 0 3,0 0 0,17-4-3,-17 4 1,0 0 2,0 0-1,10-5 1,-10 5-4,0 0 3,0 0 0,0 0-4,0 0 3,0 0 3,0 0 1,0 0-6,14 0 5,-14 0-2,0 0 4,0 0-1,0 0 1,0 0 0,0 0 0,0 0 3,0 0-4,0 0 3,0 0 1,0 0 0,0 0 3,0 0-3,0 0-3,0 0 0,0 0 0,0 0-6,0 0 4,0 0 1,0 0 1,0 0-4,0 0 3,0 0-1,0 0-3,0 0 2,0 0 2,0 0-3,0 0 1,0 0 4,0 0-5,0 0 0,0 0 2,0 0 1,0 0-1,0 0 1,0 0-1,0 0 0,0 0-2,0 0 4,0 0 1,0 0-3,0 0 0,0 0-2,0 0 4,0 0-2,0 0-2,0 0-2,10-6 4,-10 6-2,11-5 2,-11 5-3,0 0 2,15-5-1,-15 5 3,0 0-6,12-1 2,-12 1 3,0 0 1,12-4-5,-12 4 4,0 0-4,0 0 5,11-5 3,-11 5-3,0 0-1,0 0 1,0 0-3,9-3 4,-9 3 2,0 0-2,0 0 1,0 0 1,0 0-1,0 0-3,0 0 0,0 0-1,0 0 2,0 0-1,0 0-1,0 0-1,0 0 1,0 0 3,0 0-2,0 0-2,0 0 4,0 0 0,0 0-5,0 0 4,0 0-2,0 0-1,0 0-3,0 0 0,-9-20 2,9 20 0,0 0 0,20-2 2,-20 2-2,16 0 1,-16 0-3,15 2 3,-15-2-1,0 0 4,18 0-3,-18 0-2,0 0 5,10-2 0,-10 2-3,0 0 2,0 0 1,0 0 2,0 0-3,0 0 3,0 0-3,0 0 2,0 0-4,0 0 2,0 0-3,0 0 1,0 0 2,0 0-2,0 0 1,0 0 3,0 0-6,-28-18 1,28 18 2,0 0 1,-13-5-3,13 5 2,0 0 2,0 0-4,-12-3 4,12 3-1,0 0 2,0 0 0,0 0 2,0 0-3,-8-5 2,8 5 1,0 0 1,0 0 0,0 0-4,0 0 0,0 0-2,0 0 1,0 0 2,0 0-2,0 0 1,0 0-4,0 0-2,0 0-14,0 0-20,0 0-23,0 0-22,0 0-35,-26 7-69,17-6-188,9-1-406,0 0 180</inkml:trace>
  <inkml:trace contextRef="#ctx0" brushRef="#br0" timeOffset="4503">149 661 87,'0'0'135,"4"-9"-8,-4 9-3,0 0-12,0 0 1,0 0-7,0 0-4,0 0-3,0 0-6,0 0-6,0 0-3,0 0-5,0 0-6,0 0-8,0 0-8,0 0-9,0 0-1,0 0-9,0 0-7,0 0-1,0 0-5,0 0-3,0 0-4,0 0 5,0 0-8,0 0 0,0 0-1,-21 22 8,15-12-1,-2 2 1,-1-1-3,0 5 1,-3 6 0,3-6-5,-1 4 4,0-3-5,4 0-1,-3 6 3,3-6-8,-1 5 1,2-5-2,-1 6 5,3-7-4,-1 1 1,-1-2-1,4 0-2,-1-2 0,0-3 0,2 3 0,0-13-10,2 15-13,-2-15-1,-2 15-10,2-15-1,-3 8-3,3-8-1,0 0-5,0 0 4,3 15-4,-3-15-30,0 0-21,0 0-30,0 0-149,0 0-291,0 0 129</inkml:trace>
  <inkml:trace contextRef="#ctx0" brushRef="#br0" timeOffset="4936">522 674 64,'0'0'124,"-12"-3"-8,12 3-10,0 0-14,0 0-13,-24 12-7,20-7-3,-7 0-2,3 2-7,2 0-3,-1 5 0,1-3-12,0 3-2,3-4-4,-3 3-1,3 0 9,1 3-1,-1-1 2,3-13-2,-5 18-4,7-3-6,-2-5-4,0-10 1,0 19-10,5-10 13,-2 2 2,0-2-3,3 1-6,3 1-1,-2-1 1,1-2 0,4 2 3,-5 0-9,6-1 2,-6 0-3,1-2-8,2 3 3,-1-1-8,-1 0 2,-4 1-2,1-2 5,-2 2-1,-1-2-3,2 2-3,-4-10 2,0 18-1,0-8 1,0-10-14,-6 17 18,3-8 1,-3-2-6,-2 1-1,-1 0 0,0-1 0,2 0 2,-7 0 1,0-2-3,2-1 2,-1 1-5,-1 0 0,1-2 4,-3 1-2,6-2-3,10-2-2,-21 1-11,13 2-2,8-3-5,-17-3-13,17 3-25,0 0-26,-10-8-13,10 8-66,1-14-105,-1 14-288,9-18 128</inkml:trace>
  <inkml:trace contextRef="#ctx0" brushRef="#br0" timeOffset="5457">714 705 6,'0'0'123,"28"-2"-5,-10 2-12,0-3-8,2 3-8,-4-2-7,2-2-15,-1 4 2,1 0-9,-4 0-5,-2 0-2,-12 0-11,15-1-5,-15 1-12,14-2-8,-14 2-18,0 0-16,12-2-19,-12 2-43,0 0-78,0 0-167,0 0 75</inkml:trace>
  <inkml:trace contextRef="#ctx0" brushRef="#br0" timeOffset="5750">1035 619 74,'-1'14'108,"1"-14"3,0 0-9,-3 17-9,3-17-5,-8 18 0,5-9 7,0 2-14,0-1-7,-3 3 5,0-1-5,-2 4-6,1-3 6,-1 2-8,-1-1-4,0 8-3,1-6-2,1 0-1,-4 2-7,4-3-7,1 3 1,-2-5-5,2 4 2,0 0-4,5-3-8,-4 1-9,3-2 14,-2 2-2,4-2-3,3 0-4,-2-3 0,1 0-9,3 0 6,-1-2-1,-4-8-6,8 16 1,-2-9 0,-2 0 2,5-2-6,-9-5 0,11 11-1,-5-7-1,-6-4 3,14 8-3,-7-6-1,-7-2 2,12 5-3,-12-5 1,11 4-1,-11-4 0,10 0-1,-10 0-1,0 0 1,20-9-5,-9 4 1,-4-3 1,2 2-1,2-5 2,2 1 4,1-1-5,0-3-2,1-5-1,0 2 2,-1-5-1,2-1-2,-1 0 3,-1 0-7,0-1 3,-1 2 5,-1-3-12,0 4 8,-3 3 3,-2 1-1,0 1-1,1 2 0,-2 3 0,0 1 0,-5 0 0,4 2-1,-5 8 0,1-14 0,-1 14 3,0 0-1,0 0-2,-12-14 2,12 14-4,-16 2-12,16-2-17,-22 5-8,10-3 5,0 3-29,3-1-12,-1 1-11,-1 0-28,0-2-37,-1-1-113,12-2-285,-21 8 126</inkml:trace>
  <inkml:trace contextRef="#ctx0" brushRef="#br0" timeOffset="6393">1182 338 119,'0'0'139,"-11"9"-9,5-4-12,6-5-14,-9 16 1,5-6-17,1-1-14,3-9-5,-8 16-10,4-7-1,2 0-8,2-9 2,-3 13-16,3-13 1,0 15 0,0-15 4,9 8-10,-9-8-2,11 10-3,-1-7-6,-1-2-1,8 0-1,-2-2 2,2 0-5,2-4-5,7-3 3,-5 0 8,3-3-5,-8 0-3,5-4 0,-5 4-8,1-6 0,-5 3 3,2-2-2,-4 0 3,-1-2-3,-1 5 3,-3-4 5,-2 6-6,0-4 6,-3 15 0,-5-17 1,-3 8-5,-2 4-3,-1 0 3,-7 5-3,-2 6-35,-7 1-42,-12 8-202,-3 2-294,-2 1 130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6:51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38 232 0 0,'19'12'4212'0'0,"20"5"-913"0"0,-39-16-3172 0 0,7 21 308 0 0,-7-21-348 0 0,0 1 0 0 0,0-1 0 0 0,0 1 0 0 0,0-1 0 0 0,0 0 0 0 0,1 1 0 0 0,-1-1 0 0 0,0 0 0 0 0,1 1 1 0 0,-1-1-1 0 0,1 0 0 0 0,-1 1 0 0 0,1-1 0 0 0,0 0 0 0 0,0 0 0 0 0,-1 0 0 0 0,1 1 0 0 0,0-1 0 0 0,0 0 0 0 0,0 0 0 0 0,0 0 0 0 0,0-1 0 0 0,0 1 0 0 0,1 0 0 0 0,-1 0 0 0 0,0 0 0 0 0,0-1 0 0 0,0 1 0 0 0,1-1 0 0 0,-1 1 0 0 0,3 0 0 0 0,-3-1-13 0 0,24-9 763 0 0,46-21-881 0 0,-52 24-899 0 0,-1-1 0 0 0,-1-1 0 0 0,24-14 0 0 0,-14 3-2157 0 0,0-5 239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6:56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0 327 152 0 0,'4'-17'4632'0'0,"-4"16"-4564"0"0,0 1 0 0 0,0 0 0 0 0,0 0 0 0 0,1 0 0 0 0,-1-1 0 0 0,0 1 0 0 0,0 0 0 0 0,0 0 0 0 0,1 0 0 0 0,-1-1 0 0 0,0 1 0 0 0,0 0 0 0 0,1 0 0 0 0,-1 0 0 0 0,0 0 0 0 0,1 0 0 0 0,-1 0 0 0 0,0 0 0 0 0,0 0 0 0 0,1 0 0 0 0,-1 0 0 0 0,0 0 0 0 0,1 0 0 0 0,-1 0 0 0 0,0 0 0 0 0,0 0 0 0 0,1 0 0 0 0,-1 0 0 0 0,0 0 0 0 0,1 0 0 0 0,-1 0 0 0 0,3 2 51 0 0,0 0 0 0 0,0 0 0 0 0,-1 0 0 0 0,1 0 0 0 0,-1 0 0 0 0,1 0 0 0 0,3 6-1 0 0,20 29 540 0 0,-22-29-536 0 0,1 0-1 0 0,0-1 0 0 0,0 0 1 0 0,13 13-1 0 0,10 9 129 0 0,-24-23-154 0 0,1-1 0 0 0,0 1 0 0 0,0-1 0 0 0,0 0 0 0 0,1-1 0 0 0,0 0 0 0 0,6 5 0 0 0,-9-8-71 0 0,-1 0 0 0 0,1-1 0 0 0,0 1 0 0 0,-1 0 0 0 0,1-1 0 0 0,0 0 0 0 0,0 1-1 0 0,-1-1 1 0 0,1 0 0 0 0,0 0 0 0 0,0-1 0 0 0,-1 1 0 0 0,1-1 0 0 0,0 1 0 0 0,-1-1 0 0 0,1 0 0 0 0,0 0 0 0 0,-1 0 0 0 0,1 0 0 0 0,-1 0 0 0 0,0-1-1 0 0,1 1 1 0 0,2-3 0 0 0,50-37 31 0 0,62-58-1 0 0,-13 9-1030 0 0,92-85-4457 0 0,-120 102 2900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38:02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1 124 0 0,'0'0'4975'0'0,"-13"7"-7932"0"0,6-5 1751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6T07:20:29.2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1,'0'26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8T09:46:03.7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34 0 7,'0'0'64,"0"0"-3,0 0-11,0 0-6,0 0 2,0 0-5,0 0-19,0 0-36,0 0-40,-25 20-58,16-15 26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08:38:12.10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12 163 37,'0'0'62,"0"0"4,0 0-6,0 0-3,0 0-3,0 0-13,0 0 1,0 0-8,0 0 2,0 0 4,0 0-12,0 0 4,0 0-7,0 0-5,0 0-3,0 0 6,0 0-4,0 0 3,0 0-8,0 0-2,0 0-3,3-9 2,-3 9 5,0 0-2,0 0-3,0 0 5,0 0 0,0 0 8,0 0-10,0 0 1,0 0-4,0 0 2,0 0-7,0 0 0,0 0 1,0 0-1,0 0-2,0 0 1,0 0-7,0 0 5,0 0-2,0 0 8,0 0-8,0 0 2,0 0-1,0 0 0,0 0 4,0 0-1,0 0-3,0 0 4,0 0 3,0 0 1,0 0-10,0 0 11,0 0-5,0 0 2,0 0-5,0 0 1,0 0 1,0 0 1,0 0-2,0 0-5,0 0 5,0 0-1,0 0-10,0 0 10,0 0-1,0 0-2,0 0 5,0 0 1,0 0-3,0 0-3,0 0 8,0 0-11,0 0 4,0 0 4,0 0 2,0 0 8,0 0-16,0 0 3,0 0 6,0 0 1,0 0-9,0 0 7,0 0-1,-7-18 9,7 18-7,0 0-2,0 0-3,0 0 8,0 0 2,0 0-5,0 0-1,0 0 1,0 0-5,0 0 0,0 0 2,0 0-5,0 0 1,0 0 8,0 0-2,0 0-4,0 0 7,0 0-6,0 0 8,0 0 4,0 0-4,0 0-1,0 0 2,0 0 0,0 0-2,0 0 5,0 0-6,0 0 3,0 0-9,0 0 2,-5-10 4,5 10-1,0 0-18,0 0 12,0 0 2,0 0-2,0 0-1,0 0 7,0 0-5,-3-10-1,3 10-4,0 0 4,0 0 2,0 0-1,0 0-10,0 0 5,0 0-11,0 0-1,0 0-9,0 0-5,0 0-9,0 0-8,0 0-30,0 0 3,0 0-41,0 0-59,0 0-185,0 0 82</inkml:trace>
  <inkml:trace contextRef="#ctx0" brushRef="#br0" timeOffset="33587">79 142 61,'0'0'73,"0"0"-4,0 0-5,0 0-8,0 0-4,0 0-1,0 0-7,-5-11-4,5 11 1,0 0-9,0 0-1,0 0 2,0 0-5,0 0-1,0 0-4,0 0-1,0 0-7,0 0 0,0 0-2,0 0 2,0 0 2,0 0 2,0 0-5,0 0 2,0 0-3,0 0-3,0 0-1,0 0 3,0 0 5,0 0-12,0 0 0,0 0 1,0 0 0,0 0-6,0 0 1,0 0-1,0 0 5,0 0-12,0 0 6,0 0-5,0 0 7,0 0-10,0 0 3,0 0-7,0 0-4,0 0 3,0 0 7,0 0-1,0 0 7,0 0-2,0 0 1,0 0-4,0 0 7,0 0-5,0 0 0,0 0 3,0 0-1,0 0 4,0 0-2,0 0-2,-12-5 9,12 5-7,0 0 10,0 0 5,0 0-9,0 0 10,0 0-14,0 0-5,0 0 11,0 0-11,0 0 9,0 0-1,0 0 4,0 0-4,0 0-2,0 0 0,0 0 2,0 0 0,0 0-7,0 0 2,0 0 7,0 0-3,0 0-3,0 0 3,0 0 2,0 0-4,0 0-3,0 0-2,0 0 7,0 0-7,0 0 10,-6-7-16,6 7 4,0 0 6,0 0-1,0 0-1,0 0-1,0 0 2,0 0-1,0 0 6,0 0-7,0 0 0,0 0 10,0 0-8,0 0 0,0 0 4,0 0-3,0 0-3,0 0-1,0 0-3,0 0-2,0 0 6,0 0 3,0 0 4,0 0-9,0 0 10,0 0-4,0 0-2,0 0-2,0 0 3,0 0 0,0 0 3,0 0-10,0 0 8,0 0 4,0 0 0,0 0 5,0 0-4,0 0 0,0 0 2,0 0-13,0 0 11,0 0-5,0 0 4,0 0-1,0 0-1,0 0-5,0 0 3,0 0-2,3-16 0,-3 16 4,0 0-6,0 0 0,0 0-5,0 0 3,0 0 4,0 0 4,0 0-4,0 0 0,0 0-3,0 0 4,0 0 2,0 0 7,8-10-7,-8 10-4,0 0 2,0 0-1,0 0-6,6-8 6,-6 8 0,0 0-2,0 0 8,0 0-4,0 0 4,0 0 1,0 0-1,0 0 0,0 0 2,0 0-5,0 0 6,0 0-1,0 0-8,0 0 6,0 0-1,0 0 3,0 0-7,0 0-1,0 0 6,0 0-9,0-13 1,0 13 7,0 0-2,0 0 11,0 0-23,0 0 15,0 0-2,0 0-2,0 0 2,0 0 8,0 0-4,0 0-6,0 0 2,0 0 5,0 0-9,0 0 10,0 0-5,0 0 1,0 0-1,0 0 0,1-10-2,-1 10 2,0 0-9,0 0 9,0 0-6,5-10-4,-5 10 7,0 0 7,0 0-6,0 0-6,0 0 6,0 0 2,0 0 7,0 0-9,0 0-1,7-7 7,-7 7 2,0 0-3,0 0 1,0 0 0,0 0-3,0 0 0,0 0-8,0 0 5,0 0 4,0 0-3,0 0-3,0 0 1,0 0 1,0 0-7,0 0 8,0 0-2,0 0-1,0 0 8,0 0-7,0 0-5,0 0 5,0 0-1,0 0 5,0 0-9,0 0 6,0 0-3,0 0 5,0 0-16,0 0 11,0 0 3,0 0-6,0 0 8,0 0-25,0 0 10,0 0 15,0 0 4,0 0-4,0 0 3,0 0-1,0 0-2,0 0 0,0 0 4,0 0 0,0 0-2,0 0-14,0 0 14,0 0 0,0 0-4,0 0-2,0 0 2,0 0-5,0 0 9,0 0-2,0 0-2,0 0 3,0 0-4,3-10-12,-3 10 16,0 0-2,0 0-1,0 0-3,0 0 4,0 0-14,0 0 11,0 0 4,0 0-2,0 0-3,0 0-11,0 0 15,0 0 3,0 0-3,0 0-3,0 0 1,0 0-2,0 0 1,0 0 4,0 0 4,0 0-4,0 0-6,0 0 7,0 0-7,0 0 3,0 0-4,0 0 4,0 0-2,0 0 1,0 0-1,0 0 0,0 0-3,0 0 7,0 0 0,0 0 1,0 0-1,0 0-3,0 0-2,0 0 2,0 0-5,0 0 4,0 0 2,0 0 3,0 0 2,0 0 3,0 0-2,0 0 6,0 0-1,0 0-6,0 0 1,0 0 8,0 0-10,0 0 6,0 0-3,0 0-2,0 0 1,0 0 3,0 0-8,0 0 6,0 0-12,0 0 11,0 0-6,0 0-1,0-12-1,0 12 7,0 0-2,0 0 3,0 0-17,0 0 13,5-11-2,-5 11 2,0 0-2,0 0 1,0 0-10,0 0 8,0 0-1,0 0-3,0-12 6,0 12 2,0 0-1,0 0 0,0 0-3,0 0 5,0 0-7,0 0-1,0 0 4,0 0-4,0 0-5,0 0 8,0 0 3,0 0 0,0 0-9,0 0 3,0 0 3,0 0-2,0 0-2,0 0-9,0 0-13,0 0-12,0 0-22,0 0-14,0 0-21,0 0-132,0 0-246,0 0 109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0T08:38:16.9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38 0 2,'0'0'57,"0"0"10,0 0 0,0 0-1,0 0 4,0 0-7,0 0-15,0 0-6,0 0 1,0 0-6,0 0 3,0 0-9,0 0-1,0 0-8,0 0 4,0 0-8,0 0 1,0 0-9,0 0 3,0 0-2,0 0-2,0 0 5,0 0-5,0 0-7,0 0 9,0 0-2,0 0-5,0 0-3,0 0-2,0 0-5,0 0-2,0 0-2,0 0-17,0 0-15,0 0-12,0 0-7,0 0-45,0 0-114,0 0 51</inkml:trace>
  <inkml:trace contextRef="#ctx0" brushRef="#br0" timeOffset="23608">0 138 31,'0'0'36,"0"0"3,0 0-9,0 0-2,0 0-19,0 0-39,0 0-31,0 0 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2:5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6 260 0 0,'0'0'2906'0'0,"4"-6"1242"0"0,-4 7-4112 0 0,0 0 0 0 0,-1 0 1 0 0,1 1-1 0 0,0-1 0 0 0,0 0 0 0 0,0 0 0 0 0,-1 0 1 0 0,1 0-1 0 0,0 0 0 0 0,1 0 0 0 0,-1 1 1 0 0,0-1-1 0 0,0 0 0 0 0,0 0 0 0 0,1 0 0 0 0,-1 0 1 0 0,1 0-1 0 0,-1 0 0 0 0,1 0 0 0 0,-1 0 0 0 0,1 0 1 0 0,-1 0-1 0 0,1 0 0 0 0,0 0 0 0 0,-1-1 0 0 0,1 1 1 0 0,0 0-1 0 0,0 0 0 0 0,0-1 0 0 0,0 1 0 0 0,0 0 1 0 0,0-1-1 0 0,0 1 0 0 0,1 0 0 0 0,-1 0-7 0 0,1-1 0 0 0,0 1 0 0 0,-1-1 0 0 0,1 0 0 0 0,0 1 0 0 0,-1-1 0 0 0,1 0 0 0 0,0 0 0 0 0,-1 0-1 0 0,1 0 1 0 0,0 0 0 0 0,-1 0 0 0 0,1 0 0 0 0,0-1 0 0 0,-1 1 0 0 0,1-1 0 0 0,0 1 0 0 0,-1-1 0 0 0,1 0 0 0 0,-1 1 0 0 0,1-1-1 0 0,-1 0 1 0 0,1 0 0 0 0,1-2 0 0 0,-2 3 89 0 0,-1-1-83 0 0,4 0-37 0 0,-13-5 117 0 0,6 3-103 0 0,-1 3-16 0 0,-10 4 28 0 0,14-4-19 0 0,-1 0 1 0 0,1 0-1 0 0,0 0 1 0 0,0 0 0 0 0,-1 0-1 0 0,1 0 1 0 0,0 0-1 0 0,0 0 1 0 0,-1 0-1 0 0,1 0 1 0 0,0 0 0 0 0,0 0-1 0 0,-1 0 1 0 0,1 0-1 0 0,0 0 1 0 0,0 0 0 0 0,0 0-1 0 0,-1 0 1 0 0,1 1-1 0 0,0-1 1 0 0,0 0 0 0 0,-1 0-1 0 0,1 0 1 0 0,0 0-1 0 0,0 0 1 0 0,0 1 0 0 0,0-1-1 0 0,-1 0 1 0 0,1 0-1 0 0,0 0 1 0 0,0 1 0 0 0,0-1-1 0 0,0 0 1 0 0,0 0-1 0 0,0 1 1 0 0,0-1 0 0 0,0 0-1 0 0,0 0 1 0 0,-1 0-1 0 0,1 1 1 0 0,0-1 0 0 0,0 0-1 0 0,0 0 1 0 0,0 1-1 0 0,0-1 1 0 0,0 0-1 0 0,1 0 1 0 0,-1 1 0 0 0,0-1-1 0 0,0 0 1 0 0,0 0-1 0 0,0 1 1 0 0,0-1 0 0 0,0 0-1 0 0,0 0 1 0 0,0 0-1 0 0,0 1 1 0 0,1-1 0 0 0,-1 0-1 0 0,0 0 1 0 0,0 0-1 0 0,1 1 1 0 0,13 4 368 0 0,5-7-212 0 0,-18 2-20 0 0,-10 3 997 0 0,7-2 262 0 0,5-2-1226 0 0,16-9 329 0 0,-18 9 110 0 0,-1 1-604 0 0,0 0 0 0 0,0 0 0 0 0,0 1 0 0 0,1-1 1 0 0,-1 0-1 0 0,0 0 0 0 0,0 0 0 0 0,0 0 0 0 0,0 0 0 0 0,0 0 1 0 0,1 0-1 0 0,-1 0 0 0 0,0 0 0 0 0,0 0 0 0 0,0 0 0 0 0,0 0 1 0 0,1 0-1 0 0,-1 0 0 0 0,0 0 0 0 0,0 0 0 0 0,0 0 1 0 0,0 0-1 0 0,1 0 0 0 0,-1 0 0 0 0,0 0 0 0 0,0 0 0 0 0,0 0 1 0 0,0 0-1 0 0,0 0 0 0 0,1 0 0 0 0,-1 0 0 0 0,0 0 1 0 0,0-1-1 0 0,0 1 0 0 0,0 0 0 0 0,0 0 0 0 0,0 0 0 0 0,1 0 1 0 0,-1 0-1 0 0,0 0 0 0 0,0 0 0 0 0,0-1 0 0 0,0 1 0 0 0,0 0 1 0 0,0 0-1 0 0,0 0 0 0 0,0 0 0 0 0,0-1 0 0 0,0 1 1 0 0,0 0-1 0 0,0 0 0 0 0,0 0 0 0 0,0 0 0 0 0,0-1 0 0 0,0 1 1 0 0,0 0-1 0 0,0 0 0 0 0,0 0 0 0 0,0 0 0 0 0,0 0 0 0 0,0-1 1 0 0,0 1-1 0 0,0 0 0 0 0,0 0 0 0 0,0 0 0 0 0,0 0 1 0 0,0-1-1 0 0,-21 5-1011 0 0,-16-1-6798 0 0,22-5 4222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2:59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8 232 0 0,'0'0'1052'0'0,"-8"-6"-988"0"0,1 4-1132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3:00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5 420 0 0,'0'0'1804'0'0,"16"-3"-290"0"0,-12 2-3377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3:03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25 40 0 0,'0'0'4279'0'0,"10"8"854"0"0,-27-30-8905 0 0,10 18 1622 0 0,0-2 160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3:15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1 144 0 0,'0'0'9017'0'0,"-9"17"-7048"0"0,22-5 2236 0 0,-11-10-5112 0 0,-1-2 262 0 0,-26-4-10562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3:2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1 276 0 0,'0'0'4577'0'0,"13"8"-3160"0"0,-4-3 3753 0 0,-9-5-5104 0 0,0 0 0 0 0,1 0-1 0 0,-1 0 1 0 0,0 0-1 0 0,0 0 1 0 0,0 0 0 0 0,1 0-1 0 0,-1 0 1 0 0,0 1-1 0 0,0-1 1 0 0,0 0 0 0 0,1 0-1 0 0,-1 0 1 0 0,0 0-1 0 0,0 0 1 0 0,0 0 0 0 0,0 0-1 0 0,0 0 1 0 0,1 0 0 0 0,-1 1-1 0 0,0-1 1 0 0,0 0-1 0 0,0 0 1 0 0,0 0 0 0 0,0 0-1 0 0,0 0 1 0 0,1 1-1 0 0,-1-1 1 0 0,0 0 0 0 0,0 0-1 0 0,0 0 1 0 0,0 0-1 0 0,0 1 1 0 0,0-1 0 0 0,0 0-1 0 0,0 0 1 0 0,0 0-1 0 0,0 1 1 0 0,0-1 0 0 0,0 0-1 0 0,0 0 1 0 0,0 0 0 0 0,0 1-1 0 0,0-1 1 0 0,0 0-1 0 0,0 0 1 0 0,0 0 0 0 0,0 0-1 0 0,0 1 1 0 0,0-1-1 0 0,-1 0 1 0 0,1 0 0 0 0,0 1-1 0 0,-13 8-535 0 0,-16 4-8770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9:55:21.42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104 6 16,'-12'-5'65,"12"5"-8,0 0-1,0 0-2,0 0-2,0 0-4,0 0 1,-13-1-7,13 1 1,0 0-5,0 0 24,0 0-26,0 0-4,0 0 2,0 0-9,0 0 5,0 0-1,-17 5 1,17-5-1,0 0 5,0 0-3,0 0-9,0 0-7,0 0 7,0 0 7,0 0-13,-5 9-1,5-9 12,0 0 3,0 0-2,0 0-7,-3 15-4,3-15 3,0 0 2,0 0 1,0 0-7,-3 11-4,3-11 1,0 0-7,0 0 6,0 0-12,0 0 5,0 0 13,0 0-5,0 0 0,0 0 0,0 0 0,0 0-2,0 0 2,0 0-1,0 0 2,0 0-6,0 0 0,0 0 6,0 0 3,0 0-11,0 0 4,0 0-1,14-29-4,-14 29 4,0 0-6,0 0 7,0 0-5,-21-5-5,21 5 4,0 0 1,-21 3 5,21-3-7,0 0 5,-14 3-5,14-3 1,0 0-2,0 0-5,-8 7 7,8-7-1,0 0 6,0 0-3,0 0 1,0 0-3,0 0-1,0 0 4,0 0 1,0 0-3,0 0-6,0 0 5,0 0-1,0 0 2,0 0 1,0 0 1,13 21 0,-13-21-8,0 0 1,0 0-5,0 0 3,0 0-12,0 0-10,-6 9-40,6-9-20,0 0-27,0 0-107,-8 9-236,8-9 105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9:55:22.24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123 0 15,'0'0'122,"0"0"-9,0 0-16,0 0-11,0 0-4,0 0-23,0 0 0,0 0 0,0 0-19,0 0 6,0 0-7,0 0 3,0 0-7,0 0 0,0 0-1,0 0 9,0 0-2,0 0 5,0 0 3,-23 16 1,23-16 10,-11 11-22,8-5 2,-3 1 8,6-7 0,-12 20 1,5-11-5,-1 7 3,1-5-9,-4 3-8,5 1 5,-2-2-12,5 2 7,-3-1-7,2 0-4,1 0-1,0-3 0,1 5-2,4-5-4,-2-11-2,6 24 1,-2-15-1,2 0 0,2-2 0,-1 1-4,2-3 2,4-3 5,3 5-3,1-5 2,1-2-3,-1 0-1,1 0-1,1-2-5,-2-3 6,1 3-5,-3 0 0,2-3 2,-2 1 1,-1 0-3,-4 1-3,1-3 4,0 1 0,-2-1-1,-2-1 5,1-2-5,1 1 0,-6-1 1,1-1-3,2-4 2,-3-1 4,-3 0-3,3 2 0,-3-1 1,-4-5-3,-1 6 0,2-4-2,-3 4 3,0-2 2,0 4-1,-1-2 4,1 4-1,-2-2-4,0 4 5,2-1-3,6 8-2,-12-7-12,12 7-28,-10-5-37,10 5-39,-18 0-196,18 0-335,-20 3 148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47:15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79 340 0 0,'0'-10'835'0'0,"0"1"1"0"0,1-1-1 0 0,0 0 1 0 0,0 0-1 0 0,4-10 0 0 0,-5 19-670 0 0,4-7 1013 0 0,79 406-237 0 0,-65-285-557 0 0,-11-55-161 0 0,0 39 108 0 0,-6-64-167 0 0,6 41 0 0 0,-5-13 93 0 0,-2-59-244 0 0,3 1 11 0 0,-3 0-9 0 0,0-2-126 0 0,1 2 259 0 0,3-16-7796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47:16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76 0 0,'0'0'6902'0'0,"3"0"-6795"0"0,283 6 1219 0 0,82 6-872 0 0,-357-11-566 0 0,14 2-498 0 0,50-1-1 0 0,-71-5-143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47:16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1 528 0 0,'0'0'2062'0'0,"15"0"-514"0"0,-5 1-1372 0 0,0 1 1 0 0,1 0 0 0 0,-1 1-1 0 0,0 0 1 0 0,0 1 0 0 0,0 0-1 0 0,-1 0 1 0 0,0 1 0 0 0,1 0 0 0 0,-2 1-1 0 0,1 0 1 0 0,-1 0 0 0 0,15 14-1 0 0,-22-18-164 0 0,1-1-1 0 0,-1 1 0 0 0,0-1 1 0 0,1 1-1 0 0,-1-1 1 0 0,0 1-1 0 0,0 0 0 0 0,0 0 1 0 0,0-1-1 0 0,0 1 1 0 0,-1 0-1 0 0,1 0 0 0 0,0 0 1 0 0,-1 0-1 0 0,1 0 1 0 0,-1 0-1 0 0,0 0 0 0 0,0 0 1 0 0,0 0-1 0 0,0 0 1 0 0,0 0-1 0 0,0 0 0 0 0,0 0 1 0 0,-1 0-1 0 0,1 0 1 0 0,-1 0-1 0 0,0 0 0 0 0,1 0 1 0 0,-2 2-1 0 0,0-1 0 0 0,-1-1-1 0 0,0 1 0 0 0,1 0 1 0 0,-1 0-1 0 0,0-1 1 0 0,0 0-1 0 0,-1 1 0 0 0,1-1 1 0 0,0 0-1 0 0,-1-1 1 0 0,1 1-1 0 0,-1-1 1 0 0,1 1-1 0 0,-7 0 0 0 0,0 1-50 0 0,7-1-204 0 0,1-1 1 0 0,-1 0-1 0 0,0 0 1 0 0,0 0-1 0 0,0 0 0 0 0,-1-1 1 0 0,1 1-1 0 0,0-1 0 0 0,0 0 1 0 0,0 0-1 0 0,0 0 1 0 0,-1 0-1 0 0,1 0 0 0 0,0-1 1 0 0,0 0-1 0 0,-6-1 1 0 0,4-4-1405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47:17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1 392 0 0,'0'0'695'0'0,"-11"6"1643"0"0,-8 44-1861 0 0,12-31-401 0 0,0-1 0 0 0,-1 0 0 0 0,-13 21 0 0 0,4-11 34 0 0,-16 20 358 0 0,33-47-446 0 0,0-1 0 0 0,0 0 1 0 0,0 0-1 0 0,0 0 0 0 0,0 1 0 0 0,0-1 0 0 0,-1 0 0 0 0,1 0 0 0 0,0 0 0 0 0,0 0 0 0 0,0 1 0 0 0,0-1 0 0 0,0 0 0 0 0,0 0 0 0 0,-1 0 0 0 0,1 0 0 0 0,0 0 0 0 0,0 1 0 0 0,0-1 0 0 0,0 0 0 0 0,-1 0 0 0 0,1 0 0 0 0,0 0 0 0 0,0 0 0 0 0,0 0 0 0 0,-1 0 0 0 0,1 0 0 0 0,0 0 0 0 0,0 0 0 0 0,0 0 0 0 0,-1 0 0 0 0,1 0 0 0 0,0 0 0 0 0,0 0 0 0 0,0 0 0 0 0,-1 0 0 0 0,1 0 0 0 0,0 0 0 0 0,0 0 0 0 0,0 0 1 0 0,-1 0-1 0 0,1-1 0 0 0,-1-9 233 0 0,7-15-115 0 0,-1 17-123 0 0,0 0-1 0 0,1 0 0 0 0,0 1 1 0 0,0 0-1 0 0,0 0 0 0 0,1 1 1 0 0,0 0-1 0 0,0 0 0 0 0,0 0 1 0 0,1 1-1 0 0,0 0 0 0 0,0 0 1 0 0,0 1-1 0 0,1 0 1 0 0,0 1-1 0 0,-1 0 0 0 0,1 0 1 0 0,10-1-1 0 0,-15 3-18 0 0,-1 1 0 0 0,1-1 0 0 0,0 1-1 0 0,-1 0 1 0 0,1 0 0 0 0,-1 0 0 0 0,1 1 0 0 0,0-1 0 0 0,-1 1 0 0 0,1 0 0 0 0,-1 0-1 0 0,1 0 1 0 0,-1 0 0 0 0,0 0 0 0 0,0 1 0 0 0,1 0 0 0 0,-1-1 0 0 0,0 1 0 0 0,0 1 0 0 0,-1-1-1 0 0,1 0 1 0 0,0 1 0 0 0,-1-1 0 0 0,1 1 0 0 0,-1 0 0 0 0,0 0 0 0 0,3 4 0 0 0,7 17-324 0 0,9 14-3348 0 0,-16-31 2331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7:35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17 252 0 0,'0'0'2657'0'0,"-1"-1"-2223"0"0,0-1 1 0 0,-1 0-1 0 0,1 0 1 0 0,-1 1-1 0 0,0-1 1 0 0,1 1-1 0 0,-1-1 1 0 0,0 1-1 0 0,-2-2 1 0 0,1 5-420 0 0,1-1 0 0 0,0 1 0 0 0,0-1 0 0 0,0 1 0 0 0,0-1 0 0 0,0 1 0 0 0,0 0 0 0 0,0 0 0 0 0,1 0 0 0 0,-1 0 0 0 0,1 0 0 0 0,-1 1 0 0 0,1-1 1 0 0,0 0-1 0 0,0 1 0 0 0,0-1 0 0 0,0 1 0 0 0,1-1 0 0 0,-1 1 0 0 0,0-1 0 0 0,1 1 0 0 0,0 0 0 0 0,0-1 0 0 0,0 1 0 0 0,0-1 0 0 0,0 5 0 0 0,0-6-13 0 0,1 0-1 0 0,-1-1 1 0 0,0 1-1 0 0,0-1 1 0 0,0 1-1 0 0,1 0 1 0 0,-1-1-1 0 0,0 1 1 0 0,1-1 0 0 0,-1 1-1 0 0,0-1 1 0 0,1 1-1 0 0,-1-1 1 0 0,1 1-1 0 0,-1-1 1 0 0,1 1-1 0 0,-1-1 1 0 0,1 0 0 0 0,-1 1-1 0 0,1-1 1 0 0,-1 0-1 0 0,1 1 1 0 0,0-1-1 0 0,-1 0 1 0 0,1 0-1 0 0,0 1 1 0 0,-1-1 0 0 0,1 0-1 0 0,-1 0 1 0 0,1 0-1 0 0,0 0 1 0 0,1 0-1 0 0,17-2 22 0 0,-18 2-32 0 0,1-2 4 0 0,1 1 0 0 0,-1-1 0 0 0,0 0 0 0 0,0 1 0 0 0,0-1-1 0 0,-1 0 1 0 0,1 0 0 0 0,0 0 0 0 0,-1 0 0 0 0,1 0 0 0 0,-1-1 0 0 0,2-1 0 0 0,-3 3 5 0 0,3-12-9 0 0,-3 12 9 0 0,-1 1 1 0 0,0-1-1 0 0,1 0 0 0 0,-1 1 0 0 0,0-1 0 0 0,0 1 0 0 0,0-1 0 0 0,0 1 1 0 0,0-1-1 0 0,1 1 0 0 0,-1 0 0 0 0,0-1 0 0 0,0 1 0 0 0,0 0 1 0 0,0 0-1 0 0,0 0 0 0 0,0 0 0 0 0,0-1 0 0 0,0 2 0 0 0,0-1 0 0 0,0 0 1 0 0,0 0-1 0 0,0 0 0 0 0,-2 1 0 0 0,1-1-1 0 0,0 0 1 0 0,0 1-1 0 0,0-1 1 0 0,0 1-1 0 0,0 0 1 0 0,0 0-1 0 0,0 0 0 0 0,0 0 1 0 0,0 0-1 0 0,0 0 1 0 0,0 0-1 0 0,1 1 1 0 0,-1-1-1 0 0,0 0 1 0 0,1 1-1 0 0,-1 0 0 0 0,1-1 1 0 0,0 1-1 0 0,-2 2 1 0 0,3-3 8 0 0,14 11 98 0 0,-11-11-81 0 0,0-1 0 0 0,0 0-1 0 0,0 0 1 0 0,0 0-1 0 0,0 0 1 0 0,0 0 0 0 0,0-1-1 0 0,0 1 1 0 0,0-1-1 0 0,0 0 1 0 0,0 0 0 0 0,-1 0-1 0 0,1 0 1 0 0,0 0-1 0 0,0-1 1 0 0,-1 1-1 0 0,5-4 1 0 0,4-6 26 0 0,-8 8-45 0 0,-8 6-29 0 0,2-2 20 0 0,3-1-15 0 0,0 0 16 0 0,0 1 0 0 0,0-1 0 0 0,0 0 1 0 0,0 0-1 0 0,0 1 0 0 0,0-1 0 0 0,0 0 0 0 0,0 0 1 0 0,0 1-1 0 0,0-1 0 0 0,0 0 0 0 0,0 0 0 0 0,0 1 1 0 0,0-1-1 0 0,0 0 0 0 0,0 0 0 0 0,0 1 0 0 0,0-1 0 0 0,0 0 1 0 0,0 0-1 0 0,1 1 0 0 0,-1-1 0 0 0,0 0 0 0 0,0 0 1 0 0,0 0-1 0 0,0 1 0 0 0,1-1 0 0 0,-1 0 0 0 0,0 0 1 0 0,0 0-1 0 0,0 0 0 0 0,0 0 0 0 0,1 1 0 0 0,-1-1 0 0 0,0 0 1 0 0,0 0-1 0 0,1 0 0 0 0,-1 0 0 0 0,0 0 0 0 0,0 0 1 0 0,1 0-1 0 0,-1 0 0 0 0,0 0 0 0 0,0 0 0 0 0,1 0 1 0 0,-1 0-1 0 0,0 0 0 0 0,0 0 0 0 0,1 0 0 0 0,-1 0 0 0 0,0 0 1 0 0,0 0-1 0 0,1 0 0 0 0,-1 0 0 0 0,0 0 0 0 0,0 0 1 0 0,0 0-1 0 0,1-1 0 0 0,-1 1 0 0 0,0 0 0 0 0,1 0 0 0 0,-1-1-3 0 0,0 1-1 0 0,1-1 0 0 0,-1 0 0 0 0,0 1 0 0 0,1-1 0 0 0,-1 1 0 0 0,0-1 0 0 0,0 0 0 0 0,1 1 0 0 0,-1-1 0 0 0,0 0 0 0 0,0 1 0 0 0,0-1 0 0 0,0 0 0 0 0,0 1 0 0 0,0-1 0 0 0,0 0 0 0 0,0 1 0 0 0,0-1 0 0 0,-1 0 1 0 0,1 1-1 0 0,0-1 0 0 0,0 0 0 0 0,0 1 0 0 0,-1-1 0 0 0,1 0 0 0 0,0 1 0 0 0,-1-1 0 0 0,1 1 0 0 0,-1-1 0 0 0,0 0 0 0 0,-3-4-208 0 0,9 13 173 0 0,-4-6 27 0 0,0-2 25 0 0,-1 1-1 0 0,1-1 0 0 0,-1 1 0 0 0,0-1 0 0 0,1 0 1 0 0,-1 1-1 0 0,0-1 0 0 0,1 1 0 0 0,-1-1 1 0 0,0 1-1 0 0,0-1 0 0 0,1 1 0 0 0,-1-1 0 0 0,0 1 1 0 0,0-1-1 0 0,0 1 0 0 0,0 0 0 0 0,0-1 1 0 0,0 1-1 0 0,0 0 0 0 0,-32 10-4356 0 0,21-10 2368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49:1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82 192 0 0,'0'0'2692'0'0,"15"-20"-1644"0"0,-15 20-1009 0 0,0-1 0 0 0,0 1 0 0 0,0 0 0 0 0,0 0 0 0 0,0 0 0 0 0,0 0 0 0 0,0-1 0 0 0,0 1 0 0 0,0 0 0 0 0,0 0 0 0 0,1 0 0 0 0,-1 0 1 0 0,0 0-1 0 0,0-1 0 0 0,0 1 0 0 0,0 0 0 0 0,0 0 0 0 0,0 0 0 0 0,0 0 0 0 0,1 0 0 0 0,-1 0 0 0 0,0 0 0 0 0,0-1 0 0 0,0 1 0 0 0,0 0 0 0 0,1 0 0 0 0,-1 0 0 0 0,0 0 1 0 0,0 0-1 0 0,0 0 0 0 0,0 0 0 0 0,1 0 0 0 0,-1 0 0 0 0,0 0 0 0 0,0 0 0 0 0,0 0 0 0 0,0 0 0 0 0,1 0 0 0 0,-1 0 0 0 0,0 0 0 0 0,0 0 0 0 0,0 0 0 0 0,1 0 1 0 0,9 8 751 0 0,18 27-755 0 0,-2-3 45 0 0,-22-29-92 0 0,0 1 1 0 0,0-1 0 0 0,1 0 0 0 0,-1 0 0 0 0,0-1 0 0 0,1 1 0 0 0,0-1 0 0 0,0 0 0 0 0,0 0-1 0 0,0-1 1 0 0,0 1 0 0 0,0-1 0 0 0,0 0 0 0 0,0-1 0 0 0,7 1 0 0 0,-5-1-15 0 0,1-1 0 0 0,0 0 0 0 0,-1-1 0 0 0,1 1 0 0 0,-1-1 1 0 0,1-1-1 0 0,-1 0 0 0 0,0 0 0 0 0,9-5 0 0 0,6-6-589 0 0,0 0-1 0 0,-2-2 1 0 0,0-1-1 0 0,-1 0 1 0 0,19-22 0 0 0,-15 15-776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0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50 36 0 0,'0'-1'286'0'0,"0"0"0"0"0,0-1 0 0 0,0 1 0 0 0,0-1 0 0 0,0 1 0 0 0,0-1 0 0 0,0 1 0 0 0,-1-1 0 0 0,1 1 0 0 0,0-1 0 0 0,-1 1 0 0 0,1 0 0 0 0,-1-1 0 0 0,0 1 0 0 0,1 0 0 0 0,-1-1 0 0 0,-2-1 0 0 0,-5 5-262 0 0,-1 15 35 0 0,8-4 275 0 0,8-16 42 0 0,11-18-69 0 0,-7-5-316 0 0,-11 25 27 0 0,0-3-16 0 0,4 18-225 0 0,10 4 194 0 0,-14-18 122 0 0,1 1-86 0 0,1 1 6 0 0,-1-2 54 0 0,-11-12-3696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5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11 240 0 0,'0'0'373'0'0,"0"0"-164"0"0,0-1 0 0 0,0 0 0 0 0,1 1 0 0 0,-1-1 0 0 0,0 1 0 0 0,0-1 0 0 0,1 1 0 0 0,-1-1 0 0 0,0 1 0 0 0,0-1 0 0 0,1 1 0 0 0,-1-1 0 0 0,1 1 0 0 0,-1-1 0 0 0,0 1 0 0 0,1 0 0 0 0,-1-1 0 0 0,1 1 0 0 0,-1 0 0 0 0,1-1 0 0 0,-1 1 0 0 0,2 0 0 0 0,52 33-17 0 0,-43-28-234 0 0,1 1-1 0 0,-2 1 0 0 0,1 0 1 0 0,-1 0-1 0 0,11 11 0 0 0,4 3-614 0 0,-20-17 180 0 0,-1 0-1 0 0,1 0 0 0 0,-1 0 1 0 0,1 0-1 0 0,6 10 0 0 0,-8-8-555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6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64 0 0,'151'27'618'0'0,"-150"-27"-1004"0"0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 0 0,'0'0'780'0'0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8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 0 0,'5'2'292'0'0,"0"1"-32"0"0,-2 0 228 0 0,7 3-292 0 0,-6-3-32 0 0,-1-2-28 0 0,2 2-32 0 0,-2 2-32 0 0,1-2-28 0 0,1 3-8 0 0,0-3-24 0 0,-2 1-44 0 0,2 2-28 0 0,-2-1-44 0 0,2-1-208 0 0,-1 1-332 0 0,-1-1 152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9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1 128 0 0,'91'35'1111'0'0,"-6"3"-765"0"0,82 34 364 0 0,-129-57-446 0 0,39 13 211 0 0,-30-21-126 0 0,-45-7-318 0 0,-1 0 1 0 0,0 0-1 0 0,1 0 1 0 0,-1 0-1 0 0,0 0 0 0 0,1 0 1 0 0,-1-1-1 0 0,0 1 1 0 0,1 0-1 0 0,-1-1 0 0 0,0 1 1 0 0,0-1-1 0 0,0 0 0 0 0,1 1 1 0 0,-1-1-1 0 0,0 0 1 0 0,0 1-1 0 0,0-1 0 0 0,0 0 1 0 0,0 0-1 0 0,0 0 1 0 0,1-2-1 0 0,-2 2-92 0 0,-6-14-2343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9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0 296 0 0,'0'0'1560'0'0,"4"0"-1231"0"0,6 1-65 0 0,1 0 0 0 0,-1 1 0 0 0,0 0 1 0 0,0 0-1 0 0,0 1 0 0 0,0 0 0 0 0,0 1 0 0 0,-1 0 0 0 0,12 7 1 0 0,13 9 33 0 0,35 28 0 0 0,-32-22-142 0 0,52 31-53 0 0,11 7-3685 0 0,-93-58 2398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3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1 164 0 0,'12'3'163'0'0,"-1"0"1"0"0,0 1-1 0 0,0 1 1 0 0,0 0-1 0 0,-1 0 0 0 0,1 1 1 0 0,-1 0-1 0 0,-1 1 1 0 0,1 0-1 0 0,15 15 1 0 0,-8-3-1465 0 0,-14-15 928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30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72 0 0,'15'12'499'0'0,"0"-2"-1"0"0,1 0 1 0 0,31 16-1 0 0,-15-10-88 0 0,-5-4-197 0 0,-20-9-154 0 0,1 1 0 0 0,-1 0 0 0 0,0 0 0 0 0,10 8 0 0 0,-6-5-19 0 0,1 1-1 0 0,-1-1 0 0 0,1-1 1 0 0,14 5-1 0 0,28 17-189 0 0,-38-19-1545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3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299 194 84 0 0,'-2'-3'195'0'0,"0"0"0"0"0,0 1-1 0 0,-1-1 1 0 0,1 1 0 0 0,-1 0 0 0 0,0 0-1 0 0,1 0 1 0 0,-1 0 0 0 0,0 0 0 0 0,0 0-1 0 0,-1 1 1 0 0,1-1 0 0 0,0 1 0 0 0,-5-1-1 0 0,-24-14 185 0 0,-100-72 730 0 0,108 74-972 0 0,19 11-167 0 0,0 1-1 0 0,0-1 1 0 0,1 0 0 0 0,-1-1-1 0 0,1 1 1 0 0,-1-1-1 0 0,1 0 1 0 0,0 0-1 0 0,-4-6 1 0 0,-6 5-2397 0 0,13 5 1356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31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1 268 0 0,'5'3'236'0'0,"0"1"-32"0"0,0 1-24 0 0,0-1-80 0 0,0 2-68 0 0,2-1-84 0 0,-2 1-112 0 0,0-2-172 0 0,2 4 76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5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56 0 0,'6'3'188'0'0,"-1"1"-24"0"0,0 1-44 0 0,-1-1 4 0 0,4 1-60 0 0,-3 1-52 0 0,2 0-84 0 0,-2-3-40 0 0,0 1-116 0 0,-2-1 48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7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1 192 0 0,'0'0'165'0'0,"25"18"842"0"0,20 18-692 0 0,-22-19-1253 0 0,-18-12 521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28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 0 0,'6'2'180'0'0,"-1"1"-20"0"0,2 3-20 0 0,-2-3 0 0 0,0 1-16 0 0,2 2-68 0 0,-2-1 28 0 0,0-2-28 0 0,-4 1-52 0 0,5 1-164 0 0,0 1-172 0 0,-2-2 76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0:32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1 152 0 0,'4'4'140'0'0,"-1"-1"-24"0"0,2 2-76 0 0,0-2-76 0 0,-2 1-36 0 0,1 1-72 0 0,-1-2 32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09:51:06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 32,'0'0'404,"-18"6"-192,13-3-164,-2 0 76,4 1-92,-7-11-712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34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52 500 0 0,'-1'-24'4962'0'0,"0"23"-4727"0"0,1-1-1 0 0,0 1 1 0 0,0 0 0 0 0,0 0-1 0 0,0-1 1 0 0,0 1 0 0 0,0 0-1 0 0,0 0 1 0 0,0-1 0 0 0,0 1-1 0 0,1 0 1 0 0,-1 0 0 0 0,0-1-1 0 0,1 1 1 0 0,-1 0 0 0 0,1 0-1 0 0,1-2 1 0 0,5-1 138 0 0,-1 14-1806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3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35 248 0 0,'0'0'2374'0'0,"-10"-19"-1220"0"0,10 19-1078 0 0,-5-1 806 0 0,4 1-876 0 0,1 0-1 0 0,-1 0 1 0 0,1 0 0 0 0,0 0-1 0 0,-1 0 1 0 0,1-1 0 0 0,0 1-1 0 0,-1 0 1 0 0,1 0 0 0 0,0 0 0 0 0,-1 1-1 0 0,1-1 1 0 0,0 0 0 0 0,-1 0-1 0 0,1 0 1 0 0,0 0 0 0 0,-1 0-1 0 0,1 0 1 0 0,0 0 0 0 0,-1 1-1 0 0,-7 6 7255 0 0,6-10-5893 0 0,2 2-1446 0 0,0 1 0 0 0,0-1 0 0 0,-1 0 0 0 0,1 1 0 0 0,0-1-1 0 0,-1 1 1 0 0,1-1 0 0 0,0 1 0 0 0,-1 0 0 0 0,1-1 0 0 0,0 1 0 0 0,-1-1 0 0 0,1 1-1 0 0,-1 0 1 0 0,1-1 0 0 0,-1 1 0 0 0,1 0 0 0 0,-1-1 0 0 0,1 1 0 0 0,-1 0 0 0 0,1 0 0 0 0,-1-1-1 0 0,1 1 1 0 0,-1 0 0 0 0,0 0 0 0 0,0 0-308 0 0,-13 1-2027 0 0,8-5-2898 0 0,6-2 3450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37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0 328 0 0,'0'0'1975'0'0,"7"37"659"0"0,-7-35-2508 0 0,8 22 642 0 0,-8-24-759 0 0,0 0 0 0 0,1 1 0 0 0,-1-1 0 0 0,0 0 0 0 0,0 0 0 0 0,0 1 0 0 0,0-1 0 0 0,0 0 0 0 0,0 0 0 0 0,0 0 0 0 0,1 1 0 0 0,-1-1 0 0 0,0 0 0 0 0,0 0 0 0 0,0 0 0 0 0,0 1 0 0 0,1-1 0 0 0,-1 0 0 0 0,0 0 0 0 0,0 0 0 0 0,1 0 0 0 0,-1 1 0 0 0,0-1 0 0 0,0 0 0 0 0,1 0 0 0 0,-1 0 0 0 0,0 0 0 0 0,0 0 0 0 0,1 0 0 0 0,-1 0 0 0 0,0 0 0 0 0,0 0 0 0 0,1 0 0 0 0,-1 0 0 0 0,0 0 0 0 0,0 0-1 0 0,1 0 1 0 0,-1 0 0 0 0,0 0 0 0 0,0 0 0 0 0,1 0 0 0 0,-1 0 0 0 0,0 0 0 0 0,0-1 0 0 0,1 1 0 0 0,-1 0 0 0 0,0 0 0 0 0,0 0 0 0 0,1 0 0 0 0,-1-1 0 0 0,0 1 0 0 0,0 0 0 0 0,0 0 0 0 0,0 0 0 0 0,1-1 0 0 0,-1 1 0 0 0,0 0 0 0 0,0 0 0 0 0,0-1 0 0 0,0 1 0 0 0,0-1 0 0 0,1 0-20 0 0,0-1 0 0 0,0 0 0 0 0,0 0 0 0 0,0 0 0 0 0,-1 0 0 0 0,1 0 0 0 0,-1 1 0 0 0,1-1 1 0 0,-1 0-1 0 0,0 0 0 0 0,0 0 0 0 0,0 0 0 0 0,0-4 0 0 0,0 0 38 0 0,0 5-10 0 0,-3-3 595 0 0,1 13-403 0 0,1 0 0 0 0,0 0 1 0 0,1 15-1 0 0,0-23-170 0 0,0-1-34 0 0,0 0 0 0 0,0 0 1 0 0,0 0-1 0 0,0 0 1 0 0,0 0-1 0 0,0 0 0 0 0,0 0 1 0 0,0 0-1 0 0,0 0 1 0 0,0 1-1 0 0,-1-1 0 0 0,1 0 1 0 0,0 0-1 0 0,0 0 0 0 0,0 0 1 0 0,0 0-1 0 0,0 0 1 0 0,1 0-1 0 0,-1 0 0 0 0,0 0 1 0 0,0 0-1 0 0,0 1 1 0 0,0-1-1 0 0,0 0 0 0 0,0 0 1 0 0,0 0-1 0 0,0 0 0 0 0,0 0 1 0 0,0 0-1 0 0,0 0 1 0 0,0 0-1 0 0,0 0 0 0 0,0 0 1 0 0,0 0-1 0 0,0 0 1 0 0,0 0-1 0 0,0 0 0 0 0,0 0 1 0 0,1 1-1 0 0,-1-1 0 0 0,0 0 1 0 0,0 0-1 0 0,0 0 1 0 0,0 0-1 0 0,0 0 0 0 0,0 0 1 0 0,0 0-1 0 0,0 0 1 0 0,0 0-1 0 0,0 0 0 0 0,0 0 1 0 0,1 0-1 0 0,-1 0 0 0 0,0 0 1 0 0,0 0-1 0 0,0 0 1 0 0,0 0-1 0 0,0 0 0 0 0,0 0 1 0 0,0 0-1 0 0,0 0 1 0 0,0-1-1 0 0,0 1 0 0 0,0 0 1 0 0,1 0-1 0 0,-1-1 6 0 0,1-1-1 0 0,0 0 1 0 0,-1 1-1 0 0,1-1 1 0 0,-1 0 0 0 0,1 1-1 0 0,-1-1 1 0 0,0 0-1 0 0,0 0 1 0 0,1 1-1 0 0,-1-1 1 0 0,-1 0 0 0 0,1-3-1 0 0,0 4 232 0 0,-1 3-212 0 0,0 1-1 0 0,0-1 0 0 0,0 1 1 0 0,0-1-1 0 0,1 0 1 0 0,-1 1-1 0 0,1-1 0 0 0,0 1 1 0 0,0-1-1 0 0,0 1 1 0 0,0-1-1 0 0,0 1 0 0 0,1-1 1 0 0,-1 1-1 0 0,1-1 1 0 0,-1 1-1 0 0,1-1 0 0 0,1 3 1 0 0,-1-4 21 0 0,-1-2-33 0 0,1 1 1 0 0,-1 0-1 0 0,1-1 0 0 0,-1 1 0 0 0,0-1 0 0 0,1 1 0 0 0,-1-1 1 0 0,1 1-1 0 0,-1-1 0 0 0,0 1 0 0 0,1-1 0 0 0,-1 1 0 0 0,0-1 0 0 0,0 0 1 0 0,1 1-1 0 0,-1-1 0 0 0,0 1 0 0 0,0-1 0 0 0,0 0 0 0 0,0 1 1 0 0,0-1-1 0 0,0 0 0 0 0,0 1 0 0 0,0-1 0 0 0,0 1 0 0 0,0-2 1 0 0,0-31-68 0 0,0 18 87 0 0,0 14 100 0 0,-1 29 516 0 0,0-30-590 0 0,0 0 0 0 0,-1 0-1 0 0,1 0 1 0 0,-1 0-1 0 0,1 0 1 0 0,-1 0 0 0 0,0 0-1 0 0,0 0 1 0 0,0 1-1 0 0,0-1 1 0 0,-3-1 0 0 0,4 2 706 0 0,1 2-734 0 0,0 0 0 0 0,0-1 0 0 0,0 1 1 0 0,0 0-1 0 0,0-1 0 0 0,0 1 0 0 0,-1 0 0 0 0,1 0 0 0 0,0-1 1 0 0,-1 1-1 0 0,1 0 0 0 0,0-1 0 0 0,-1 1 0 0 0,1-1 1 0 0,0 1-1 0 0,-1 0 0 0 0,1-1 0 0 0,-1 1 0 0 0,0 0 0 0 0,-18 5-7307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42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69 348 0 0,'0'0'773'0'0,"-16"-28"3385"0"0,16 27-3874 0 0,-7-18 530 0 0,1-1 2018 0 0,13 36-330 0 0,-5-10-2430 0 0,-1-1-1 0 0,-1 1 1 0 0,1-1 0 0 0,-1 1-1 0 0,0 0 1 0 0,0-1-1 0 0,-1 9 1 0 0,0 6 136 0 0,-4 73 455 0 0,2-61-379 0 0,1 0 1 0 0,2 0-1 0 0,5 40 0 0 0,3 39 527 0 0,4-19-436 0 0,-12-90-372 0 0,1 0 1 0 0,0 0-1 0 0,-1 1 0 0 0,1-1 0 0 0,0 0 1 0 0,0 0-1 0 0,0 0 0 0 0,1-1 1 0 0,-1 1-1 0 0,0 0 0 0 0,1 0 0 0 0,2 2 1 0 0,-3-3-15 0 0,-3-3-1291 0 0,0 1 989 0 0,0-1-1 0 0,0 1 0 0 0,0-1 0 0 0,0 0 1 0 0,0 0-1 0 0,1 1 0 0 0,-1-1 0 0 0,-2-4 1 0 0,-6-10-5894 0 0,6 9 3297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43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13 104 0 0,'0'0'2131'0'0,"0"-1"-1857"0"0,0 1 1 0 0,-1-1-1 0 0,1 0 1 0 0,0 0-1 0 0,-1 1 1 0 0,1-1 0 0 0,-1 0-1 0 0,1 0 1 0 0,-1 1-1 0 0,1-1 1 0 0,-1 0-1 0 0,0 1 1 0 0,1-1-1 0 0,-1 1 1 0 0,0-1-1 0 0,1 1 1 0 0,-1-1-1 0 0,0 1 1 0 0,-1-1-1 0 0,-10 16 49 0 0,0 0-1 0 0,0 0 1 0 0,2 1-1 0 0,0 0 1 0 0,-12 27-1 0 0,20-36-238 0 0,1-5-21 0 0,0 1 0 0 0,0-1 0 0 0,0 1 0 0 0,-1-1 0 0 0,1 0 0 0 0,-1 1 0 0 0,1-1 0 0 0,-1 0 0 0 0,-2 2 0 0 0,4-3 24 0 0,18-17 568 0 0,-2-5-607 0 0,1 0 1 0 0,25-23-1 0 0,-40 43-47 0 0,-1-1 0 0 0,1 1 0 0 0,-1 0 1 0 0,1 0-1 0 0,0 0 0 0 0,0-1 0 0 0,-1 2 0 0 0,1-1 0 0 0,0 0 0 0 0,0 0 1 0 0,0 1-1 0 0,0-1 0 0 0,0 1 0 0 0,0-1 0 0 0,0 1 0 0 0,0 0 0 0 0,1 0 1 0 0,-1 0-1 0 0,0 0 0 0 0,0 0 0 0 0,0 0 0 0 0,2 1 0 0 0,2 1 17 0 0,0 1 0 0 0,-1-1 0 0 0,1 1 0 0 0,-1 0 0 0 0,10 7 0 0 0,6 4 156 0 0,-11-7-105 0 0,1 0-1 0 0,-1 1 1 0 0,16 17-1 0 0,-5-5-7 0 0,-16-12-199 0 0,-26-16-9628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0:49:53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26 188,'1'-3'5327,"-6"16"-4148,4-12-1153,4 6 124,-3-6-147,0-1 0,0 1 0,0 0 0,0-1-1,1 1 1,-1 0 0,0-1 0,0 1 0,1-1 0,-1 1 0,0-1 0,1 1 0,-1 0 0,1-1 0,-1 1 0,0-1 0,1 0 0,-1 1-1,1-1 1,0 1 0,-1-1 0,1 0 0,-1 1 0,1-1 0,0 0 0,0 1 14,11-3 656,-12 1-659,1 1 1,0-1-1,-1 0 1,1 0-1,0 0 1,-1 0-1,1 0 1,-1 1-1,1-1 0,-1 0 1,0 0-1,1 0 1,-1 0-1,0 0 1,0-1-1,0 1 1,0 0-1,0 0 1,0 0-1,0 0 0,0 0 1,0 0-1,0 0 1,0 0-1,-1 0 1,1 0-1,0 0 1,-1 0-1,1 0 0,-1 0 1,1 0-1,-1 0 1,0 1-1,1-1 1,-1 0-1,0 0 1,1 0-1,-1 1 0,0-1 1,0 0-1,-1 0 1,1 1-21,-20-2 50,20 2-42,0-1 0,0 1 0,0 0 0,0 0 0,1 1-1,-1-1 1,0 0 0,0 0 0,0 0 0,0 0-1,0 1 1,1-1 0,-1 0 0,0 1 0,0-1-1,1 1 1,-1-1 0,0 1 0,0-1 0,1 1 0,-1 0-1,1-1 1,-1 1 0,1 0 0,-1-1 0,1 1-1,-1 0 1,0 1 0,1-1 5,0 0 1,0 0-1,-1 0 0,1 0 1,0 0-1,0 0 0,1 1 1,-1-1-1,0 0 0,0 0 1,0 0-1,1 0 0,-1 0 1,1 0-1,-1 0 0,1 0 0,-1 0 1,1 0-1,-1 0 0,1-1 1,0 1-1,-1 0 0,1 0 1,0 0-1,0-1 0,0 1 1,0 0-1,0-1 0,-1 1 1,1-1-1,0 1 0,0-1 1,0 0-1,1 1 0,1-1 0,-2 1 19,38-12 663,-38 11-677,-1 0 0,1 0 0,0-1 0,-1 1 0,1 0 0,0-1 0,-1 1 0,1-1 0,0 1 0,-1 0 0,1-1 0,-1 1 0,1-1 0,-1 0 0,1 1 0,-1-1 0,0 1 0,1-1 0,-1 0 0,0 1 0,1-1 0,-1 0-1,0 0 1,0 1 0,0-1 0,0 0 0,1 1 0,-1-1 0,0 0 0,0 0 0,0 1 0,-1-1 0,1 0 0,0 0 0,0 1 0,0-1 0,0 0 0,-1 1 0,1-1 0,-1 0 0,1-1-9,-1 1 1,1 0-1,-1 0 0,1 0 1,-1 0-1,0 0 0,0 0 1,0 0-1,0 0 0,1 0 1,-1 0-1,0 0 0,0 1 1,-1-1-1,1 0 0,0 1 1,0-1-1,0 1 0,0-1 1,-1 1-1,1-1 0,0 1 1,0 0-1,-2 0 0,-1 0 0,0 0 0,0 0 0,0 1 0,1 0 0,-1 0 1,0 0-1,0 0 0,1 1 0,-1 0 0,1-1 0,-1 1 0,1 0 0,-6 5 0,9-7-3,-1 1 1,1-1 0,0 0-1,-1 1 1,1-1-1,0 0 1,-1 1-1,1-1 1,0 0-1,0 1 1,-1-1 0,1 1-1,0-1 1,0 0-1,0 1 1,0-1-1,0 1 1,-1-1-1,1 1 1,0-1 0,0 0-1,0 1 1,0-1-1,0 1 1,0-1-1,1 1 1,-1-1-1,0 1 1,0-1 0,0 0-1,0 1 1,0-1-1,1 1 1,-1-1-1,0 0 1,1 1-1,0 0 1,0 0 1,0 0-1,0-1 0,0 1 0,0-1 0,0 1 0,0-1 0,0 1 0,0-1 0,1 0 0,-1 1 0,0-1 0,0 0 0,0 0 0,1 0 0,-1 0 0,0 0 1,2 0-1,0 0 3,0-1 1,0 0 0,0 1-1,0-1 1,0 0 0,-1 0-1,1 0 1,0-1 0,-1 1-1,1-1 1,-1 1 0,3-3-1,8-5-18,-13 9 15,1-1 0,-1 1 0,1-1 0,-1 1-1,0-1 1,0 0 0,1 1 0,-1-1 0,0 1-1,0-1 1,0 0 0,0 1 0,1-1 0,-1 1 0,0-1-1,0 0 1,0 1 0,0-1 0,0 0 0,-1 1 0,1-1-1,0 1 1,0-1 0,0 0 0,0 1 0,-1-1 0,1 1-1,0-1 1,-1 1 0,1-1 0,0 1 0,-1-1-1,1 1 1,-1-1 0,1 1 0,-1-1 0,0 1 0,-1 0-3,-1 0 1,1 0 0,-1 0 0,0 1 0,1-1 0,-1 1 0,1 0 0,0 0-1,-5 2 1,6-3 7,2 1-6,-1-1 0,0 1 0,0 0 0,0-1 0,0 1 0,0 0 0,1-1 0,-1 1 0,0-1 0,1 1 0,-1 0 0,0-1 0,1 1 0,-1-1 0,1 1 0,-1-1 0,1 1 0,-1-1 0,1 0 1,-1 1-1,1-1 0,-1 0 0,1 1 0,0-1 0,-1 0 0,1 0 0,-1 1 0,1-1 0,0 0 0,-1 0 0,2 0 0,0 1 40,-1-1 1,0 0-1,1 0 0,-1 0 1,0 0-1,1 0 1,-1 0-1,0-1 1,1 1-1,-1 0 1,0-1-1,1 1 1,1-1-1,-2 0 121,-29 1-8987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4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37 120 0 0,'0'0'989'0'0,"-16"-19"579"0"0,10 8-2958 0 0,4 5 663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5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18 464 0 0,'0'0'869'0'0,"-16"-17"6561"0"0,17 22-7329 0 0,0 0 0 0 0,0 0-1 0 0,0 0 1 0 0,-1 0 0 0 0,0 0-1 0 0,0 0 1 0 0,0 0 0 0 0,-2 9-1 0 0,-11 48 678 0 0,6-35-513 0 0,-32 209 1693 0 0,36-217-1810 0 0,1 0 1 0 0,1 0-1 0 0,1 1 1 0 0,0-1-1 0 0,5 27 1 0 0,-4-4 131 0 0,-2-23-178 0 0,5-9-26 0 0,-4-9-70 0 0,1 0 0 0 0,-1-1 1 0 0,1 1-1 0 0,-1 0 0 0 0,0-1 1 0 0,1 1-1 0 0,-1 0 0 0 0,0-1 1 0 0,0 1-1 0 0,0 0 0 0 0,0-1 0 0 0,0 1 1 0 0,1 0-1 0 0,-1 0 0 0 0,0-1 1 0 0,0 1-1 0 0,-1 0 0 0 0,1 0 0 0 0,0-1 1 0 0,0 1-1 0 0,0 0 0 0 0,0-1 1 0 0,-1 2-1 0 0,0-1 29 0 0,3-4-2329 0 0,2-17 1032 0 0,-4 3-4238 0 0,-1 8 2603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6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0 212 0 0,'0'0'2874'0'0,"-13"23"-1293"0"0,6-14-1171 0 0,0 0-1 0 0,1 1 1 0 0,0 0-1 0 0,-8 19 1 0 0,-6 9 310 0 0,14-26-439 0 0,0 0-1 0 0,1 0 0 0 0,-4 16 1 0 0,-6 13 542 0 0,14-39-519 0 0,2-6-286 0 0,2-13 10 0 0,2-1 0 0 0,0 1-1 0 0,1 0 1 0 0,11-24 0 0 0,-12 31-23 0 0,0 1 0 0 0,1-1 0 0 0,0 1 1 0 0,1 0-1 0 0,0 0 0 0 0,0 1 0 0 0,0-1 0 0 0,17-11 1 0 0,-23 19 1 0 0,0 1 1 0 0,1-1 0 0 0,-1 1 0 0 0,0 0 0 0 0,1-1 0 0 0,-1 1-1 0 0,1 0 1 0 0,-1 0 0 0 0,1 0 0 0 0,-1 0 0 0 0,0 0-1 0 0,1 0 1 0 0,-1 1 0 0 0,1-1 0 0 0,-1 0 0 0 0,0 1 0 0 0,1-1-1 0 0,-1 1 1 0 0,0 0 0 0 0,1-1 0 0 0,-1 1 0 0 0,0 0 0 0 0,0 0-1 0 0,0 0 1 0 0,2 0 0 0 0,33 30 150 0 0,-29-24-119 0 0,4 2-317 0 0,21 21 328 0 0,-30-28-492 0 0,0 0 1 0 0,-1 0-1 0 0,1-1 0 0 0,-1 1 0 0 0,1 0 1 0 0,-1 0-1 0 0,0 0 0 0 0,0 0 0 0 0,0 1 1 0 0,0-1-1 0 0,0 0 0 0 0,-1 0 0 0 0,1 5 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6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1 504 0 0,'0'0'1892'0'0,"4"0"1726"0"0,-5 26-1832 0 0,3 52-1 0 0,0-3-668 0 0,-11 247 1896 0 0,11-184-1995 0 0,-2-138-1023 0 0,0 0 1 0 0,0 0-1 0 0,0 0 0 0 0,0 0 0 0 0,0 0 0 0 0,0 0 0 0 0,0 1 0 0 0,0-1 0 0 0,0 0 0 0 0,0 0 0 0 0,0 0 0 0 0,0 0 0 0 0,0 0 0 0 0,0 0 1 0 0,0 0-1 0 0,0 1 0 0 0,0-1 0 0 0,-1 0 0 0 0,1 0 0 0 0,0 0 0 0 0,0 0 0 0 0,0 0 0 0 0,0 0 0 0 0,0 0 0 0 0,0 0 0 0 0,0 1 1 0 0,0-1-1 0 0,0 0 0 0 0,0 0 0 0 0,-1 0 0 0 0,1 0 0 0 0,0 0 0 0 0,0 0 0 0 0,0 0 0 0 0,0 0 0 0 0,0 0 0 0 0,0 0 0 0 0,0 0 0 0 0,-1 0 1 0 0,1 0-1 0 0,0 0 0 0 0,0 0 0 0 0,0 0 0 0 0,0 0 0 0 0,0 0 0 0 0,0 0 0 0 0,0 0 0 0 0,-1 0 0 0 0,1 0 0 0 0,0 0 0 0 0,0 0 1 0 0,0 0-1 0 0,0 0 0 0 0,0 0 0 0 0,0 0 0 0 0,0 0 0 0 0,-1 0 0 0 0,1 0 0 0 0,0-1 0 0 0,-10-7-336 0 0,-9-14-989 0 0,-14-38-5978 0 0,25 41 4237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7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0 400 0 0,'1'1'6339'0'0,"-1"9"-6089"0"0,-40 189 4707 0 0,10 39-2810 0 0,26-189-1634 0 0,3 1 0 0 0,9 90-1 0 0,-5-56 172 0 0,-3-84-692 0 0,-14-13-6275 0 0,10 7 1776 0 0,0 1 1402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0 256 0 0,'0'0'5665'0'0,"-1"7"-2808"0"0,-4 24-1865 0 0,-12 3-387 0 0,-2 0 1 0 0,-2-1-1 0 0,-36 45 0 0 0,30-42-188 0 0,8-12-203 0 0,-23 37 481 0 0,39-59-658 0 0,3-4-45 0 0,2-7-120 0 0,1-1-1 0 0,0 1 1 0 0,1 0 0 0 0,0 0-1 0 0,0 0 1 0 0,1 1 0 0 0,8-11-1 0 0,49-58-836 0 0,-9 15 377 0 0,-20 29 525 0 0,-22 23 346 0 0,-10 10-104 0 0,5 0-26 0 0,0 1 0 0 0,0 0 0 0 0,0 1 0 0 0,0-1 0 0 0,0 1 0 0 0,0 0 0 0 0,-1 1 0 0 0,1-1 0 0 0,-1 1 0 0 0,1 0 0 0 0,-1 1 0 0 0,7 4 0 0 0,9 10 481 0 0,28 29-1 0 0,-28-27-194 0 0,102 105 1032 0 0,-107-110-980 0 0,-26-24-59 0 0,-21-20-2718 0 0,11 7-6219 0 0,20 22 7998 0 0,-6-5-2957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49:59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18 592 0 0,'0'0'640'0'0,"9"-11"2425"0"0,-1 4 3227 0 0,-33 197-3488 0 0,-2 22-1212 0 0,23-172-1324 0 0,1-10 9 0 0,1 0-1 0 0,4 54 1 0 0,-1-67-139 0 0,-1-9-399 0 0,3-17-118 0 0,-2 4-196 0 0,-1 0 0 0 0,0-1 0 0 0,-1 1 0 0 0,1 0 0 0 0,-1-1-1 0 0,-1-4 1 0 0,-1-7-5238 0 0,2 9 2583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00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46 476 0 0,'0'-8'9363'0'0,"0"24"-8780"0"0,0 0-1 0 0,-2 1 1 0 0,0-1 0 0 0,0 0-1 0 0,-10 31 1 0 0,-5 31 406 0 0,7-19-398 0 0,6-36-289 0 0,3-20-160 0 0,1-7-12 0 0,3-18-208 0 0,1-1-1 0 0,1 1 1 0 0,2 0 0 0 0,0 0 0 0 0,18-37 0 0 0,8-27-258 0 0,-32 83 324 0 0,4-1 15 0 0,-3 7 27 0 0,0 1 0 0 0,1-1 1 0 0,-2 1-1 0 0,1-1 1 0 0,0 1-1 0 0,-1-1 0 0 0,0 1 1 0 0,1 0-1 0 0,-2 0 0 0 0,1 0 1 0 0,0 0-1 0 0,0 5 1 0 0,0 1 59 0 0,1 2 4 0 0,0-1 0 0 0,1 1 0 0 0,1-1 1 0 0,-1 0-1 0 0,2 0 0 0 0,0 0 0 0 0,0 0 0 0 0,1-1 0 0 0,0 0 0 0 0,0 0 1 0 0,1-1-1 0 0,1 0 0 0 0,-1 0 0 0 0,14 11 0 0 0,-21-20-67 0 0,1 1 0 0 0,-1-1 0 0 0,1 1-1 0 0,0-1 1 0 0,-1 1 0 0 0,1-1 0 0 0,0 1 0 0 0,-1-1 0 0 0,1 0-1 0 0,0 1 1 0 0,0-1 0 0 0,-1 0 0 0 0,1 0 0 0 0,0 1 0 0 0,0-1-1 0 0,0 0 1 0 0,-1 0 0 0 0,1 0 0 0 0,0 0 0 0 0,0 0 0 0 0,1 0-1 0 0,-2-1 1 0 0,1 1 0 0 0,-1-1-1 0 0,1 1 1 0 0,-1-1 0 0 0,1 1-1 0 0,-1-1 1 0 0,0 1-1 0 0,1-1 1 0 0,-1 1 0 0 0,0-1-1 0 0,0 0 1 0 0,1 1 0 0 0,-1-1-1 0 0,0 1 1 0 0,0-1-1 0 0,0 0 1 0 0,0 1 0 0 0,0-1-1 0 0,1 0 1 0 0,-1 1 0 0 0,-1-2-1 0 0,-5-46 772 0 0,3 32-750 0 0,-5-34 263 0 0,3 24-1100 0 0,-2-52-1 0 0,8 61-590 0 0,-1-7-2136 0 0,-2 8-1795 0 0,-2 8 1308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00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0 580 0 0,'0'0'2916'0'0,"-2"5"-2592"0"0,2 1-912 0 0,-3-3-1940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00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1 124 0 0,'-1'4'844'0'0,"-3"1"-428"0"0,-2-2-756 0 0,1 1-432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09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53 340 0 0,'0'0'1139'0'0,"10"-24"5603"0"0,-8 18-5844 0 0,-2 5-793 0 0,0 1 1 0 0,0-1 0 0 0,0 1-1 0 0,0-1 1 0 0,0 1 0 0 0,0-1-1 0 0,1 1 1 0 0,-1-1 0 0 0,0 1 0 0 0,0-1-1 0 0,1 1 1 0 0,-1-1 0 0 0,0 1-1 0 0,1 0 1 0 0,-1-1 0 0 0,0 1-1 0 0,1-1 1 0 0,-1 1 0 0 0,1 0 0 0 0,-1-1-1 0 0,0 1 1 0 0,1 0 0 0 0,-1-1-1 0 0,1 1 1 0 0,-1 0 0 0 0,1 0-1 0 0,-1 0 1 0 0,1-1 0 0 0,-1 1 0 0 0,1 0-1 0 0,-1 0 1 0 0,1 0 0 0 0,0 0-1 0 0,-1 0 1 0 0,1 0 0 0 0,-1 0-1 0 0,1 0 1 0 0,1-2 543 0 0,3-6 527 0 0,-5 8-1174 0 0,1 0 1 0 0,-1 0 0 0 0,0 0-1 0 0,0 1 1 0 0,1-1 0 0 0,-1 0 0 0 0,0 0-1 0 0,0 0 1 0 0,1 1 0 0 0,-1-1-1 0 0,0 0 1 0 0,0 0 0 0 0,1 1-1 0 0,-1-1 1 0 0,0 0 0 0 0,0 0-1 0 0,0 1 1 0 0,0-1 0 0 0,0 0 0 0 0,0 1-1 0 0,1-1 1 0 0,-1 0 0 0 0,0 0-1 0 0,0 1 1 0 0,0-1 0 0 0,0 0-1 0 0,0 1 1 0 0,0-1 0 0 0,0 0-1 0 0,0 1 1 0 0,0-1 0 0 0,0 0 0 0 0,0 1-1 0 0,-1-1 1 0 0,1 0 0 0 0,0 1-1 0 0,0-1 1 0 0,0 0 0 0 0,0 0-1 0 0,-1 1 1 0 0,8 76 913 0 0,-4-56-697 0 0,0-1 0 0 0,-2 31 0 0 0,-25 256 1910 0 0,21-245-1652 0 0,3-61-426 0 0,0-1-40 0 0,0 0 0 0 0,0 0 1 0 0,0 1-1 0 0,-1-1 0 0 0,1 0 1 0 0,0 0-1 0 0,0 1 0 0 0,0-1 1 0 0,0 0-1 0 0,0 1 0 0 0,0-1 0 0 0,0 0 1 0 0,0 0-1 0 0,0 1 0 0 0,0-1 1 0 0,0 0-1 0 0,1 1 0 0 0,-1-1 1 0 0,0 0-1 0 0,0 0 0 0 0,0 1 1 0 0,0-1-1 0 0,0 0 0 0 0,0 0 1 0 0,1 0-1 0 0,-1 1 0 0 0,0-1 0 0 0,0 0 1 0 0,0 0-1 0 0,1 0 0 0 0,-1 1 1 0 0,0-1-1 0 0,0 0 0 0 0,0 0 1 0 0,1 0-1 0 0,-1 0 0 0 0,0 1 1 0 0,1-1-1 0 0,4 4-498 0 0,-8-21-4308 0 0,-8-16-3679 0 0,9 25 5109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10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0 168 0 0,'0'0'4972'0'0,"-4"28"-3573"0"0,-4-2-402 0 0,-1 1-1 0 0,-17 33 0 0 0,22-49-778 0 0,2-7-120 0 0,1-1 0 0 0,0 0 0 0 0,-1 0 0 0 0,1 0 0 0 0,-1 0 0 0 0,0 0 0 0 0,-3 3 0 0 0,5-5 84 0 0,-1 2 444 0 0,6-16-670 0 0,0 1-1 0 0,1-1 1 0 0,0 1-1 0 0,1 1 1 0 0,1-1-1 0 0,-1 1 1 0 0,2 0-1 0 0,0 1 1 0 0,12-12-1 0 0,-19 21 54 0 0,-1-1 1 0 0,1 1-1 0 0,-1 0 1 0 0,1 0-1 0 0,0-1 1 0 0,0 1-1 0 0,-1 0 1 0 0,1 1-1 0 0,0-1 1 0 0,0 0-1 0 0,0 0 0 0 0,0 1 1 0 0,0-1-1 0 0,0 1 1 0 0,0 0-1 0 0,0-1 1 0 0,0 1-1 0 0,0 0 1 0 0,0 0-1 0 0,0 0 0 0 0,4 1 1 0 0,0 1 107 0 0,-1 0 1 0 0,0 1 0 0 0,-1-1-1 0 0,1 1 1 0 0,0 0-1 0 0,5 4 1 0 0,18 11 290 0 0,28 14 39 0 0,-55-31-551 0 0,-21 6-8005 0 0,12-7 5539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11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36 304 0 0,'-1'-36'10504'0'0,"9"112"-8826"0"0,-16 234 884 0 0,-2-246-2011 0 0,10-63-510 0 0,-1 8-1457 0 0,-15-25-149 0 0,0-7-4054 0 0,14 20 4255 0 0,-3-9-1828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11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1 232 0 0,'0'0'1338'0'0,"-8"29"1130"0"0,-5-3-1169 0 0,2 1 0 0 0,1 0 0 0 0,-9 38 0 0 0,19-63-869 0 0,15-19-335 0 0,-7 9-57 0 0,27-26 23 0 0,18-24-201 0 0,-47 57 123 0 0,0 9 4 0 0,3 21 3 0 0,-6-19 12 0 0,2-1-242 0 0,1 5-472 0 0,-2-5-4440 0 0,-2-5 3140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12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1 176 0 0,'0'0'6087'0'0,"10"11"-3273"0"0,-8 0-2344 0 0,0 1-1 0 0,-1-1 1 0 0,0 1 0 0 0,-1-1-1 0 0,-1 1 1 0 0,-1 14 0 0 0,-1 16 194 0 0,3 10 376 0 0,12 84 1 0 0,-8-103-736 0 0,-3-18-90 0 0,1 0 0 0 0,7 24 0 0 0,-8-38-204 0 0,-1 0 0 0 0,0-1 0 0 0,1 1 0 0 0,-1 0 0 0 0,0 0 0 0 0,1 0 0 0 0,-1 0 0 0 0,0-1 0 0 0,0 1 0 0 0,0 0 0 0 0,0 0 0 0 0,0 0 0 0 0,0 0 0 0 0,0 0 1 0 0,0 0-1 0 0,0-1 0 0 0,-1 1 0 0 0,1 0 0 0 0,0 0 0 0 0,0 0 0 0 0,-1 0 0 0 0,1-1 0 0 0,-1 1 0 0 0,0 1 0 0 0,1-2-21 0 0,-1 0 0 0 0,0 0 0 0 0,0 0 0 0 0,1 0 1 0 0,-1 0-1 0 0,0 0 0 0 0,1 0 0 0 0,-1 0 0 0 0,0-1 1 0 0,1 1-1 0 0,-1 0 0 0 0,0 0 0 0 0,1-1 0 0 0,-1 1 1 0 0,0 0-1 0 0,1-1 0 0 0,-1 1 0 0 0,0 0 0 0 0,1-1 0 0 0,-1 1 1 0 0,1-1-1 0 0,-1 1 0 0 0,1-1 0 0 0,-1 1 0 0 0,1-1 1 0 0,0 0-1 0 0,-1 1 0 0 0,1-1 0 0 0,0 1 0 0 0,-1-2 0 0 0,-34-39-3169 0 0,0 0-4466 0 0,29 33 4714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1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0 472 0 0,'-8'11'974'0'0,"-5"3"352"0"0,2 1 0 0 0,-13 19 0 0 0,27-32-276 0 0,7-7-834 0 0,11-11-155 0 0,-16 11 10 0 0,-1 0 0 0 0,1 0 0 0 0,0 1 0 0 0,0-1 0 0 0,0 1 0 0 0,0 0 1 0 0,1 1-1 0 0,-1-1 0 0 0,11-4 0 0 0,-14 8-12 0 0,0 0 0 0 0,-1 0 0 0 0,1 0 0 0 0,-1 0 1 0 0,1 1-1 0 0,-1-1 0 0 0,1 0 0 0 0,-1 1 0 0 0,1-1 0 0 0,-1 1 0 0 0,1-1 0 0 0,-1 1 0 0 0,1 0 1 0 0,-1 0-1 0 0,0-1 0 0 0,1 1 0 0 0,-1 0 0 0 0,0 0 0 0 0,0 0 0 0 0,2 3 0 0 0,23 29 886 0 0,-15-18-529 0 0,-8-11-602 0 0,1 0-1 0 0,0 0 1 0 0,-1-1 0 0 0,1 0-1 0 0,1 1 1 0 0,-1-1-1 0 0,7 3 1 0 0,-6-13-4055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2:15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1 200 528 0 0,'17'-30'4250'0'0,"-16"30"-3844"0"0,-1-1-263 0 0,0 1 0 0 0,1-1-1 0 0,-1 0 1 0 0,0 1 0 0 0,1-1-1 0 0,-1 0 1 0 0,1 1-1 0 0,-1-1 1 0 0,1 1 0 0 0,-1-1-1 0 0,1 1 1 0 0,-1-1-1 0 0,1 1 1 0 0,-1-1 0 0 0,1 1-1 0 0,-1 0 1 0 0,1-1-1 0 0,1 0 1 0 0,19 20 70 0 0,1-1 0 0 0,30 19 0 0 0,-42-31-191 0 0,0 0 0 0 0,1-1 0 0 0,0 0-1 0 0,0-1 1 0 0,1 0 0 0 0,-1 0 0 0 0,1-1 0 0 0,13 1-1 0 0,-15-2-8 0 0,0-1-1 0 0,0 0 0 0 0,0-1 0 0 0,0 0 0 0 0,0-1 0 0 0,0 0 0 0 0,0 0 0 0 0,0-1 0 0 0,-1 0 0 0 0,1-1 0 0 0,0 0 0 0 0,-1-1 0 0 0,0 0 0 0 0,15-8 0 0 0,39-30-1764 0 0,-2-2 0 0 0,69-66 0 0 0,-80 61-306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2:17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12 129 20 0 0,'-12'-36'6183'0'0,"13"44"-6128"0"0,-1-1-1 0 0,1 0 1 0 0,0 0 0 0 0,0 0 0 0 0,1 1 0 0 0,0-1 0 0 0,0-1 0 0 0,0 1 0 0 0,1 0 0 0 0,0-1 0 0 0,1 1 0 0 0,-1-1 0 0 0,1 0 0 0 0,10 11 0 0 0,-10-13-5 0 0,0 0 0 0 0,0 0 1 0 0,1 0-1 0 0,0-1 0 0 0,-1 0 0 0 0,1 0 1 0 0,0 0-1 0 0,1 0 0 0 0,-1-1 0 0 0,0 0 0 0 0,1 0 1 0 0,-1-1-1 0 0,1 1 0 0 0,0-1 0 0 0,0 0 1 0 0,-1-1-1 0 0,1 1 0 0 0,0-1 0 0 0,10-1 0 0 0,2-2 8 0 0,0-1-1 0 0,-1 0 0 0 0,1-1 0 0 0,-1-1 0 0 0,0-1 1 0 0,22-12-1 0 0,91-60-348 0 0,-124 75 245 0 0,144-97-4736 0 0,-129 85 2917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4:37:13.69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1664 1504 19,'3'-11'101,"-3"11"-4,0 0-12,0 0 1,0 0-10,0-14 0,0 14-9,0 0-2,0 0 0,0 0-10,0 0-4,0 0 1,-3-16 7,3 16-9,0 0-10,0 0 11,0 0-16,-1-11 4,1 11 4,0 0-2,-2-12-2,2 12-8,0 0 0,0-15-1,0 15 4,-1-12-2,1 12-6,0 0 1,0-21 0,0 21 1,0-19 3,0 10-7,0 9 4,-3-25-2,1 9-1,1-1 9,-2-7-4,0 0 3,-2 6-4,2-8-13,-2 2 11,-2-2 0,-1-11-8,-5 3 1,-1 1-5,0 0-2,-5-3 0,1 1 0,-5 1-1,2-1-4,-2 2 1,-4-1-1,-2 0-2,0-1-2,-4-1 2,1 1-2,-1 4-4,-2-4 2,-3 3 3,1 3 2,-3-5-8,-1 5 5,1 1-7,-4 0 2,1 2-8,-2 2 7,-2-1 3,5 0-5,-5 5 4,1 0-1,6 0 3,-6 4-2,4-2 3,3 7-2,-2-2 6,0 0-8,2-1 8,8 8-3,1 0 0,3-1 4,0-3-3,-1 4 4,3 1 4,5-3 1,3 2 0,-2-2-1,1 2 10,-2 0 0,6 0 2,-1 0 2,6 2 2,9 4 3,-20-7 2,10 1-1,1 1-1,3-1-3,6 6-4,-14-9-2,8 4-3,6 5 0,-14-6-3,14 6 0,-13-5-3,13 5 2,0 0 1,-11-6 1,11 6 1,0 0-3,0 0 2,-9-10-1,9 10 1,0 0-2,-4-7 2,4 7-2,0 0-4,0 0-2,0 0 1,0 0 0,-3-10-4,3 10-2,0 0-1,0 0-2,0 0 3,0 0 2,0 0-4,0 0 0,0 0 1,0 0 2,0 0-4,0 0-1,0 0 0,0 0-3,0 0 1,0 0 0,0 0 2,0 0 0,0 0-1,0 0-2,0 0 2,0 0 0,0 0 3,6-16-2,-6 16-1,0 0 0,0 0 1,0 0-3,0 0 2,0 0 2,0 0 0,0 0-3,0 0-1,0 0 3,0 0-4,0 0 1,0 0 3,0 0-14,0 0-12,0 0-15,0 0-5,0 0-21,0 0-16,0 0-13,0 0-20,0 0-29,0 0-49,0 0-145,0 0-365,-11 38 161</inkml:trace>
  <inkml:trace contextRef="#ctx0" brushRef="#br0" timeOffset="873">0 36 68,'0'0'116,"0"0"-15,0 0-5,0 0-10,0 0-5,0 0-10,6-6-1,-6 6-9,0 0-2,0 0-4,0 0-7,0 0-5,0 0-2,0 0-10,0 0 10,0 0-2,0 0 2,0 0-4,8-6 2,-8 6-1,0 0 3,10-6-6,-10 6-4,0 0 2,9-7 6,-9 7-5,0 0-2,0 0 4,0 0-5,13 0-4,-13 0-7,0 0-3,0 0 3,0 0 13,15 6 2,-15-6-4,10 13-3,1-4 1,-4-1-2,4 2-2,1 5-1,-3-4-6,5 2 1,-7 2-3,7 5 0,-2-3-2,0-5 1,-3 7-1,2-4-2,-2 2 1,-3-3-5,3 3 1,2-6 1,-4 2-1,-1-4-3,0 2 3,0-5 2,-3 3-3,-3-9-5,8 15 0,-5-10 3,-3-5-1,8 6 3,-8-6 1,0 0 1,6 9-3,-6-9 0,0 0-2,0 0 5,0 0-12,0 0 10,0 0-6,0 0 2,0 0 1,0 0-2,0 0-3,0 0 3,0 0 1,0 0-4,0 0 2,0 0 3,0 0-3,0 0-1,0 0-3,0 0 2,0 0 0,0 0-1,0 0-1,0 0-1,0 0-3,0 0 0,0 0 1,0 0 5,0 0-4,0 0 2,0 0-3,0 0 2,0 0-3,0 0 9,0 0-6,0 0 1,-11 17 2,11-17 2,0 0 3,0 0 0,0 0 0,0 0-2,0 0-2,0 0 0,0 0-2,0 0 2,0 0-1,0 0 3,0 0-3,0 0 6,0 0-3,0 0-3,0 0 2,0 0-2,0 0 4,-14-28-4,14 28 1,-6-7 3,6 7-5,-6-15 1,6 15-7,-7-12 5,1 6 8,1-4-2,5 10-6,-10-16-1,4 4 3,4 1-2,-3 2 0,2-4 4,-1 4-2,2-9 2,2 18-4,-4-17-3,1 7 9,3 10-2,-5-16-5,5 16 1,-1-13 4,1 13-5,-5-18-1,5 18 1,0 0 4,0-14-3,0 14 2,0 0 1,3-11-8,-3 11 3,0 0-1,0 0 1,0 0 3,0 0-3,8-8 1,-8 8 0,0 0-4,0 0 4,0 0 0,0 0 4,0 0 0,7-4-3,-7 4-3,0 0 5,0 0 1,0 0-2,16-2 5,-16 2-6,10-5 2,-10 5 0,14-1 4,-14 1-2,0 0 0,16 1 3,-16-1 0,0 0-1,17 3-1,-17-3 2,14 3 1,-14-3 0,10 5-2,-1-2-1,-1 0-1,1 1 9,3-2 4,2 4 0,1-1 0,4 1-1,1-4-5,1 2 4,3 2-3,4-1 3,-3 0-33,3-4-13,0 5-51,-2-3-107,-6-3-139,-1-3-357,-8-8 159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4:38:15.245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27 111 126,'0'0'189,"0"0"-15,0 0-4,0 0-12,-7-9-11,7 9-10,0 0-13,0 0-12,0 0-2,0 0-8,0 0-7,0 0-3,-9-3-1,9 3-7,0 0-2,0 0 0,0 0-7,0 0-4,0 0-3,0 0-4,0 0-4,0 0 2,0 0-10,0 0-3,0 0-9,0 0-3,0 0-3,21-11-7,-12 7 1,3 3-5,1-4 0,3 1-4,0-1-2,5 3-1,-2-2-2,-1 1-5,-2-1-8,4 1 1,-3 3-8,1-2-6,-3 1-5,-3-1-5,-12 2-6,23 0-7,-13-2-11,-10 2-6,17 2-12,-17-2-6,15 2-15,-15-2-23,8 3-13,-8-3-13,0 0-28,0 0-156,6 7-344,-6-7 153</inkml:trace>
  <inkml:trace contextRef="#ctx0" brushRef="#br0" timeOffset="426">0 279 52,'12'0'173,"-12"0"-15,0 0-15,18-3-13,-18 3-9,15 0-13,-15 0-5,18-4-16,-18 4-5,19 0-11,-7 0-7,3-1-9,-3-1-3,-12 2-3,21-2-11,-9 1-6,-12 1-11,18 0-13,-18 0-10,20 0-15,-20 0-19,17-2-15,-17 2-26,13-3-151,-13 3-246,8-5 109</inkml:trace>
  <inkml:trace contextRef="#ctx0" brushRef="#br0" timeOffset="756">631 10 82,'0'0'184,"0"0"-12,0 0-16,0 0-14,0 0-16,0 0-11,0 0-11,0 0-12,0 0-13,0 0-6,0 0-2,0 0-4,0 0-9,0 0 0,0 0-1,-20 20 5,20-20-2,-8 13-2,2-6-4,6-7-4,-9 13-5,6-3-4,3-10 3,-7 15-8,5-6 1,1 1-3,1-10-4,-5 20-4,4-12 0,1-8-2,0 22-2,0-12-9,0-10 8,6 18-7,-5-10 4,5-1 2,-3 2-3,3-2 4,2 2-2,0-4-2,2 1 0,-1-1-2,2-2 0,-11-3-1,21 4-1,-9-4-4,2 0 4,-14 0-5,21-4-1,-9 1 0,-1 0 4,2-3-3,-2 2 0,1-3-3,-3 1 2,2-1-2,-4-4 6,1 2-1,-5-1-3,3-3 0,-2 0-1,-4-2 1,0 2 1,0-2 6,-1-1-8,-2 6 2,0-2 0,-2 2-1,2 0 4,-3 2-1,0-2-3,-2 2 1,2 1-10,6 7-23,-16-8-35,5 8-45,-2-1-69,-4-3-222,0 3-429,-2-3 189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11:07.18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16 0 2,'0'0'60,"0"0"-4,0 0-8,0 0-6,0 0 1,0 0-7,0 0-3,0 0-4,0 0 0,0 0-8,0 0 5,0 0-5,0 0-9,0 0 6,0 0 2,0 0-10,0 0 1,0 0-1,0 0-3,0 0-1,0 0-3,0 0 5,0 0-4,0 0 8,0 0-9,0 0-1,0 0 7,0 0-5,0 0-1,14 28 2,-14-28-2,0 0 2,0 0-1,0 0-7,3 8 10,-3-8 9,0 0 6,0 0 7,3 15 11,-3-15-2,0 0-1,0 14-12,0-14-3,0 0-4,-3 15 0,3-15-1,0 16 11,0-16-4,-3 11 4,3-11-6,0 14-2,0-14-1,-3 14-12,3-14 4,-5 10-6,5-10 9,0 13-11,0-13 7,0 0 4,0 13 1,0-13-3,0 0-1,0 0-2,0 13 2,0-13-8,0 0 1,0 0 4,5 12-8,-5-12 6,0 0-6,0 11 4,0-11 2,0 0-5,0 0 8,0 0-8,0 0 5,0 16-6,0-16 3,0 0-3,0 0-3,-5 14-8,5-14-6,-6 8-11,6-8-9,-3 13-17,3-13-33,-6 10-75,6-10-175,-7 9 78</inkml:trace>
  <inkml:trace contextRef="#ctx0" brushRef="#br0" timeOffset="747">109 371 82,'0'0'82,"0"0"1,0 0-7,0 0-13,-6 18-4,6-18-3,0 0 6,0 18 0,0-18-8,-5 12-10,5-12 4,-9 14-8,9-5-7,-3 2-1,3-11 4,-3 14-3,3-14-10,-5 13 0,5-13-1,0 10-9,0-10-8,0 0 8,0 0 3,0 16-1,0-16 4,0 0-15,0 13 10,0-13-2,0 0 0,0 0-5,0 15-2,0-15 0,0 0-2,3 13 8,-3-13-4,0 0-7,0 0-15,0 17 2,0-17-10,0 8-7,0-8-8,0 0-7,-6 10-17,6-10-32,-6 10-49,6-10-154,0 0 68</inkml:trace>
  <inkml:trace contextRef="#ctx0" brushRef="#br0" timeOffset="1232">33 789 75,'0'0'105,"0"0"-17,3 9-11,-3-9-7,0 0 1,3 15-13,-3-15-4,0 0-3,-3 12-9,3-12-1,0 0-2,-3 12-5,3-12-1,0 0-1,-3 15-6,3-15-2,0 0-12,0 0-11,-3 13-4,3-13-10,-5 7-12,5-7-14,0 0-9,-6 11-17,6-11-59,0 0-133,-3 9 58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50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5 144 0 0,'0'0'5479'0'0,"31"-5"-2296"0"0,-23 10-3082 0 0,-4-3-11 0 0,0 0 1 0 0,-1 1-1 0 0,1-1 1 0 0,-1 1-1 0 0,0-1 0 0 0,0 1 1 0 0,5 5-1 0 0,-5-6-14 0 0,1 0-1 0 0,-1-1 0 0 0,1 0 1 0 0,-1 1-1 0 0,1-2 0 0 0,0 1 1 0 0,-1 0-1 0 0,8 0 1 0 0,11 3 217 0 0,36 12 137 0 0,-45-13-370 0 0,1 0 1 0 0,-1 1-1 0 0,18 8 1 0 0,24 17 97 0 0,97 67 0 0 0,-126-76-126 0 0,26 27-1 0 0,-32-27-11 0 0,2-1 0 0 0,24 16 0 0 0,15 3 48 0 0,-26-17-29 0 0,39 30-1 0 0,-65-44-18 0 0,0 1-1 0 0,0 0 0 0 0,-1 0 0 0 0,0 1 1 0 0,0 1-1 0 0,-1-1 0 0 0,0 1 1 0 0,8 17-1 0 0,5 17 99 0 0,-10-19 52 0 0,1-1 0 0 0,1-1 0 0 0,1 0 0 0 0,25 34 0 0 0,11 1 233 0 0,-44-53-361 0 0,-1 0 0 0 0,0 0 0 0 0,-1 0 0 0 0,1 1 0 0 0,-1-1 0 0 0,0 1 0 0 0,2 6 0 0 0,5 9 94 0 0,-5-10-41 0 0,0 0 1 0 0,-1 0 0 0 0,4 14 0 0 0,8 22 266 0 0,-8-23-273 0 0,6 13 49 0 0,-14-37 4 0 0,1 0-127 0 0,0 0-1 0 0,0 0 1 0 0,0 0 0 0 0,0 0 0 0 0,0-1-1 0 0,0 1 1 0 0,0 0 0 0 0,0-1 0 0 0,-1 1 0 0 0,1 0-1 0 0,0-1 1 0 0,0 1 0 0 0,0-1 0 0 0,0 0 0 0 0,-1 1-1 0 0,1-1 1 0 0,0 0 0 0 0,-1 1 0 0 0,1-1 0 0 0,0 0-1 0 0,-1 1 1 0 0,1-1 0 0 0,0-2 0 0 0,-1 2-386 0 0,1 0 0 0 0,-1 0 1 0 0,0 0-1 0 0,1-1 0 0 0,-1 1 0 0 0,0 0 0 0 0,0 0 1 0 0,0 0-1 0 0,0-1 0 0 0,0 1 0 0 0,0 0 1 0 0,0 0-1 0 0,-1 0 0 0 0,1-1 0 0 0,0 1 0 0 0,-1 0 1 0 0,1 0-1 0 0,-1 0 0 0 0,1 0 0 0 0,-1 0 1 0 0,1 0-1 0 0,-1 0 0 0 0,-1-2 0 0 0,-3-3-3254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0:51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1 272 0 0,'0'0'2945'0'0,"-1"3"-2475"0"0,0 12 275 0 0,1 0-1 0 0,0 0 1 0 0,1 0-1 0 0,1 0 1 0 0,6 27-1 0 0,1 15 183 0 0,-8-52-837 0 0,-1 0 0 0 0,1 1-1 0 0,-1-1 1 0 0,0 0-1 0 0,-1 1 1 0 0,1-1-1 0 0,-1 0 1 0 0,-1 6 0 0 0,1-10-26 0 0,-10 1-3 0 0,7-4-88 0 0,-1-1 1 0 0,1 0-1 0 0,0 0 1 0 0,0 0-1 0 0,0 0 1 0 0,0 0-1 0 0,1-1 1 0 0,-1 0-1 0 0,1 1 1 0 0,0-1-1 0 0,0-1 1 0 0,0 1 0 0 0,-4-9-1 0 0,3 3 32 0 0,0-1-1 0 0,1 0 1 0 0,0 0-1 0 0,1 0 1 0 0,-1-16 0 0 0,2 27 37 0 0,1-1 1 0 0,0 0-1 0 0,0 0 1 0 0,0 0 0 0 0,1 0-1 0 0,-1 0 1 0 0,0 0-1 0 0,0 1 1 0 0,0-1 0 0 0,1 0-1 0 0,-1 0 1 0 0,0 0-1 0 0,1 0 1 0 0,-1 1 0 0 0,1-1-1 0 0,-1 0 1 0 0,1 0-1 0 0,-1 1 1 0 0,1-1-1 0 0,-1 0 1 0 0,1 1 0 0 0,0-1-1 0 0,-1 1 1 0 0,2-1-1 0 0,25-9 486 0 0,-12 9-407 0 0,1 0-1 0 0,19 1 1 0 0,-21 1 33 0 0,9-1-86 0 0,2-1-45 0 0,0 1 0 0 0,0 2 1 0 0,39 7-1 0 0,-63-9-69 0 0,-1 0 0 0 0,1 0-1 0 0,-1 0 1 0 0,1 0 0 0 0,-1 0-1 0 0,0 0 1 0 0,1 0 0 0 0,-1 0 0 0 0,1 0-1 0 0,-1 0 1 0 0,0 0 0 0 0,1 0 0 0 0,-1 1-1 0 0,1-1 1 0 0,-1 0 0 0 0,0 0-1 0 0,1 0 1 0 0,-1 1 0 0 0,0-1 0 0 0,1 0-1 0 0,-1 0 1 0 0,0 1 0 0 0,1-1 0 0 0,-1 0-1 0 0,0 1 1 0 0,0-1 0 0 0,1 0-1 0 0,-1 1 1 0 0,0-1 0 0 0,0 1 0 0 0,0-1-1 0 0,0 0 1 0 0,1 1 0 0 0,-1 0-1 0 0,-13 7-1401 0 0,-24 1-3338 0 0,22-6 2485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2:19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4 428 0 0,'-4'-1'10698'0'0,"363"-2"-9891"0"0,-288 5-1098 0 0,-14 0-262 0 0,-11 0-1448 0 0,-17-2-2072 0 0,-17 1 1254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2:20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22 596 0 0,'4'1'384'0'0,"0"1"0"0"0,0-1 0 0 0,1 0 0 0 0,-1-1 0 0 0,0 1 0 0 0,1-1 0 0 0,-1 0 0 0 0,1 0 0 0 0,-1 0 0 0 0,0 0 0 0 0,1-1 0 0 0,5-1 0 0 0,7 0 164 0 0,186-6 1777 0 0,-77 4-2644 0 0,-2-4-3989 0 0,-98 6 2150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3:55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76 0 0,'0'-1'348'0'0,"0"1"1"0"0,0-1-1 0 0,1 0 1 0 0,-1 1-1 0 0,0-1 1 0 0,0 0-1 0 0,0 1 1 0 0,1-1-1 0 0,-1 0 1 0 0,0 1-1 0 0,1-1 1 0 0,-1 0-1 0 0,1 1 1 0 0,-1-1-1 0 0,1 1 0 0 0,-1-1 1 0 0,1 1-1 0 0,-1-1 1 0 0,2 0-1 0 0,4 2-267 0 0,38 11 1485 0 0,-43-12-1497 0 0,5 4 30 0 0,0 0-1 0 0,-1 1 1 0 0,1-1-1 0 0,-1 1 1 0 0,8 9-1 0 0,35 49 223 0 0,-22-22-14 0 0,13-66-83 0 0,186-109-720 0 0,-75 44-3063 0 0,-123 75 1229 0 0,-2 4 179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14:37.65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 0 24,'0'0'51,"0"0"-12,3 12-15,-3-12-21,0 0-27,0 0-25,0 0 11</inkml:trace>
  <inkml:trace contextRef="#ctx0" brushRef="#br0" timeOffset="140">16 19 44,'0'0'46,"0"0"-4,0 0-3,0 0-2,0 0 5,0 0-13,0 0-1,0 0-3,0 0 22,0 0-23,0 0 11,0 0-9,0 0-1,0 0-4,0 0-10,0 0 8,0 0-4,0 0 3,0 0-4,0 0-3,0 0-7,0 0-9,0 0-10,0 0-7,-16 5-16,16-5-49,0 0-95,0 0 42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3:18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10 464 0 0,'0'0'208'0'0,"1"0"-1"0"0,-1-1 1 0 0,0 1-1 0 0,0 0 1 0 0,0-1-1 0 0,-1 1 1 0 0,1 0-1 0 0,0-1 1 0 0,0 1-1 0 0,0 0 1 0 0,0-1-1 0 0,0 1 1 0 0,0 0 0 0 0,0 0-1 0 0,0-1 1 0 0,-1 1-1 0 0,1 0 1 0 0,0-1-1 0 0,0 1 1 0 0,0 0-1 0 0,-1 0 1 0 0,1-1-1 0 0,0 1 1 0 0,0 0-1 0 0,-1 0 1 0 0,1 0 0 0 0,0 0-1 0 0,-1-1 1 0 0,0 3-199 0 0,0-1 52 0 0,0 1 1 0 0,0 0-1 0 0,0 0 0 0 0,0 0 1 0 0,0 0-1 0 0,0 0 1 0 0,1 0-1 0 0,-1 1 1 0 0,1-1-1 0 0,0 0 1 0 0,-1 0-1 0 0,1 0 1 0 0,0 0-1 0 0,0 1 1 0 0,0-1-1 0 0,0 0 0 0 0,1 0 1 0 0,0 4-1 0 0,0-5 11 0 0,-1-1-61 0 0,0 0-1 0 0,-1 0 1 0 0,1 1 0 0 0,0-1-1 0 0,0 0 1 0 0,0 0-1 0 0,0 0 1 0 0,0 0-1 0 0,0 1 1 0 0,0-1 0 0 0,0 0-1 0 0,0 0 1 0 0,0 0-1 0 0,0 1 1 0 0,0-1-1 0 0,0 0 1 0 0,0 0-1 0 0,0 0 1 0 0,0 0 0 0 0,0 1-1 0 0,0-1 1 0 0,0 0-1 0 0,0 0 1 0 0,1 0-1 0 0,-1 0 1 0 0,0 1-1 0 0,0-1 1 0 0,0 0 0 0 0,0 0-1 0 0,0 0 1 0 0,0 0-1 0 0,0 0 1 0 0,1 1-1 0 0,-1-1 1 0 0,0 0 0 0 0,0 0-1 0 0,0 0 1 0 0,0 0-1 0 0,0 0 1 0 0,1 0-1 0 0,-1 0 1 0 0,9-2 308 0 0,8-9-66 0 0,-17 10-184 0 0,5-19 76 0 0,-8 16-150 0 0,2 3-38 0 0,0 1-1 0 0,1-1 1 0 0,-1 0-1 0 0,1 1 1 0 0,-1-1-1 0 0,1 1 1 0 0,-1-1-1 0 0,1 0 1 0 0,-1 1-1 0 0,1-1 1 0 0,0 0-1 0 0,-1 1 1 0 0,1-1-1 0 0,0 0 1 0 0,-1 0-1 0 0,1 1 1 0 0,0-1-1 0 0,0 0 1 0 0,0-1-1 0 0,-32 10-4352 0 0,25-7 2318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3:1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15 452 0 0,'1'0'7825'0'0,"1"7"-7879"0"0,-1-5 221 0 0,12-9 276 0 0,-9-9-308 0 0,-3 15-118 0 0,17 10 31 0 0,-17-9-12 0 0,-1 0-56 0 0,0 1 1 0 0,0-1-1 0 0,0 0 1 0 0,0 1-1 0 0,1-1 0 0 0,-1 0 1 0 0,0 0-1 0 0,0 1 1 0 0,1-1-1 0 0,-1 0 1 0 0,0 0-1 0 0,1 1 1 0 0,-1-1-1 0 0,0 0 0 0 0,1 0 1 0 0,-1 0-1 0 0,0 1 1 0 0,1-1-1 0 0,-1 0 1 0 0,0 0-1 0 0,1 0 1 0 0,-1 0-1 0 0,1 0 0 0 0,-1 0 1 0 0,0 0-1 0 0,1 0 1 0 0,-1 0-1 0 0,1 0 1 0 0,-1 0-1 0 0,1 0 1 0 0,3 1-2691 0 0,-12 4 553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3:20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0 324 0 0,'0'0'6994'0'0,"15"16"-7299"0"0,-4-11-352 0 0,-10-5 983 0 0,0 1 0 0 0,0-1-1 0 0,0 1 1 0 0,0 0 0 0 0,0-1 0 0 0,0 0-1 0 0,0 1 1 0 0,0-1 0 0 0,1 0-1 0 0,-1 1 1 0 0,0-1 0 0 0,0 0 0 0 0,0 0-1 0 0,1 0 1 0 0,-1 0 0 0 0,0 0-1 0 0,3-1 1 0 0,-2 0-269 0 0,13-18-740 0 0,-17 19 789 0 0,-8 6-1739 0 0,1 3-3858 0 0,6-6 2916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3:20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0 664 0 0,'0'0'4304'0'0,"4"28"-2679"0"0,-4-27-1543 0 0,0 2 67 0 0,1-1-1 0 0,-1 1 0 0 0,1-1 0 0 0,-1 1 0 0 0,1-1 1 0 0,0 1-1 0 0,0-1 0 0 0,0 1 0 0 0,1-1 1 0 0,-1 0-1 0 0,1 0 0 0 0,1 3 0 0 0,-2-5-128 0 0,0-1 0 0 0,0 1 1 0 0,-1-1-1 0 0,1 0 0 0 0,0 1 0 0 0,-1-1 0 0 0,1 0 1 0 0,-1 1-1 0 0,1-1 0 0 0,-1 0 0 0 0,1 0 0 0 0,-1 1 1 0 0,1-1-1 0 0,-1 0 0 0 0,0 0 0 0 0,1 0 0 0 0,-1 0 1 0 0,0 0-1 0 0,0 0 0 0 0,0-1 0 0 0,4-21 683 0 0,-3 17-622 0 0,-2 4 99 0 0,-5 9 212 0 0,5-5-406 0 0,5 4-636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4:51:40.43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 27,'0'0'101,"0"0"-12,0 0-8,0 0-7,0 0-7,0 0-18,0 0 9,0 0-3,0 0-12,0 0 11,0 0-7,0 0-4,0 0-1,0 0-1,0 0-3,0 0-13,0 0 4,0 0-2,0 0-1,0 0-9,0 0-2,0 0-2,0 0 3,0 0-3,0 0-5,0 0-10,0 0-26,0 0 22,0 0 1,0 0-8,12-5-6,-12 5 4,0 0 6,0 0-1,0 0-2,0 0 4,0 0 9,0 0-2,0 0-3,0 0 2,0 0-8,0 0 4,0 0-5,0 0-4,0 0-12,0 0-8,0 0-109,0 0-155,0 0 68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20:52.52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84 56,'0'0'70,"0"0"-9,0 0-4,0 0-9,0 0-7,0 0 3,0 0-2,0 0-11,0 0 4,-3-12-5,3 12-8,0 0-3,0 0 1,0 0-7,0 0 6,0 0-8,0 0 7,0 0-2,0 0-8,0 0 1,0 0 1,0 0-1,0 0-11,0 0 10,0 0-3,0 0-6,0 0 0,0 0 1,0 0 5,0 0 0,0 0-4,0 0-1,0 0 8,0 0-7,0 0 2,0 0 6,0 0-8,0 0 2,0 0 1,0 0-2,0 0-2,0 0 0,0 0 0,0 0 0,0 0 2,0 0-3,0 0 2,0 0-9,0 0 12,0 0 0,0 0 0,0 0-6,7-6 3,-7 6 2,0 0-2,0 0 1,0 0-5,0 0 4,0 0-6,0 0 9,0 0-2,6-10 0,-6 10-2,0 0-1,0 0-4,0 0 9,0 0-5,0 0 8,0 0-9,0 0 5,0 0-9,0 0 9,0 0-3,0-10 3,0 10-9,0 0 10,0 0-9,0 0 5,0 0 1,0 0-1,0 0-3,0 0 6,0 0-4,0 0-5,0 0 8,0 0-3,0 0 2,0 0 4,0 0-11,0 0 2,0 0 0,0 0 4,0 0-1,0 0 6,9-7-3,-9 7-1,0 0 3,0 0 1,5-11-5,-5 11-2,0 0 4,0 0-4,3-10-3,-3 10-2,0 0 9,0 0-4,0 0 4,3-10-5,-3 10 1,0 0 0,0 0 14,0 0-13,0 0 10,0 0-14,0 0 8,0 0 1,0 0-2,6-8-3,-6 8 1,0 0 4,0 0-2,0 0-3,0 0 2,0 0 4,0 0 0,0 0-11,0 0 9,0 0 4,0 0-3,0 0-5,0 0 0,0 0 4,0 0-2,0 0-2,0 0-1,0 0-1,0 0 2,0 0 2,0 0 0,0 0-5,0 0 5,0 0 1,0 0 0,0 0-8,0 0 7,0 0-2,0 0 1,0 0-8,0 0 5,0 0-7,0 0 0,0 0 7,0 0 6,0 0-3,0 0 0,0 0 4,0 0 1,0 0-5,0 0-1,0 0 5,0 0-1,0 0-2,0 0 0,0 0-9,0 0 7,0 0 0,0 0 0,0 0-13,0 0 6,0 0-7,0 0-1,0 0-5,0 0-6,0 0-10,0 0-7,0 0-9,0 0-33,0 0-93,0 0 42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21:05.8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50,'0'0'70,"0"0"-36,0 0-60,0 0-28,0 0 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4:42.58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55 11 95,'0'0'83,"0"0"-5,0 0-8,0 0-10,0 0-8,0 0 1,0 0-8,0 0 4,0 0-12,0 0-6,-14-7 5,14 7-2,0 0-1,0 0-8,0 0-4,0 0 2,-15 3 0,15-3 3,0 0-5,0 0 11,0 0-13,0 0 28,-10 4-6,10-4-8,0 0 9,0 0-9,0 0 1,0 0 6,0 0 6,0 0-1,0 0-4,0 0 7,-16 1-3,16-1 0,0 0 1,0 0 0,0 0 3,0 0 1,0 0 1,0 0 3,0 0 2,0 0 2,0 0-6,0 0 4,0 0 1,0 0-1,0 0-6,0 0-1,0 0-3,0 0 1,0 0-2,0 0-3,0 0-3,0 0 0,0 0-2,0 0-1,0 0-1,0 0-7,0 0 2,0 0 8,0 0-6,0 0 0,0 0 0,0 0 4,0 0-4,0 0 2,0 0-4,0 0 2,0 0-5,0 0 3,0 0-4,0 0 1,0 0-6,0 0 1,0 0 1,0 0-1,0 0 1,0 0-4,0 0-1,0 0 1,0 0-3,0 0 5,0 0-1,0 0-1,0 0 1,0 0 2,0 0 8,0 0 10,0 0 5,0 0-1,0 0-3,0 0-1,0 0 1,0 0-7,0 0 3,0 0 3,0 0-3,0 0-7,0 0 0,0 0 0,29-12-8,-29 12 1,0 0-3,0 0-2,0 0 0,11-5 1,-11 5 1,0 0 3,0 0-4,0 0-5,0 0 9,0 0 3,0 0-7,0 0 5,0 0-6,0 0 8,0 0 2,0 0 2,0 0-13,0 0-6,0 0 15,0 0-9,0 0 5,0 0-3,0 0 5,0 0-4,0 0 1,0 0-1,0 0 3,0 0-2,0 0-7,0 0 8,0 0-2,0 0-3,0 0-1,0 0 4,0 0 12,0 0-8,0 0-10,0 0 5,0 0 10,0 0 0,0 0 1,0 0 3,0 0-4,0 0 3,0 0 3,0 0-6,0 0 2,0 0-1,0 0-1,0 0 2,0 0 8,0 0-8,0 0-4,0 0 0,0 0-2,0 0-2,0 0 0,0 0 1,0 0-4,0 0 2,0 0-5,0 0-2,0 0 7,0 0-12,0 0 4,0 0 0,0 0-3,0 0-7,0 0 4,0 0-1,0 0 3,0 0 5,0 0-7,0 0 1,0 0 0,0 0-1,0 0-5,0 0 9,0 0-1,0 0-4,0 0 2,0 0 1,0 0 3,0 0-1,0 0 1,0 0 0,0 0-5,0 0 7,0 0 0,0 0-4,0 0 8,0 0-1,0 0-8,0 0 3,0 0 3,0 0 4,0 0-2,0 0-1,0 0-3,0 0 1,0 0-3,0 0 0,0 0 1,0 0-1,0 0-4,0 0 7,0 0-5,0 0 2,0 0-2,0 0-1,0 0 0,0 0 5,0 0-3,0 0 0,0 0 2,0 0-3,0 0 1,0 0 0,0 0 4,0 0-6,0 0 2,0 0 1,0 0 3,0 0-8,0 0 1,0 0 3,0 0-5,0 0 5,0 0 0,0 0-3,0 0-8,0 0 6,0 0 0,0 0-1,0 0 0,0 0-1,0 0 1,0 0-2,0 0 0,0 0 0,0 0-2,0 0 0,0 0 2,0 0 0,0 0-3,0 0 2,0 0-2,0 0 1,0 0-1,0 0 1,0 0-2,0 0-3,0 0 5,0 0-2,0 0 2,0 0-4,0 0 3,0 0-2,0 0 0,0 0 1,0 0 1,0 0-4,0 0 4,0 0 0,0 0-2,0 0 2,0 0-4,0 0 5,0 0-5,0 0 4,0 0 1,0 0-3,0 0 1,0 0 1,0 0 1,0 0-2,0 0 0,0 0 0,0 0 0,0 0-1,0 0 0,0 0 4,0 0-2,0 0 0,0 0 0,0 0 0,0 0-2,0 0 3,0 0-5,0 0 3,0 0 1,0 0-2,0 0 3,0 0-2,0 0 1,0 0-6,0 0 6,0 0 0,0 0-4,0 0 5,0 0-3,0 0 1,0 0 3,0 0-4,0 0-1,0 0 3,0 0-2,0 0-1,0 0 1,0 0 4,0 0-2,0 0 3,0 0-5,0 0-3,0 0 3,0 0-2,0 0 3,0 0 0,0 0 1,0 0 0,0 0 1,0 0-4,0 0 1,0 0 0,0 0-2,0 0 4,0 0 0,0 0-2,0 0 1,0 0 1,0 0-3,0 0 1,0 0-2,0 0 2,0 0-4,0 0 5,0 0 2,0 0-4,0 0-3,0 0 2,0 0 3,0 0-4,0 0 2,0 0-1,0 0 2,0 0 0,0 0 2,0 0 4,-3 27-1,3-27-3,3 13-2,-3-13 7,1 13-5,-1-13 0,0 15-5,0-15 8,2 12-2,-2-12-2,-2 14 2,2-14-3,0 12 0,0-12 1,2 12 1,-2-12 0,0 14-1,0-14 2,6 13-1,-6-13 3,-3 13-5,3-13 1,3 11 1,-3-11 0,0 12-1,0-12 1,0 12 0,0-12 0,0 11-1,0-11 1,3 12 2,-3-12-2,0 0-2,-3 18 5,3-18-3,0 12-1,0-12 2,0 13 1,0-13-2,0 13 2,0-13-4,0 11 4,0-11-3,0 13 0,0-13-2,0 11 4,0-11-1,0 13-1,0-13 4,0 0-2,0 15-2,0-15 2,0 11 0,0-11-1,0 13 0,0-13-2,0 0-3,0 14 3,0-14 2,3 12 2,-3-12 0,1 11-2,-1-11 1,0 0-1,0 15 0,0-15-1,0 14 1,0-14 1,2 12-2,-2-12 1,0 13 1,0-13-1,0 14 0,0-14-1,0 14 1,0-14 0,0 12 0,1-3-1,-1-9 1,0 14-1,0-14 2,0 14-4,0-14 2,0 15 0,0-15 2,0 13-4,0-13 3,2 15 1,-2-15-2,0 13 1,0-13-2,0 14 4,0-14-5,0 19 4,5-13-1,-5-6 2,0 16-2,0-16 0,0 0-2,-5 15 4,5-15-2,0 13 1,0-13-3,5 14-3,-5-14 7,0 13-3,0-13 1,0 11-1,0-11 2,0 0 1,0 23-2,0-16-1,0-7 2,0 19-1,0-12 0,0-7 0,0 13 1,0-13 0,6 15-1,-6-15-2,0 12 3,0-12 0,0 0-1,-3 15 0,3-15-4,0 15 6,0-15-1,3 13-2,-3-13 1,0 12 0,0-12-1,0 14 2,0-14-4,0 14 6,0-14 1,0 17-2,0-7 2,0-10-2,0 18 1,0-11-1,3 4-3,-3 3-1,0-14 6,0 19-2,0-9-4,0-10 9,0 15-4,0-6-2,0-9 4,0 15-2,0-7 0,0-8 0,3 12-1,-3-12-1,0 13 1,0-13 1,0 11-5,0-11 4,0 0-4,0 14 5,0-14-1,0 0-2,0 14 1,0-14-1,1 11 1,-1-11 1,0 0 1,-1 18-3,1-18-1,1 9 1,-1-9 1,0 0-2,-1 13 2,1-13-3,0 0 3,0 0-1,-3 14 0,3-14 0,0 0-1,0 0 3,3 9 3,-3-9-5,0 0 2,0 0-2,0 0 2,0 0-1,0 0-1,0 0 0,0 0 3,0 0-2,0 0 3,-3 13-4,3-13 0,0 0 4,0 0-2,0 0 0,0 0 1,0 0 2,0 0 1,0 0 0,0 0 1,0 0-1,0 0 1,0 0 4,0 0-4,0 0 5,0 0 4,0 0 1,0 0 1,0 0 1,0 0 1,0 0 0,0 0 0,0 0 2,0 0-1,0 0-5,0 0-1,0 0 0,0 0-3,0 0-2,0 0-2,0-41 0,0 32 0,0 9-1,0-21 0,0 12-4,0-6 6,0 1-9,0 14 0,0-26 0,0 8-3,0 1-4,0 2-1,-3-3-2,3-1 1,0-3-6,0 5-12,0-2 0,-3-4-2,0 5 5,3 1 1,0-7 2,0 5 1,0 1 2,0 1 0,-5 0 4,5 3 4,0-1 3,0 15-2,0-23-1,0 9 2,0 5 1,0 9-1,-2-19 3,1 9 0,1 10 0,-2-22 0,4 12 2,-2 10-1,0-21-2,0 8 0,0 1-6,-2-1 4,2 13 0,0-25-4,-4 12 7,4 3-4,0-3-2,0 13-7,0-26-4,0 17 5,0-6 3,0 3-1,0-4-4,0 0 0,0 6 4,0 10 0,0-20 2,0 8 2,0 12-3,0-17 3,0 6 0,0 11-1,-3-17 1,3 17 5,-3-17 2,3 17-6,-2-11 2,2 11-2,5-17 3,-5 17-3,-3-11 5,3 11-3,0 0 2,3-17 0,-3 17-1,0 0 4,-3-16-5,3 16 2,0 0 5,0 0-1,3-13-1,-3 13-2,0 0 0,0 0 3,0 0 0,0 0-2,0 0 2,-3-12-1,3 12 3,0 0 0,0 0-2,0 0 0,0 0-2,0-14 8,0 14-7,0 0 4,0 0 0,0 0-4,0-14 3,0 14-6,0 0 6,0 0 1,0 0-10,0 0 7,-2-16 1,2 16-1,0 0 1,0 0-1,2-14 2,-2 14 2,0 0 4,0 0-6,0-11-1,0 11-1,0 0 2,0 0 0,0 0-1,0 0-3,0 0 3,0 0 0,0 0-1,-3-14 4,3 14-3,0 0 2,0 0 1,0 0-1,0 0 0,0 0-1,0 0-1,0 0 2,-3-14-2,3 14 2,0 0-4,0 0 1,0 0 2,0 0-8,0 0 6,0 0 1,0 0 0,0 0 3,0 0-6,0 0-1,0 0 1,0 0-2,0 0-1,0 0-1,0 0-7,0 0-1,0 0-5,0 0 5,0 0-2,0 0-4,0 0-2,0 0-4,0 0 0,0 0 2,0 0 2,0 0 2,0 0 2,0 0 13,3 52-7,-3-35-1,3 6 1,-3 2 2,3 2 9,-3 0-8,3 2-1,-3 8 4,0-2 1,0-7 3,0 1-4,3-1 2,-2-3-1,1 2 3,-2-2 8,0-9-6,0 7-1,1 1-5,-1-7 3,0 1 3,0-3 2,2 3 0,3-1-1,-5 2 1,0-5-4,0 6 3,0-4 3,3 0 0,-3-5 1,0 2-5,0-2-1,0 2 0,3-4 1,-3-9-1,0 20 6,0-12-1,0-8-2,0 16 0,0-16-2,0 17 6,0-9-4,0-8 1,0 19-3,3-9 0,-3-10 3,0 18-2,0-18 5,0 19 8,0-6-1,3 0-5,-6-2 2,3-11-1,0 22-1,0-13 1,3-1-2,-3-8-2,-3 17 2,3-17 1,3 12-3,-3-12-1,1 13 0,-1-13 1,0 15 0,0-15 1,0 0 0,0 11 0,0-11-1,0 0-2,0 0 0,0 0 0,0 11 0,0-11-1,0 0 2,0 0-1,0 0-2,0 0 3,0 0-5,0 0 6,0 0-3,0 0-2,0 0 1,0 0 0,0 0-3,0 0 5,0 15 0,0-15-1,0 0 1,0 0-3,0 0 1,0 13 3,0-13 2,0 0-4,0 12 1,0-12-1,0 0-5,2 11 4,-2-11-3,0 0 4,4 10 3,-4-10-9,0 0 6,0 0 6,0 0-4,0 15 0,0-15-3,0 0 4,0 0-3,0 0-1,0 0 2,0 0-4,0 0 2,0 0 4,0 0-1,0 0-1,0 0-4,0 9 2,0-9 1,0 0 2,0 0-2,0 0 2,0 0-4,0 0 3,0 0-5,0 0 12,3 13-8,-3-13 0,0 0 7,0 0-6,0 0-3,0 0 2,0 0 0,0 0-2,0 0 11,0 0-9,0 0 0,0 0 7,0 0 1,0 0 3,0 0 0,0 0 4,0 0-5,0 0 2,0 0 5,0 0-3,0 0 2,0 0-1,0 0 2,0 0 0,0 0 3,0 0 1,0 0 2,0 0-4,0 0-3,0 0-2,0 0-3,0 0-2,0 0 1,0 0-11,0 0-13,0 0-11,0 0-30,0 0-29,0 0-54,17-26-82,-17 26-92,0-9-73,0 9 40,0 0 39,0 0 39,-14-34-41,-8 22-218,-9 1-571,-1-2 253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02.04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65 32 5,'0'0'9,"0"0"1,0 0 0,0 0 3,0 0 1,0 0 3,0 0-3,0 0 5,0 0-5,0 0 5,0 0-3,0 0 7,0 0-4,0 0 2,0 0 4,0 0-4,0 0 5,0 0 3,0 0-5,0 0 2,0 0 0,0 0 0,0 0 0,0 0-6,0 0-2,0 0 1,0 0 4,0 0-3,0 0-2,0 0 4,0 0-1,0 0-7,0 0 4,0 0 4,0 0-5,0 0 0,0 0-2,0 0 3,0 0-7,0 0 1,0 0 10,0 0-8,-19 2 3,19-2-4,0 0 3,0 0-1,-14-2-2,14 2-1,0 0 4,0 0-5,0 0 2,0 0-4,0 0 4,0 0-8,0 0 8,-14-2-2,14 2-4,0 0 9,0 0 1,0 0-4,0 0 20,0 0-15,0 0-6,0 0 6,0 0 0,0 0 3,0 0-10,0 0 6,0 0-5,0 0 6,0 0-8,0 0 1,0 0 2,0 0-3,0 0 7,0 0-7,0 0-2,0 0-2,0 0 5,0 0-7,0 0 7,0 0-6,0 0 4,0 0-11,0 0 12,0 0-6,0 0-4,0 0 5,0 0-1,-18 0 4,18 0-9,0 0 1,0 0 0,0 0-2,0 0 1,0 0-4,0 0 11,0 0-2,0 0 2,0 0 3,0 0 1,0 0 3,0 0-7,0 0 2,0 0 9,0 0-14,0 0 5,0 0-3,0 0 10,0 0-4,0 0 13,0 0-6,0 0-3,0 0 6,0 0-1,0 0 3,0 0 1,0 0-6,0 0 2,0 0-1,0 0-1,0 0 2,0 0-7,0 0 1,0 0 5,0 0-2,0 0-5,0 0-1,0 0 4,0 0-2,0 0-1,0 0-3,0 0-1,0 0 2,0 0-5,0 0 2,0 0 0,0 0-5,0 0 1,0 0-6,0 0 5,0 0-8,0 0-2,0 0 5,0 0-3,0 0 1,0 0-6,0 0 2,0 0 1,0 0-1,0 0-1,0 0 3,0 0 5,0 0-7,0 0 5,0 0 0,0 0 1,0 0-2,0 0 1,0 0-2,0 0 3,0 0 0,0 0 3,0 0-4,0 0 3,0 0-2,0 0 8,0 0-5,0 0 2,0 0-3,0 0 1,0 0-3,0 0 4,0 0-1,0 0 6,0 0-7,0 0 1,0 0-2,0 0-2,0 0 10,0 0-6,0 0-3,0 0 4,0 0-6,0 0 1,0 0 0,0 0 11,0 0-12,0 0 11,0 0-7,0 0 1,0 0-6,0 0 10,0 0 0,0 0-6,0 0-3,0 0 2,0 0-2,0 0 4,0 0 1,0 0-6,0 0-14,0 0 25,0 0-1,0 0-3,0 0-3,0 0 12,0 0-10,0 0 8,0 0-10,0 0-5,0 0 4,0 0-1,0 0 1,0 0-2,0 0-7,46-2 16,-46 2 3,0 0-10,0 0 3,0 0-4,0 0 0,0 0 0,6 6 5,-6-6-3,0 0-5,0 0 8,0 0-8,0 0 10,0 0-3,0 0-3,0 0-9,19-4 9,-19 4 1,0 0-6,0 0 8,9 2-3,-9-2-2,0 0 5,0 0-4,0 0 6,0 0-6,19-4 6,-19 4 0,0 0 0,0 0-5,0 0 12,15 0-13,-15 0 2,0 0 2,0 0 0,0 0 0,0 0 0,16 0-5,-16 0 4,0 0-5,0 0-2,17 0 5,-17 0 5,0 0 2,0 0-9,0 0 7,14 2-8,-14-2 3,0 0 3,0 0 1,12-3-8,-12 3 0,0 0 7,0 0-1,0 0 0,0 0-1,13 1 2,-13-1-3,0 0-8,0 0 15,0 0-10,0 0 10,0 0-5,14 0 12,-14 0-17,0 0 6,0 0 0,0 0-1,0 0-1,17-1-3,-17 1 5,0 0-5,0 0 7,0 0-2,0 0 4,15 0-7,-15 0 6,0 0-2,0 0-6,0 0 10,14 0-5,-14 0-7,0 0 8,0 0 0,0 0 1,13-3-7,-13 3 5,0 0-3,0 0 3,0 0 4,11 3-2,-11-3-9,0 0 8,0 0 1,15 0-6,-15 0 3,0 0 5,0 0-4,0 0-1,17 0-2,-17 0 6,0 0-5,13-1 3,-13 1 2,0 0 5,20 1-7,-20-1 2,9 0-6,-9 0-5,0 0 8,20-3 3,-20 3-3,13 2 3,-13-2-1,14 0 5,-14 0-4,17 1 0,-17-1-3,10-3-11,-10 3 7,0 0 2,18 0 4,-18 0 0,14-2 3,-14 2-7,14 2 9,-14-2-2,0 0-3,13-2-1,-13 2-5,0 0 4,18 0-2,-18 0 8,14-1-7,-14 1 1,14 0 5,-14 0-1,13 1 0,-13-1-3,16-1-2,-16 1 1,13-2-1,-13 2 9,14 2-11,-14-2-2,20-2 6,-20 2-2,13 0 1,-1-2-1,-12 2-1,14-2 1,-14 2-9,14 0 6,-14 0-6,0 0 12,19 0-2,-19 0 0,0 0-3,17 0 3,-17 0-1,0 0-2,0 0 3,17 0-5,-17 0 7,0 0-9,0 0 4,0 0-1,15 0-5,-15 0 6,0 0 2,0 0-2,13 2 1,-13-2-3,0 0 4,14 0-1,-14 0 1,0 0-1,0 0 0,14-2 3,-14 2-3,0 0 4,18 0-5,-18 0 4,0 0-1,13 2-4,-13-2 1,0 0 4,0 0-9,14-2 9,-14 2-11,0 0 2,12-4 8,-12 4 0,0 0-3,0 0 3,17 0-2,-17 0 4,0 0-5,20 0 3,-20 0-4,13-1 3,-13 1-3,14 0 4,-14 0 1,20 0-1,-11-2 0,-9 2 2,16 2-6,-16-2 11,17 0-5,-17 0-8,14 0 4,-2 0-4,-12 0 5,0 0-5,19-2-1,-19 2 6,11-3-3,-11 3-1,0 0 1,14 0-3,-14 0 2,0 0 0,0 0-4,0 0 5,0 0-4,15 0 4,-15 0-4,0 0 5,0 0-3,0 0 18,0 0-18,0 0 5,0 0 0,10-1 1,-10 1-1,0 0 0,0 0 1,0 0-2,0 0-4,0 0 7,0 0-4,0 0 3,0 0-13,11 4 7,-11-4-8,0 0 2,0 0 9,0 0-1,15-4 10,-15 4-11,0 0 2,0 0-2,14 0 0,-14 0 9,0 0 6,19 0-2,-19 0-8,0 0-1,14 0 5,-14 0 1,12 1-3,-12-1 2,0 0-1,0 0 2,14 0-10,-14 0 8,0 0 2,17-1-6,-17 1-3,0 0 9,13 0-7,-13 0 0,0 0 4,0 0-1,14-2-2,-14 2 5,0 0-7,0 0 0,0 0 2,0 0 0,15 0-3,-15 0 8,0 0-10,0 0 7,0 0-1,0 0 6,0 0-12,0 0 4,0 0 5,0 0 1,0 0 6,0 0-5,0 0-4,0 0 9,0 0-10,0 0 6,0 0-9,0 0 3,8-4 1,-8 4-1,0 0-4,0 0 9,0 0-10,0 0 4,0 0 1,0 0 1,0 0 5,0 0-6,0 0 3,0 0 11,0 0-7,0 0 6,0 0-5,0 0-2,0 0-7,0 0 2,16 4 2,-16-4 5,0 0-2,0 0 4,0 0-6,0 0 3,0 0-7,0 0-5,0 0-3,0 0 11,0 0 0,0 0-3,0 0 0,0 0-4,0 0 7,0 0-4,0 0 3,0 0-9,0 0 4,0 0-2,12-2 5,-12 2-2,0 0-9,0 0 16,0 0-5,0 0 6,0 0 0,0 0-5,0 0-3,0 0 2,0 0-1,0 0 3,0 0-2,14-2-1,-14 2 0,0 0 7,0 0-4,0 0 7,0 0-1,0 0-1,0 0-7,0 0 6,0 0-6,0 0-4,0 0 8,0 0 4,0 0 1,0 0-5,0 0 6,0 0-9,0 0 6,0 0-4,0 0 15,0 0-17,0 0-3,0 0 5,0 0-3,0 0 3,0 0-2,0 0-1,0 0 2,0 0-2,0 0 1,0 0-4,0 0-1,0 0 9,0 0-5,0 0 2,0 0 1,0 0-1,0 0 2,0 0-2,0 0-1,0 0 1,0 0 1,0 0 1,0 0 5,0 0-7,0 0 2,0 0-2,0 0 1,0 0 3,0 0-1,0 0 6,0 0-14,0 0 6,0 0-6,0 0 4,0 0-4,0 0 2,0 0-2,0 0-1,0 0 2,0 0 4,0 0 0,0 0-2,0 0-2,0 0 0,0 0 1,0 0-4,0 0 1,0 0 1,0 0-3,0 0 3,0 0 4,0 0-4,0 0 3,0 0-5,0 0 4,0 0-3,0 0-2,0 0 13,0 0-12,0 0 3,0 0-5,0 0 1,0 0 4,0 0-5,0 0 5,0 0 3,0 0-1,0 0-3,0 0-5,0 0 2,0 0 3,0 0-6,0 0 3,0 0-5,0 0 10,0 0-3,0 0 2,0 0-1,0 0 1,0 0-1,0 0-4,0 0 2,0 0 7,0 0 0,0 0-11,0 0 6,14 0-2,-14 0-1,0 0 2,0 0 4,0 0-3,0 0 4,0 0-7,0 0 5,0 0 0,0 0-1,0 0 1,0 0-5,0 0 2,0 0 0,0 0 1,0 0-2,0 0 3,0 0-9,0 0 8,0 0 2,12 4-1,-12-4 3,0 0-2,0 0-1,0 0 7,0 0-5,0 0 5,0 0 10,0 0-7,0 0-7,0 0 6,0 0 2,0 0-6,0 0 0,0 0 8,0 0-6,0 0 2,0 0-3,0 0 2,0 0 0,0 0-4,0 0 9,0 0-15,0 0 3,0 0-1,-43-4-3,43 4 7,-16 0-5,16 0-3,-23 0-2,12 2-4,11-2 10,-25 0-2,8 0 6,0 0-8,-2 0 12,-1 2 0,0-2 3,-6 2-12,1-1 4,3-1 1,0 0 4,2 3-10,-6-1-1,7-4 4,-7 2 3,6 0-3,3 2 5,-4-1-9,-2-1 3,7 0 2,-7-1-6,3 2-21,4-1-11,-4 2 1,0-2-15,4 0-9,-4 0-16,0 0-24,-5 0-80,5 0-196,-7 0 88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15.2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245 53 32,'0'0'116,"0"0"-5,0 0-1,0 0-6,0 0-4,0 0-7,0 0-5,0 0-5,0 0-4,-9-5-1,9 5-4,0 0-8,0 0-1,0 0-3,0 0-7,0 0-8,0 0-2,0 0-3,0 0-4,0 0-1,0 0-8,0 0 6,0 0-10,0 0-4,0 0-1,0 0-2,0 0-4,0 0 5,0 0-7,0 0 1,0 0 0,-14-3-3,14 3 7,0 0-7,0 0 1,0 0-2,0 0 1,0 0-3,0 0 2,0 0-6,0 0 1,-16 9 2,16-9-1,0 0-1,-10 7-1,10-7 3,0 0-1,-7 9-1,7-9-2,0 0 7,-6 7-7,6-7 2,0 0 6,-6 8 1,6-8 4,-6 8 0,6-8 5,-8 11-2,5-5 5,-4 3 3,-2-1-1,-2 5-3,5-2 5,-3 1-4,1 0 5,-1 3-6,-1-5-4,4 1 1,-7 0 1,6-2-6,-1 2 1,2-2-1,0-1-1,0 1-1,6-9-3,-7 9 2,7-9-5,-6 10 2,6-10 1,-8 4-2,8-4 0,0 0 0,0 0-1,-6 10-1,6-10 0,0 0 0,0 0-1,0 0 1,-12 4 0,12-4 4,0 0-4,0 0-3,0 0 2,0 0-1,0 0 4,0 0-4,0 0 2,0 0-1,0 0-1,0 0 2,0 0-4,0 0 1,13-28 3,-7 21-6,1-5 3,-1 3-1,1-4-2,5 1-3,-6-4 2,2 6 0,-1-4 0,3 0-2,-1 3-2,-2-3 4,2 2-3,-3 0-2,2 3 1,-2 1 4,-5 0 1,-1 8-4,13-11 0,-13 11 1,6-9 3,-6 9 0,4-8-1,-4 8 1,0 0-5,9-9 5,-9 9-3,0 0 1,0 0 16,8-3-18,-8 3 5,0 0-5,0 0 2,0 0-4,0 0 1,0 0 8,21 9 7,-21-9 1,10 9 4,-6-4-2,2 3-10,-6-8 8,10 12 3,-2-4 6,-2-1 1,0 1-2,1 2-2,-1-3 1,0 2-3,-1-1-1,4 1-3,-1-4 1,-2 2-2,-6-7-1,13 13 6,-7-8-5,0-2-4,-6-3 1,10 10-3,-10-10-6,7 10-10,-7-10-11,6 6-17,-6-6-12,0 0-26,0 0-24,5 9-30,-5-9-41,0 0-160,0 0-363,0 0 161</inkml:trace>
  <inkml:trace contextRef="#ctx0" brushRef="#br0" timeOffset="1281">511 35 14,'0'0'124,"0"0"-12,0 0-3,0 0 4,0 0-11,8-9 9,-8 9-5,0 0 1,0 0 3,0 0-2,6-9-5,-6 9-3,0 0-3,0 0-1,0 0-6,0 0-4,0 0-9,0 0-4,0 0-7,0 0-9,0 0-7,0 0-1,0 0-2,0 0 0,0 0-8,0 0-3,0 0-4,0 0-4,-3 37 1,3-37-7,7 12 3,-5-4-3,-2-8-3,10 13-5,-4-11 1,-6-2 2,11 7-4,-5-4-1,-6-3-3,0 0 0,17 5-4,-17-5-5,10-2 0,-10 2-2,0 0-1,17-8-1,-17 8 2,9-3-3,-9 3 2,8-8-1,-8 8 0,6-12 8,-6 12-10,3-13-1,-3 13 3,3-10 3,-3 10-2,3-15-1,-3 15 0,0-10 0,0 10 1,0 0 3,3-12 0,-3 12 5,0 0 4,0 0-1,0 0-2,0 0 1,0 0-3,1-11 5,-1 11 0,0 0 0,0 0 4,0 0-5,0 0 2,-13 30-2,8-22 7,2 7 4,0-3-1,0 4 6,-3 2 0,-2 4 4,8-4-2,-6 6 1,0 3 0,0 1-5,5 0 5,-2-2-5,0 0-4,-3-1 2,3 1-6,-2-2 0,-1 1-2,0-2 3,4-4-2,-1-1-5,0-1 3,-3 1-1,3-4 3,3-3-5,-6-1-1,5 0 1,-2 1-1,3-11-1,-6 15 1,6-8 3,0-7-3,-8 10 0,8-10-1,-6 7 10,6-7-7,0 0 4,-6 7 1,6-7 16,0 0-12,0 0 1,-17 0 1,17 0-2,0 0 1,0 0-1,0 0 2,-16-11 1,16 11-1,-9-7 4,9 7-6,-5-17 0,5 6-3,0 11-4,0-24 0,3 6 3,2-3-15,4-7-21,4-7-20,7-2-17,-3-1-22,5-5-31,3-1-64,0 2-98,1 0-168,0 0-477,1 3 212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11.9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138 173 12,'-14'5'89,"14"-5"-5,0 0-11,0 0 4,0 0-10,0 0-4,0 0 1,0 0-13,0 0 3,0 0 0,-15-1-11,15 1 0,0 0 8,0 0-14,0 0 7,0 0 2,0 0-1,0 0-3,0 0-2,0 0 7,0 0 1,0 0-7,-10-9 2,10 9 4,0 0-4,0 0 4,0 0-9,0 0 2,0 0 0,0 0-8,0 0 0,0 0 2,0 0-1,0 0 6,0 0-5,0 0-10,0 0 10,0 0-8,0 0-6,0 0 4,0 0-2,0 0-4,0 0-3,0 0 0,0 0 2,0 0-1,0 0-2,0 0-5,0 0-1,0 0 4,0 0-4,0 0 1,0 0 3,0 0-8,0 0 0,0 0-1,0 0 2,0 0 4,0 0 2,0 0 3,0 0 3,0 0 4,0 0-1,0 0 5,0 0-7,0 0 4,0 0-2,0 0 0,0 0 0,0 0-2,25 18-1,-25-18 1,11 4-6,-11-4 1,0 0-2,9 4-1,-9-4 1,11 5-2,-11-5-4,0 0 2,9 6 3,-9-6-4,0 0-4,13 3 1,-13-3 5,0 0-4,14 5 0,-14-5 0,6 3-2,-6-3 3,11 5 0,-11-5 4,9 4-9,-9-4 3,7 5 0,-7-5-3,9 8 0,-9-8 6,0 0-4,11 6-1,-11-6-1,6 5 6,-6-5 0,6 8-5,-6-8 0,0 0-2,14 5-1,-14-5 7,6 4-3,-6-4 1,10 3 1,-10-3-3,0 0-2,9 4 4,-9-4-2,11 4 0,-11-4 3,0 0-1,14 2 1,-14-2 0,0 0-4,15 2 1,-15-2 0,0 0 0,13 3 1,-13-3-2,0 0 1,14-2-2,-14 2 4,0 0-3,9 5 2,-9-5 1,0 0-2,0 0 1,0 0-3,0 0 0,0 0 4,0 0 2,0 0-2,0 0-2,0 0-5,0 0 6,0 0-5,0 0 1,0 0 4,0 0 1,0 0-2,0 0 2,14 1-4,-14-1 2,0 0 0,0 0 5,0 0-3,0 0-3,0 0 4,0 0-4,0 0-1,0 0 2,0 0-1,0 0 0,0 0 2,0 0 1,0 0 0,0 0-2,0 0-2,0 0 1,0 0-6,0 0 6,0 0 1,0 0 1,0 0 1,0 0-3,0 0-1,0-17 2,0 17-3,0 0 6,0 0-3,0 0 1,0 0 3,0 0-4,0 0 2,0 0 2,0 0-4,0 0 2,0 0 2,0 0-3,0 0 0,0 0 0,0 0-3,0 0 2,0 0 1,0 0-2,-20-11 1,20 11-2,0 0-1,0 0 0,-26 8 4,26-8 0,-16 1-4,16-1 3,-20 4 2,9-2-2,2-2 0,-4 2 2,2 2-1,11-4-1,-26 6 0,13-3 1,4-1 1,-8 3-2,6-5-2,-4 6 3,5-3 1,1 1-4,9-4 0,-14 8 0,3-1-2,2-4 6,9-3-3,-13 10 1,13-10-3,-12 5 3,12-5-4,-8 7 4,8-7-2,0 0-2,-9 8 3,9-8 0,-4 6-2,4-6 1,0 0-2,0 0 2,-13 9 2,13-9-1,-7 4-2,7-4 2,-6 7-3,6-7 6,-9 10-8,9-10-1,-11 6-3,11-6-4,-3 8-1,3-8 6,0 0-7,-7 9 3,7-9-11,0 0-3,-10 7-12,10-7-23,0 0-18,0 0-29,0 0-30,0 0-39,-3 6-134,3-6-337,0 0 150</inkml:trace>
  <inkml:trace contextRef="#ctx0" brushRef="#br0" timeOffset="1485">713 133 148,'0'0'187,"-9"-6"-13,9 6-8,0 0-11,0 0-8,0 0-6,0 0-12,0 0-11,-6-11-5,6 11-11,0 0-8,0 0-9,0 0-7,0 0-10,3-15-6,-3 15-7,0 0-2,0 0-2,9-9-6,-9 9-7,0 0 1,10-5 1,-10 5-5,14-2-2,-14 2-4,12-4-1,-12 4-4,0 0-4,17 1 0,-17-1-3,10 8 0,-10-8-2,10 13-5,-7-7 4,0 3-1,-3-9-4,0 22-1,-3-11-1,0 4 5,-1-2-5,-2 4 1,2-3-2,-5 1-6,3 0-3,-5-4-2,2 6 0,-1-6-4,2 2 0,-1 1-1,0-3 1,4-3-2,-4 1 0,3-4-3,6-5 1,-7 10 6,7-10-4,-10 6 0,10-6 7,0 0-7,-4 7 6,4-7-3,0 0 2,0 0 0,0 0 0,0 0 2,0 0-1,0 0 1,27-26 2,-18 21 1,-1-5-2,1-1 2,1 2-4,0 0 5,0-4-10,4 5 11,-8-5-2,3 2 0,-2 4 0,6-4 1,-6-2 1,-4 7-1,6-7-3,-1 4 6,1 0 0,-2 0-3,-1 3 0,1-2 2,-3 0 2,-4 8-8,12-15 4,-9 7 1,2 3 0,-5 5-4,12-13 4,-9 7-5,-3 6 3,7-11 1,-7 11-3,6-8 3,-6 8-1,0 0-2,7-8 1,-7 8 0,0 0 0,0 0 1,7-9 2,-7 9-2,0 0 2,14-6-2,-14 6 1,9-10 0,-9 10 0,9-3 4,-9 3-3,10-6-2,-10 6 0,11-7 3,-11 7 0,6-8 1,-6 8-5,11-9-1,-11 9 2,0 0 0,9-5-1,-9 5 4,0 0-2,0 0 5,6-6-2,-6 6-3,0 0 0,0 0-1,0 0-4,0 0 5,0 0 0,0 0-2,7-5-1,-7 5 3,0 0-1,0 0 1,0 0 1,0 0-1,0 0 3,0 0 4,0 0-10,0 0 5,0 0-1,0 0 0,0 0-1,0 0 0,0 0-2,0 0 0,0 0-2,0 0 4,0 0 0,-30 18 0,21-14 0,9-4 2,-11 7 1,5-3-1,6-4 4,-13 13-4,4-6 6,1 1-1,-1 2 0,2 1 4,-6 3 5,6-3 0,-2 4-1,-2 0 2,2-1-5,2 1 4,-3 2 0,3-1 0,-2-1-4,3 0 1,6-1 4,-5-3-6,5-11-1,8 21 2,-2-9-3,1-6 2,9 2 0,3-2-25,-2 1-33,3-6-50,10-2-63,-14-4-234,13 2-425,-2-2 188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22.7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92 126 85,'0'0'100,"0"0"5,0 0-17,0 0-1,0 0 0,0 0-3,0 0-15,0 0-3,6-21 4,-6 21-4,0 0 1,0 0 3,0 0-3,0 0 2,0 0-5,-4-9-3,4 9-6,0 0-5,0 0-1,0 0-2,0 0-1,-5-10-2,5 10-3,0 0-6,0 0 3,0 0 1,-3-17 3,3 17 3,0 0 0,0 0 1,0 0 3,0 0 1,0 0-2,0 0 0,0 0-2,0-11-1,0 11-3,0 0 1,0 0 0,0 0-2,0 0 1,0 0-5,0 0 1,0 0-3,0 0-3,0 0-2,0 0-4,0 0 1,0 0-2,0 0-2,0 0 0,0 0-6,0 0-2,0 0-2,0 0-1,0 0-3,0 0 1,0 0-5,0 0 0,0 0 1,0 0-1,0 0-1,0 0 3,0 0-3,0 0-2,0 0-1,-3 34-2,3-34 4,0 0-2,0 17 2,0-17-4,0 0 2,0 0 1,3 13-1,-3-13 1,0 0 9,0 0-5,11 4-6,-11-4 2,0 0 2,0 0-4,0 0 0,0 0 2,0 0 0,0 0 1,22-11 4,-22 11-2,0 0-3,6-6 1,-6 6 0,0 0-2,7-12 2,-7 12-1,0 0 1,0-13-4,0 13 4,0 0 1,0-18-1,0 18-3,-7-14 0,7 14 3,-3-14-1,3 14 0,-3-12 0,-3 5-2,6 7 0,-7-11-3,7 11 1,-8-7 1,8 7 0,0 0 5,-12-3-6,12 3 1,0 0-3,-20 3-1,20-3 2,-9 7-2,9-7 4,-7 7 0,7-7-3,-9 13 2,9-13-3,-3 8 1,3-8 0,0 0 2,-5 13-1,5-13 2,0 0-3,6 17 4,-6-17 4,6 8-6,-6-8 3,8 6-3,-1 0 1,-7-6 2,9 3 3,-9-3-6,14 3 2,-14-3 0,14 4 1,-14-4 3,9 1-3,-9-1 1,13 3-1,-13-3 1,0 0 2,0 0-3,16-3 5,-16 3 0,0 0-3,0 0 3,0 0 5,0 0 5,0 0 7,10-5-6,-10 5 3,0 0-6,3-10 0,-3 10-1,0 0 1,0 0-2,0 0 4,-6-19-4,6 19-2,0 0 0,-10-11-2,10 11 1,-10-8 0,10 8-4,-10-6 1,10 6-4,-9-7 5,9 7-5,-9-5 3,9 5-2,0 0 0,0 0 0,-15 0-1,15 0-2,0 0 0,0 0 1,-13 10 2,13-10-5,-3 11 1,3-11 0,-4 12-1,4-12 1,0 15-1,0-15 2,1 13-3,-1-13 4,5 15 0,-5-15-2,1 10 0,-1-10 1,8 7 0,-8-7 4,9 3 1,-9-3-3,0 0-1,17 0 4,-17 0-2,0 0-3,19-5 3,-19 5-2,9-3 1,-9 3 4,0 0 0,13-7-2,-13 7 5,7-7-6,-7 7 0,0 0 1,3-13-3,-3 13 1,0 0 2,0-12-5,0 12 3,0 0 0,-9-14-2,9 14 0,-7-5-1,7 5-1,-13-5 1,13 5 0,-12-4 0,12 4 1,0 0-1,-21-1-1,21 1 2,0 0-3,-12 1 3,12-1-2,0 0-1,0 0-1,-12 7 7,12-7-6,0 0 1,-6 9-1,6-9-2,0 0 1,1 14 4,-1-14-4,0 0 3,6 12 1,-6-12-2,0 0 2,11 8-1,-11-8 2,6 6 1,-6-6-3,0 0 8,15 4-7,-15-4 3,0 0 1,8 2-3,-8-2 0,0 0 2,0 0 2,12 1-1,-12-1 5,0 0-2,0 0-2,0 0-2,0 0 3,0 0-1,0 0-2,3-18 2,-3 18 1,0 0 1,0 0-1,0 0 1,-11-18 3,11 18-4,-10-8-2,10 8 0,-14-5 0,14 5 1,-13-2-1,13 2 0,0 0 0,-23 4 7,23-4-5,-17 3 1,17-3-4,-13 3 1,13-3-1,0 0-3,-13 5 0,13-5 2,0 0-4,-7 6 2,7-6-1,0 0-1,0 0-1,0 0 4,0 0-1,0 0 1,0 0 1,17 16 3,-17-16-2,13 0-1,-13 0 3,0 0-1,24-5-2,-15 1 0,-9 4 6,16-5-3,-16 5-4,10-3 3,-10 3-1,9-4 3,-9 4 2,0 0 1,8-6 5,-8 6 3,0 0-3,0 0 0,0 0-5,7-8 1,-7 8-1,0 0-1,0 0-2,0 0-1,0 0 0,-27-9 0,27 9 0,0 0-1,-17 2 2,17-2 4,0 0 1,0 0-1,-15 0-5,15 0 1,0 0-5,0 0-2,0 0 2,0 0 4,0 0-1,-9 5 3,9-5-3,0 0-4,0 0 1,0 0 5,0 0-2,21 13-1,-21-13 3,17 2-7,-17-2 1,0 0 2,11 3-7,-11-3-22,0 0-35,0 0-44,0 0-39,0 0-83,-11 19-286,-3-10-556,-1 0 247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31.3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217 11 99,'0'0'139,"0"0"-15,0 0-10,0 0-2,0 0-5,0 0-6,-6-6-2,6 6-7,0 0-4,0 0-1,0 0-5,0 0-3,0 0-7,0 0-3,0 0-5,0 0-4,0 0 2,0 0-3,-10-6-3,10 6-1,0 0-6,0 0-7,0 0 1,0 0-7,0 0-3,0 0-3,-18 0-3,18 0 0,0 0-4,0 0 1,-19 9 1,13-6-7,6-3 3,-10 8-4,10-8 3,-7 9 2,7-9-2,-6 10 3,0-3-1,6-7 4,-6 13-2,6-13-1,-2 10 0,2-10-2,0 0 0,0 16-4,0-16 0,0 0 0,8 13-3,-8-13 2,9 8-2,-9-8 0,14 2 1,-14-2-3,10 0-3,-10 0-3,15 3 0,-15-3-14,14 0-3,-14 0-2,0 0 7,0 0-3,16-3 3,-16 3-1,0 0-1,8-5 3,-8 5 4,0 0-2,3-11 0,-3 11 1,0 0-2,0 0 2,-3-18 5,3 18 0,0 0 9,-11-13-3,5 7-3,6 6-1,-10-11 1,2 6 10,8 5 1,-12-5-3,12 5-1,-16-5 0,16 5-1,-14-1 1,14 1-1,-11-5-2,11 5-3,0 0 2,0 0-4,-18 5 3,18-5-2,-7 4-2,7-4 1,-6 8-1,6-8-1,0 0 1,0 17 4,0-17-5,0 12 0,0-12 2,6 12-2,-6-12-2,6 10 6,-6-10-4,7 6 1,-7-6 1,6 6 1,-6-6-1,0 0 1,14 3-1,-14-3 3,0 0-3,13-2 2,-13 2 0,0 0-1,14-9-2,-8 5-1,-6 4 1,9-10 1,-9 10 1,5-9-1,-5 9 3,3-11-3,-3 11-1,0 0-1,0-13 2,0 13-4,0 0 1,-11-11-2,2 6 3,9 5-3,-17-3 0,7 2 2,-5 1 1,0 2-3,-2 0-2,2-2 0,6 3 1,-5-1-1,4 1 0,10-3 0,-17 8 2,17-8-1,-14 4 3,5 1 0,9-5 0,-3 10 0,3-10-1,0 0 1,3 14 2,-3-14-1,0 0 3,11 11-2,-2-10 2,-9-1 0,14 2-2,-14-2 1,12 0 6,-12 0-8,0 0 2,15-2 1,-15 2 2,0 0-1,0 0-11,0 0-11,0 0-13,0 0-5,0 0-15,0 0-31,0 0-33,0 0-55,0 0-254,-41-5-454,21 9 201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34.8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6,'0'0'123,"0"0"-8,0 0-3,0 0-1,0 0-12,0 0-7,0 0-6,0 0-14,0 0-10,0 0-11,0 0-18,0 0-21,0 0-23,0 0-17,0 0-43,0 0-73,0 0-156,0 0 69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28.85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154 68 68,'0'0'115,"0"0"-2,0 0-6,0 0-14,0 0-8,0 0-3,0 0-8,0 0-1,0 0-8,0 0-3,0 0 3,0 0-5,0 0 4,0 0-8,0 0-8,0 0 4,0 0 1,0 0 2,0 0-4,0 0 2,0 0-7,0 0-3,0 0-2,0 0 0,0 0-5,0 0-5,0 0-1,0 0-7,0 0-6,0 0 0,0 0 11,0 0 10,0 0 2,-19 23-7,19-23 4,-2 10-3,2-10 0,-1 13-4,1-13-2,0 0-4,-3 13-1,3-13-8,0 11 3,0-11-4,0 0 0,0 0-1,0 15-4,0-15 0,0 0 0,0 0 3,6 6-1,-6-6-1,0 0 3,0 0-3,0 0 2,0 0 2,13 5 0,-13-5 2,0 0-3,0 0-6,0 0 6,0 0-1,17-15 0,-17 15-1,0 0-2,6-11 1,-6 11-3,0-13-2,0 13 3,0-17 1,0 17-5,-3-14 0,3 14 2,-3-19-5,0 10 5,-3 0-1,6 9-1,-8-17-1,5 6 2,3 11-2,-12-11 2,5 7 1,7 4-3,-9-8 8,9 8 3,-8-3-5,8 3 1,-14-3 1,14 3-1,0 0-3,-12 8 4,12-8-3,-7 12 2,4-4-3,3-8 1,-3 18 0,3-7-2,0-11 1,0 22-1,3-11 2,0-2-2,-3-9 2,7 17-1,-1-10 1,0-1-1,2-1-1,-2 1 4,0 1-4,-6-7 3,18 4-2,-9-4 1,-9 0-1,20-2 7,-20 2-8,14-6 0,-5 3 0,-9 3 2,13-9-4,-7 3 2,-6 6-3,6-13 3,-1 5-2,-5 8 2,6-14-2,-6 14-1,0-16 2,0 16-3,-6-19 2,1 10-4,-1-1 0,0 2 3,6 8-2,-10-16 1,4 12-5,6 4 9,-17-7-6,11 4-1,6 3-3,0 0 0,-26 7 0,16-4 4,4 5 2,1 3-3,-4-4-1,3 1 2,4 1 1,-4 1 1,6 0-2,0-10 0,0 20 3,6-14-2,-6-6-1,5 11 2,1-5-2,-6-6 6,9 7-7,-9-7 4,14 0-2,-14 0 2,0 0 1,0 0 2,22-9-3,-22 9 1,0-13-4,0 13 4,0-13-4,0 13 3,-3-15-1,3 15-1,-9-13 0,3 4 1,6 9 2,-10-11-4,2 6 2,8 5 1,-15-5-3,15 5-2,-23 0 0,23 0-8,-21 3-22,12 4-27,-2 2-42,-2 1-48,7-3-80,0 0-163,6-7-425,-11 17 189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41.34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133 8 18,'0'0'103,"0"0"-5,0 0-17,0 0-1,0 0-5,0 0-12,0 0-8,0 0-3,0 0 7,0 0-9,0 0-1,0 0 7,0 0-6,0 0-1,-18 1-1,18-1 2,0 0-3,0 0 3,0 0-4,0 0 4,0 0-2,0 0 1,0 0-6,0 0 3,0 0-4,0 0-3,0 0 0,0 0-3,0 0-3,0 0-3,0 0-3,0 0-1,0 0-3,0 0-2,0 0 4,0 0-5,0 0 6,0 0-4,0 0 3,0 0-2,0 0 6,0 0 4,0 0 2,0 0 1,0 0-2,0 0 0,0 0-4,0 0 0,0 0-2,0 0 1,0 0-4,0 0 0,0 0-2,0 0 0,0 0-5,0 0 1,0 0 0,-8-6-3,8 6 2,0 0 2,0 0-9,0 0 0,0 0 4,0 0-2,-16-3-3,16 3 1,0 0 5,0 0 0,-15 0 4,15 0 1,0 0 1,0 0 3,0 0-8,0 0 0,-14 4 3,14-4-3,0 0-2,0 0-3,0 0-3,0 0 4,0 0-4,0 0 1,-8 7-1,8-7-4,0 0 8,-9 9 0,9-9 2,0 11 5,0-11-5,-3 13 1,0-6 1,3-7 0,-4 16-1,1-7-4,3-9 0,0 18-2,0-10-4,0-8 2,0 15-1,0-15 1,0 11-2,0-11 2,3 11-5,-3-11 4,0 0 1,4 11-5,-4-11 1,0 0 2,9 3-1,-9-3-2,0 0 7,0 0-6,20-7-1,-20 7 0,14-7 0,-8 0 0,-6 7 4,10-10-6,-4 5 2,-6 5 0,11-13 1,-8 8 0,-3 5-1,3-17 0,-3 17-6,0-13 1,0 13 2,0 0 0,-6-18 1,6 18-3,-2-14 1,-4 8 0,6 6 1,-6-13-3,6 13 2,-13-9-1,13 9 0,-12-5-3,12 5 3,-14-4 1,14 4-2,0 0-1,-17 0 3,17 0-1,0 0 1,-13 4 0,13-4 0,-12 2-4,12-2 7,0 0-1,-8 10 0,2-3 2,6-7-3,-3 13 2,3-13-3,-3 10 0,3-10 2,0 0-1,6 19-2,-6-19 4,6 11 0,-3-6-1,-3-5 3,11 11-3,-5-8-1,-6-3 4,16 4-1,-5-3-1,-11-1 3,17 2-5,-17-2 5,12 0-1,-12 0 4,0 0-5,13-3-1,-13 3 2,12-5-1,-12 5 3,8-4 0,-8 4-1,0 0-2,6-13 3,-6 13-1,0 0-2,0-17 1,0 17-3,0 0 2,-12-16 2,12 16 0,-8-12-4,2 6 1,6 6 2,-13-8 1,7 3 1,6 5-3,-8-5 0,8 5 2,0 0-5,-15-2 0,15 2 0,0 0 1,0 0 0,-14 10-3,14-10 2,-6 10-2,6-10 2,0 13 2,0-13-4,0 0 4,6 18-2,-6-18 0,9 10-3,-4-6 7,-5-4-4,9 5 3,2-2-1,-11-3 0,16 3-3,-16-3 6,15 0-6,-15 0 3,11-1 4,-11 1-2,0 0 1,0 0 2,14-5 0,-14 5-5,0 0-1,6-9-1,-6 9 3,0 0 0,0 0-3,0 0 2,0 0-4,-17-16 0,17 16 1,-17 2 1,17-2-5,-25 6 6,25-6-5,-14 5 1,14-5-6,-14 1-13,14-1-32,-12 4-35,12-4-24,0 0-65,0 0-276,0 0-491,0 0 216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50.46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 41 97,'0'0'132,"0"0"-10,0 0 11,0-13-5,0 13 0,0 0-10,0 0-5,0 0-3,0-12-6,0 12 0,0 0-8,0 0-3,0 0-4,0 0-6,0 0 6,-3-16-3,3 16 0,0 0-2,0 0-9,0 0-7,0 0 1,0 0-11,0 0-9,0 0-2,0 0-9,0 0-1,0 0-4,0 0-3,0 0-6,0 0 3,0 0 2,0 0 2,0 0-2,0 0 1,0 0 1,0 0-3,0 0-1,0 0 3,0 0 3,0 0 17,0 0-4,0 0 2,0 0 5,9 37 9,-12-25-6,6 0 3,-3 4-7,0 7 3,0 0 4,-3 2-1,3 1 2,-3 0-14,3 0-3,0 0-7,0-1-16,-3 1-6,3-3 0,3 0 2,-3 0-2,0-7 0,0-2-2,0 1-3,3-2 0,-3-1 0,3-3 0,-3-9-9,0 16 10,0-16-7,0 12 1,0-12-1,3 9 3,-3-9 1,0 0-6,3 10 1,-3-10 2,0 0 2,0 0-1,0 0-3,0 0 2,0 0-13,0 0-4,0 0-3,0 0-11,0 0-9,0 13-4,0-13-9,0 0-13,0 0-14,0 0-24,0 0-15,0 0-21,0 0-34,0 0-23,0 0-35,0 0-194,0 0-456,-12-35 202</inkml:trace>
  <inkml:trace contextRef="#ctx0" brushRef="#br0" timeOffset="609">206 21 2,'0'0'121,"0"0"-16,0 0-10,0 0-2,0 0-3,0 0-5,0 0 2,0 0 7,0 0 0,0 0 0,0 0-6,0 0-1,0 0-2,0 0-5,0 0 0,0 0 1,0 0-8,0 0-3,0 0 1,0 0-3,0 0-4,0 0-9,0 0-6,0 0-1,0 0-6,0 0-3,0 0 1,0 0 8,13 14-1,-13-14 2,0 0-4,0 0 5,5 12-3,-5-12-3,3 11 3,-3-11-3,0 12-4,0-12-4,0 11 2,0-11 2,3 14-1,0-7 7,-3 3-1,6 1 2,-6 3 9,0 0 4,0 1-1,6 5-1,-9 3 8,0 0 0,3 2-3,0-3-7,0 1-2,0 0 5,0-6-6,-3 1-2,3-1-8,0 0 0,0-4-4,0 2-8,0-5-1,0-10-4,3 19-2,-3-10-1,0-9-6,0 14 2,0-14-4,3 11-4,-3-11 6,0 0-3,0 0 0,3 10-2,-3-10-4,0 0-4,0 0 0,0 0-1,0 0-6,0 0-18,0 0-22,0 0-17,0 0-24,0 0-28,0 0-27,0 0-44,0 0-37,0 0-77,0 0-165,0 0-500,0 0 222</inkml:trace>
  <inkml:trace contextRef="#ctx0" brushRef="#br0" timeOffset="1234">110 323 50,'0'0'170,"0"0"-13,0 0-13,0 0-5,0 0-6,0 0-8,0 0 10,0 0-4,0 0 1,0 0-2,0 0 1,0 0-2,0 0 2,0 0-3,0 0-3,0 0 0,0 0-5,8-20-4,-8 20-2,0 0-13,0 0-2,0 0-12,0 0-5,0 0-4,0 0-13,0 0-3,0 0-10,0 0 6,0 0-13,0 0-8,-11-5-1,11 5-6,0 0-1,0 0-5,0 0 0,0 0-3,0 0-5,-12-3 4,12 3-4,0 0-4,0 0-3,0 0 1,0 0-3,0 0 1,0 0-2,0 0-2,0 0 3,0 0-4,0 0 15,-10-5-15,10 5-3,0 0 1,0 0 1,0 0-2,0 0 4,0 0-2,0 0 1,0 0 1,0 0 4,0 0-5,0 0-6,0 0 3,0 0 0,0 0-1,0 0 0,0 0-2,0 0 1,0 0 0,0 0 0,0 0 0,0 0 6,0 0 1,0 0 8,25-11 1,-14 4 2,3-2-4,5 1 0,4-5 0,4 1-1,-1 1 1,0-2-7,2 2-10,-3 2-21,-9 2-38,4 4-49,-3 1-62,-4 2-74,-13 0-273,9 9-565,-9-9 251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6:12.03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152 21 136,'0'0'137,"0"0"-6,0 0-8,-2-11-4,2 11-13,0 0-4,0 0-6,0 0 0,0 0-5,0 0-6,0 0-2,0 0-1,0 0-3,0 0-2,0 0 1,0 0-2,0 0-4,0 0-7,0 0-4,0 0-2,0 0-3,0 0-8,0 0-3,0 0-3,0 0-4,0 0-3,0 0-7,0 0-2,0 0-2,0 0-3,0 0 1,0 0-12,0 0 3,0 0-2,0 0-4,0 0 6,0 0 3,0 0 0,0 0 0,0 0 0,0 0 1,0 0 3,0 0 3,0 0-1,0 0 6,0 0 1,0 0 4,0 0 1,0 0 4,0 0-5,0 0-5,0 0-4,0 0-2,0 0-3,0 0-3,0 0 0,-23 5-2,23-5 1,0 0-3,0 0-1,0 0-3,0 0-1,0 0 0,-7-5-3,7 5 1,0 0 1,0 0 4,0 0-9,0 0 2,0 0-3,0 0-1,0 0-1,0 0 0,0 0-4,0 0 3,0 0 8,0 0-6,0 0 0,0 0-1,0 0 2,0 0-3,0 0 2,0 0 4,0 0-4,0 0 1,0 0 1,0 0 0,0 0-1,0 0 1,0 0-1,0 0 0,0 0-2,0 0-1,0 0 0,0 0 3,0 0-3,0 0 6,0 0-2,0 0 1,0 0-2,0 0 0,0 0-2,0 0 16,0 0-8,0 0 10,0 0 1,0 0 9,0 0 1,0 0 7,0 0 6,0 0 2,0 0 5,0 0-1,0 0 0,0 0 3,0 0-3,0 0-6,0 0 5,0 0-6,0 0-2,0 0-5,-5-10-5,5 10 1,0 0-1,0 0-7,0 0-2,0 0-2,0 0-3,0 0-3,0 0 0,0 0-3,0 0-3,0 0 4,0 0-2,0 0 6,0 0-8,0 0 2,0 0 6,0 0 9,0 0 4,0 0 16,0 0 6,0 0 18,0 0 7,0 0 7,0 0 14,0 0 5,0 0 7,0 0 9,0 0 4,0 0-4,0 0-2,0 0-2,0 0-6,0 0-1,0 0-6,0 0-6,0 0-6,0 0-8,0 0-6,0 0-8,0 0-9,0 0-4,0 0-3,0 0-1,0 0-8,0 0-5,0 0-6,0 0-8,0 0 5,0 0-5,0 0 2,0 0-1,0 0-4,0 0-4,0 0 0,0 0 0,0 0 1,0 0-2,0 0-2,0 0 0,0 0-1,0 0-2,0 0 2,0 0 1,0 0-3,0 0-1,0 0 1,0 0-3,0 0-1,0 0 0,0 0 3,0 0-2,0 0 0,0 0-2,0 0 0,0 0-1,0 0 5,0 0-5,0 0 1,0 0-2,0 0-1,0 0 4,0 0-2,0 0 2,0 0-5,0 0 4,0 0-1,0 0 0,0 0-1,0 0-1,0 0-3,0 0 8,0 0 1,0 0-3,0 0 1,0 0 0,0 0-1,0 0-4,0 0 4,0 0-1,0 0 1,0 0 2,0 0-3,0 0-1,0 0 2,0 0 0,0 0-1,0 0-5,0 0 6,0 0-2,0 0 1,0 0-2,0 0 0,0 0 1,0 0 0,0 0 1,0 0-2,0 0 0,0 0-3,0 0 4,0 0 1,0 0-3,0 0 2,0 0 1,0 0 0,0 0-2,0 0 1,0 0 1,0 0-2,0 0 1,0 0 2,0 0-1,0 0 0,0 0 1,0 0-3,0 0 2,0 0-1,0 0 0,0 0 6,0 0-6,0 0-1,0 0 1,0 0-3,0 0 4,0 0-2,0 0 3,0 0-3,0 0-1,0 0 1,0 0-2,0 0 5,0 0 0,0 0-5,0 0 7,0 0-3,0 0-1,0 0 1,0 0 0,0 0-2,0 0 2,0 0-1,0 0-1,0 0-1,0 0 6,0 0-6,0 0 2,0 0 0,0 0-1,0 0 0,0 0 0,0 0 4,0 0-2,0 0-2,0 0-1,0 0 0,0 0 3,0 0-1,0 0 0,0 0 3,0 0-1,0 0 2,0 0-4,0 0-1,0 0-2,0 0 5,0 0 0,0 0-3,0 0 5,0 0-6,0 0 5,0 0-2,0 0 1,0 0 0,0 0-1,0 0 1,0 0 3,0 0-4,0 0-2,0 0 3,0 0 0,0 0-3,0 0-2,0 0 7,0 0-3,0 0 0,0 0 0,0 0 0,0 0 0,0 0 0,0 0 0,0 0 0,0 0 2,0 0-3,0 0 3,0 0-1,0 0-2,0 0 1,0 0 0,0 0 0,0 0-2,0 0 1,0 0 3,0 0-3,0 0 4,0 0-4,0 0 2,0 0-3,0 0 3,0 0 1,0 0 0,0 0-2,0 0 3,0 0-3,0 0-1,0 0 0,0 0 0,0 0-1,0 0 0,0 0 6,0 0-5,0 0-1,0 0 2,0 0-2,0 0 2,0 0 0,0 0-2,0 0-1,0 0 4,0 0-2,0 0-3,0 0 5,0 0-1,0 0 2,0 0-1,0 0-1,0 0 3,0 0-3,0 0 0,0 0 0,0 0 0,0 0 0,0 0 0,0 0 0,0 0-1,0 0 0,0 0 3,0 0-2,0 0-1,0 0-1,0 0-1,0 0 1,0 0 1,0 0 1,0 0-3,0 0 2,0 0 1,0 0 0,0 0 1,0 0 1,0 0-1,0 0 1,0 0-3,0 0 1,0 0 0,0 0-1,0 0 1,0 0 1,0 0 5,0 0-7,0 0 1,0 0-3,0 0 5,0 0-5,0 0 3,0 0-4,0 0 6,0 0-1,0 0-3,0 0 3,0 0 1,0 0-2,0 0-1,0 0 0,0 0 0,0 0-1,0 0 5,0 0-3,0 0 1,0 0 1,0 0-3,0 0 2,0 0-1,0 0 0,0 0-1,0 0 2,0 0-1,0 0 3,0 0-4,0 0 0,0 0-2,0 0 4,0 0-1,0 0 1,0 0-2,0 0 4,0 0-3,0 0 0,0 0 0,0 0 4,0 0-2,0 0-2,0 0 0,0 0-2,0 0 3,0 0-1,0 0 2,0 0-3,0 0-1,0 0 2,0 0-1,0 0 0,0 0 1,0 0-1,0 0 2,0 0 1,0 0-1,0 0-1,0 0 0,0 0-1,0 0-1,0 0 2,0 0 2,0 0-2,0 0 0,0 0 1,0 0-6,0 0 5,0 0 1,0 0-3,0 0 3,0 0-4,0 0 4,0 0-1,0 0-3,0 0 3,0 0 2,0 0-1,0 0 0,0 0 1,0 0-3,0 0 2,0 0 1,0 0 0,0 0-2,0 0 2,0 0-2,0 0 3,0 0-5,0 0 1,0 0 0,0 0 2,0 0-1,0 0 0,0 0-2,0 0 3,0 0 1,0 0-3,0 0 1,0 0 0,0 0 2,0 0 0,0 0-1,0 0-2,0 0-2,0 0 2,0 0 1,0 0 0,0 0 0,0 0 2,0 0-2,0 0-1,0 0 5,0 0-6,0 0 2,0 0 0,0 0 1,0 0-3,0 0 0,0 0 3,0 0-2,0 0 1,0 0 1,0 0 0,0 0-1,0 0-2,0 0 4,0 0-4,0 0 2,0 0-3,0 0 9,0 0-6,0 0-1,0 0 1,0 0 0,0 0 0,0 0-1,0 0 3,0 0 2,0 0-5,0 0 0,0 0 2,0 0-2,0 0 1,0 0 1,0 0 0,0 0 1,0 0-2,0 0-4,0 0 7,0 0-5,0 0-2,0 0 9,0 0-4,0 0 1,0 0-1,0 0 3,0 0-2,0 0 2,0 0-3,0 0 2,0 0-5,0 0 5,0 0 0,0 0 1,0 0 0,0 0-2,0 0 2,0 0 2,0 0-4,0 0 4,0 0-2,0 0 1,0 0-1,0 0 3,0 0-1,0 0 0,0 0-2,0 0 3,0 0-3,0 0 1,0 0-3,0 0 2,0 0-1,0 0 2,0 0-2,0 0 0,0 0 0,0 0 2,0 0-2,0 0 1,0 0 0,0 0 0,0 0 4,0 0-4,0 0 1,0 0 0,0 0 2,0 0-3,0 0 3,0 0 0,0 0-1,0 0 0,0 0-1,0 0 1,0 0 1,0 0 2,0 0-4,0 0 2,0 0 0,0 0 2,0 0 1,0 0-4,0 0 2,0 0 1,0 0-1,0 0 0,0 0 0,0 0 4,0 0-2,0 0-1,0 0-1,0 0 3,0 0-4,0 0 3,0 0-3,0 0-2,0 0 0,0 0 1,0 0-2,0 0-2,0 0 1,0 0 0,0 0 2,0 0 1,0 0-2,0 0 0,0 0-4,0 0 1,0 0 3,0 0 2,0 0-2,0 0-2,0 0-1,0 0 1,0 0 1,0 0-2,0 0 6,0 0-6,0 0 4,0 0-1,0 0 0,0 0 3,0 0 1,0 0 2,0 0-1,0 0 5,0 0-5,0 0 2,0 0-3,0 0-1,0 0 6,0 0-7,0 0 2,0 0-1,0 0-1,0 0-2,0 0-1,0 0 0,0 0-1,0 0 0,0 0-1,0 0 8,0 0-8,0 0 2,0 0-2,0 0-2,0 0 0,0 0 6,0 0 4,0 0-9,0 0-1,0 0 0,0 0 3,0 0-1,0 0-2,0 0 1,0 0 0,0 0 1,0 0 1,0 0-4,0 0 4,0 0-1,0 0 0,0 0 2,0 0-2,0 0 1,0 0-2,0 0 1,0 0-1,0 0 0,0 0 1,0 0-1,0 0 1,0 0 7,0 0-8,0 0-2,0 0 10,0 0-7,0 0-2,0 0 4,0 0-3,0 0 2,0 0-3,0 0 1,0 0 2,0 0-2,0 0-3,0 0 1,0 0 1,0 0 1,0 0 0,0 0-2,0 0 0,0 0 3,0 0-1,0 0-5,0 0 5,0 0 0,0 0-3,0 0 1,0 0 4,0 0-3,0 0 1,0 0-2,0 0 3,0 0-4,0 0 2,0 0-2,0 0 1,0 0 1,0 0 3,0 0-3,0 0 0,0 0-3,0 0 8,0 0-5,0 0-2,0 0-1,0 0-1,0 0 2,0 0 3,0 0-6,-1 26-3,1-26-3,0 0 2,0 0-4,0 0 1,0 0 2,0 0-3,0 0 1,0 0 1,0 0 3,0 0 7,0 0-5,0 0 2,0 0 0,0 0-3,1 15 3,-1-15-1,0 0 3,0 0 1,5 15 1,-5-15 1,0 0 0,-3 13 1,3-13-4,0 0-1,-2 14 1,2-14 4,0 11-1,0-11 0,2 16 6,-2-16-5,-2 12-2,2-12 0,2 15 0,-2-15-6,0 12 7,0-12-2,0 12-1,0-12 4,0 12-1,0-12-1,0 0-1,3 17 1,-3-17 1,1 8 1,-1-8-1,0 13 0,0-13 2,0 12-3,0-12 2,2 10-3,-2-10 1,0 0 2,0 16 1,0-16-3,1 12 1,-1-12 0,0 0-3,0 16 0,0-16 1,-1 11 9,1-11-8,1 10 0,-1-10-1,3 12-2,-3-12 5,0 0-3,0 19 5,0-19-4,0 9 4,0-9-1,0 0-4,2 15 2,-2-15 2,0 0 1,-2 13-1,2-13-2,0 0 1,0 13-1,0-13-5,2 10 10,-2-10-5,0 0-2,-2 16 2,2-16 2,2 11 1,-2-11-6,0 0 4,-2 14-4,2-14 4,0 0-2,0 14 1,0-14-2,0 0 3,0 16-3,0-16-1,2 9 3,-2-9 2,1 11 4,-1-11-9,0 13 0,0-13 2,3 14 0,-3-14 1,0 16 2,0-16-1,0 12-4,0-12 2,0 14-1,0-14 2,0 15-1,0-15 1,2 11-2,-2-11 8,0 0-6,0 16-1,0-16-2,-2 11 4,2-11-3,0 0 0,3 12 8,-3-12-6,0 0 1,-1 14-2,1-14 0,1 11 1,-1-11-1,0 0 2,0 16-3,0-16 2,0 12-1,0-12 0,0 0 1,0 15-5,0-15 4,0 0 2,0 13 0,0-13 1,0 11-2,0-11 0,0 0-2,2 15 1,-2-15-2,0 0 4,0 15 2,0-15-3,3 11-1,-3-11 1,0 0-1,0 11 2,0-11-1,0 12 0,0-12 0,0 0 1,0 14-2,0-14 2,1 9 2,-1-9-3,0 15 1,0-15-3,0 0 3,2 11-2,-2-11-1,0 0 0,0 0 0,0 13 3,0-13 6,0 0-7,0 11 0,0-11 0,0 0 1,0 0 0,0 13 0,0-13-3,0 0 4,-2 15-1,2-15-3,2 11 2,-2-11-2,0 11 4,0-11-3,0 0 1,0 20 1,0-20-2,0 8 1,0-8 0,0 0 0,3 11 0,-3-11 1,-3 15 2,3-15-4,0 0 0,3 11-1,-3-11 1,0 0 0,2 11-1,-2-11 0,0 0 4,0 14-3,0-14 3,0 0-3,1 9 1,-1-9-1,0 0 1,0 0 0,0 0-1,-1 16 0,1-16-1,0 0 4,1 11-3,-1-11 0,0 0 4,0 13-2,0-13-1,0 0 1,0 14-1,0-14 1,2 11 3,-2-11-3,0 0-1,0 0-2,0 14 10,0-14-10,0 0 2,0 0-2,0 12 3,0-12-3,0 0 2,0 0 2,0 0-4,0 0 2,0 0 1,3 9-2,-3-9 3,0 0 1,0 0-5,0 0-1,0 0 1,0 0 0,0 0-1,0 0 9,0 0-7,0 12-1,0-12 4,0 0-1,0 0-1,0 0 1,0 0 0,0 0-4,0 0 1,0 0 3,0 0 1,0 0-3,0 0 2,0 0 0,0 0 1,0 0 0,0 0 1,0 0-2,0 0 1,0 0 4,0 0-6,0 0 6,0 0-2,0 0 2,0 0 0,0 0 0,0 0-2,0 0 1,0 0 6,0 0-2,0 0 4,0 0-3,0 0 0,0 0-4,0 0 2,0 0-3,0 0-3,0 0 0,0 0 3,0 0-4,0 0 1,0 0-1,0 0 2,-5-41-1,5 41 0,0 0 2,-1-14-3,1 14 0,0 0 2,0-14-3,0 14 1,0 0 1,0 0-2,0-13 8,0 13-8,0 0-2,-2-13 3,2 13-1,0 0-4,0 0 2,0 0-5,3-12-7,-3 12-14,0 0-17,0 0-32,0-16-49,0 16-51,-1-14-70,1 14-78,1-17-94,-2 1-94,-1 0-299,2-9-877,-5-3 388</inkml:trace>
  <inkml:trace contextRef="#ctx0" brushRef="#br0" timeOffset="5189">86 1035 80,'0'0'152,"0"0"-16,0 0-4,0 0-21,0 0-11,0 0-6,0 0-5,0 0-12,0 0-1,0 0 2,0 0-4,0 0 2,0 0 3,0 0 4,0 0 0,0 0 3,0 0 1,0 0-2,0 0-2,0 0-11,0 0-4,0 0-3,0 0-11,0 0-1,0 0-2,0 0-5,0 0-2,0 0-3,0 0 3,0 0-5,0 0 1,0 0 3,0 0 3,0 0-5,0 0 4,0 0-1,0 0 0,0 0-2,-10-11-3,10 11-4,0 0-6,0 0-2,-3-11 0,3 11-5,0 0-4,-6-9-1,6 9 5,0 0-9,-5-10-2,5 10-2,-6-13 2,6 13-2,-3-11 2,3 11-4,-6-11 0,6 11-2,-6-17 2,6 17-2,-6-12 3,6 12-7,-5-9 7,5 9-6,-4-8 4,4 8-1,0 0 1,-9-14-2,9 14 6,0 0 2,-5-9-4,5 9 6,0 0 1,0 0 1,0 0-2,-6-8-2,6 8 1,0 0 2,0 0-2,0 0 1,0 0-2,-6-8-3,6 8 2,0 0 0,0 0-6,0 0 0,0 0-1,0 0-1,0 0-4,0 0 0,0 0 0,0 0 0,0 0-1,0 0 1,0 0 2,0 0-1,0 0 2,0 0-7,0 0 9,0 0-4,0 0 2,0 0-5,29 14 5,-29-14-1,0 0-4,0 0 5,7 7 2,-7-7-5,0 0 0,13 7 1,-13-7 0,0 0 2,7 9 0,-7-9-1,3 8-1,-3-8 0,8 10-2,-8-10 6,3 12-1,-3-12-3,6 15 12,-5-9-4,4 2 0,-5-8 0,6 17 0,-5-9 1,4 1 1,-2 0-1,-3-9-5,6 15 0,-1-8 1,-2-1 3,-3-6-4,6 13 1,-6-13 0,4 14 1,-1-10 0,-3-4-4,9 11 1,-9-11-3,5 9 3,-5-9 3,4 9-1,-4-9-5,0 0 1,5 8 1,-5-8 1,0 0-2,0 0 2,3 8-2,-3-8-1,0 0 0,0 0 1,6 9 3,-6-9-3,0 0-1,0 0-5,0 0 5,0 0 0,0 0 2,0 0 1,5 8-2,-5-8 3,0 0-2,0 0-3,0 0 3,0 0-4,0 0 2,0 0 3,0 0-3,0 0-6,0 0 7,0 0-1,0 0-1,0 0 4,0 0 0,0 0-2,0 0 1,3 10-2,-3-10-3,0 0 6,0 0-3,0 0-3,1 9 5,-1-9-1,0 0 0,0 0 3,0 0-4,0 0 2,0 0-1,0 0 0,0 0 1,0 0 3,0 0 0,-1 14-1,1-14 1,0 0 0,0 0 0,0 0 8,0 0-7,0 0-4,0 0 1,0 0 1,0 0-3,0 0-2,0 0 3,10-33-2,-4 27 0,-6 6-4,5-24-6,-1 18-1,2-7 8,1-1-17,-4-2 3,1 0 3,4 3-3,-2-2 2,0-2 4,1 3 7,1-2-8,-3 2-3,1-1 5,-2 4 1,1 4-1,-1-3 3,1 4 0,-5 6 0,6-13-1,-6 13 5,3-10 0,-3 10-1,4-9-3,-4 9 3,0 0-1,6-8 5,-6 8-4,0 0 3,0 0 0,0 0-3,10-9 3,-10 9 9,0 0-11,3-8 3,-3 8-6,0 0 4,0 0-1,6-9 4,-6 9-3,0 0 1,0 0-4,0 0 4,0 0-1,0 0 3,7-7-2,-7 7 1,0 0-1,0 0-1,0 0 0,0 0 0,0 0 3,0 0 2,0 0-3,0 0 1,0 0 0,0 0 0,0 0 9,0 0-11,0 0-1,0 0 3,0 0 0,0 0 0,0 0 4,0 0-6,0 0 0,0 0 2,0 0-2,0 0 4,0 0-6,0 0 5,0 0 0,0 0-3,0 0 12,0 0-8,0 0-6,0 0 5,0 0 3,0 0-2,0 0 1,0 0-2,0 0 1,0 0-3,0 0 0,0 0 3,0 0-4,0 0 0,0 0 1,-29 15 3,29-15 0,-10 9 0,10-9-1,-9 8-2,3-1 4,1 0 0,1 1 0,4-8 8,-11 17-7,5-3 1,3-1-4,-3 2 1,1 0-3,4-2 9,-4-1-7,4 2-2,-1-3-2,2 2-12,0-13-39,2 24-35,-2-6-57,0-5-66,-2 2-281,-2-4-532,2-2 236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5:57.82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217 107 82,'0'0'102,"0"0"4,0 0-16,0 0 0,0 0-4,0 0-11,0 0-1,0 0-6,0 0-14,0 0-1,0 0-6,0 0-6,0 0 5,0 0-11,0 0-5,0 0 9,0 0-6,0 0 5,0 0 2,0 0-10,0 0 6,0 0-8,0 0 3,0 0 5,0 0-6,0 0-1,0 0 3,0 0-3,0 0 6,0 0-9,0 0 6,-5-16-4,5 16 2,0 0-2,0 0-3,0 0 3,0 0-6,0 0 4,0 0 0,0 0 0,-6-10 1,6 10-3,0 0 3,0 0-3,0 0 3,0 0 0,0 0-1,0 0-2,0 0 3,0 0-2,-3-10-5,3 10-1,0 0 2,0 0 1,0 0-3,0 0-1,0 0 7,0 0-3,0 0-2,0 0-3,-4-13 0,4 13-6,0 0 1,0 0 1,0 0-1,0 0-2,0 0-1,0 0-6,0 0 3,0 0 2,0 0-4,0 0 2,0 0 1,0 0-2,0 0 2,0 0-2,0 0 5,0 0 1,0 0 2,0 0 6,0 0-4,0 0 1,0 0 0,0 0 4,0 0-2,0 0-1,0 0-2,0 0 1,0 0 1,0 0 0,0 0 2,0 0-3,0 0-5,0 0 2,0 0 1,0 0 0,0 0-6,0 0 2,0 0 0,0 0 1,0 0-2,0 0-1,0 0 3,0 0-8,0 0 4,0 0-1,0 0 1,0 0-2,0 0 2,0 0-4,0 0 4,0 0-5,0 0 5,0 0-5,0 0 2,0 0-2,0 0 2,0 0-2,0 0 4,0 0-1,0 0 2,0 0-2,0 0-2,0 0 3,0 0-1,0 0 2,0 0-1,0 0-1,0 0-1,0 0-4,0 0 5,0 0-6,0 0 5,0 0-1,0 0-2,0 0-1,0 0 2,0 0-2,0 0 1,0 0 0,0 0 3,0 0-1,0 0 2,0 0 2,0 0-3,0 0 1,0 0 5,0 0-1,0 0 1,0 0 3,0 0-3,0 0-2,0 0 2,0 0-4,0 0 2,0 0 1,0 0-2,0 0 0,0 0-1,0 0-3,-4-9 3,4 9 1,0 0-2,0 0-5,0 0 4,0 0-3,0 0-1,0 0-1,0 0-3,0 0 2,0 0 4,0 0-5,0 0-2,0 0 4,0 0 2,0 0 0,0 0 0,0 0-3,0 0 4,0 0-2,0 0 0,0 0 2,0 0 3,0 0-3,0 0 2,0 0 3,0 0 0,0 0-1,0 0 4,0 0-5,0 0 0,0 0 2,0 0 0,10-14-4,-10 14 6,0 0-1,0 0 3,0 0-3,-6-14 1,6 14-4,0 0 3,0 0-4,-7-12 1,7 12-1,0 0 5,-3-9-9,3 9 3,0 0-4,0 0 2,0 0-5,0 0 5,0 0-7,0 0 2,0 0-4,0 0 2,0 0 0,0 0 0,0 0 1,0 0-3,0 0 5,0 0 5,0 0-4,0 0 0,0 0-1,-12 25-2,12-25 2,0 0 1,0 0 1,-1 12-2,1-12 3,0 0 0,0 0-5,0 14 2,0-14 2,0 0-2,0 0-2,3 12 5,-3-12-3,0 0 5,6 9-6,-6-9 9,0 0-7,0 0 2,10 4-1,-10-4 1,0 0 0,0 0 5,14 0-4,-14 0-1,0 0 0,0 0 4,0 0 0,15-5-2,-15 5 1,0 0-2,8-11-2,-8 11 8,6-6-4,-6 6-1,0 0 1,0 0-2,0 0 0,-2-13-4,2 13 4,0 0-6,0 0 1,0 0-1,-9-20 5,9 20-1,-4-8-1,4 8 2,-6-8-6,6 8 6,0 0-3,-11-5 1,11 5-3,0 0 3,0 0-3,0 0 0,0 0 0,0 0-1,0 0 2,0 0 2,0 0-4,-26 16 4,26-9 1,0-7-3,-7 10-2,7-10 2,-2 10-1,2-10 2,0 0-2,-6 8-1,6-8 1,0 0 5,0 0-5,0 14 3,0-14 0,0 0 2,0 0 4,0 0-1,0 0-2,14 6 0,-14-6-2,0 0 3,0 0-4,10 3 1,-10-3 5,0 0-1,0 0-1,0 0-2,0 0 3,0 0 2,0 0-3,0 0 2,0 0-3,0 0 0,0 0 0,8-21 5,-8 21-3,0 0 0,0 0-1,0 0 4,0 0-4,0 0-1,0 0 1,-20-9-2,20 9-5,0 0 2,0 0 3,-27 9-4,27-9 3,-12 7 2,6-4-5,6-3-1,-9 6-1,9-6 2,-8 7 2,8-7 2,-6 10-4,6-10 4,-4 9-2,4-9 1,0 0-3,0 0 1,-2 12-2,2-12 3,0 0-2,0 0 2,0 0 0,0 0-1,0 0-1,0 0 9,6 15-8,-6-15 4,0 0-3,0 0 3,0 0 2,0 0-2,0 0 0,0 0 0,0 0 2,21-6 1,-21 6-6,0 0 5,15-5 3,-15 5-6,11-7 1,-11 7-2,9-9 3,-9 9 1,6-6 0,-6 6 3,6-6-1,-6 6 7,0 0-3,0 0 4,0 0 0,9-6-3,-9 6 3,0 0-2,0 0-4,0 0-4,0 0 0,0 0 2,0 0-4,0 0 4,0 0-5,0 0-1,0 0 0,0 0 0,0 0-3,0 0 1,0 0-3,0 0 4,-30 14 0,30-14-1,0 0 2,0 0 2,0 0-3,0 0 1,0 0-1,0 0 4,11 20-2,-11-20 5,0 0 0,0 0-3,13 5-3,-13-5 2,0 0-1,0 0 5,0 0-3,0 0 0,0 0 3,11 3-2,-11-3 4,0 0 4,0 0 3,0 0 3,0 0 0,0 0 2,0 0-3,0 0-4,0 0 1,0 0-2,0 0 0,0 0-2,0 0 2,0 0-8,0 0 11,-32-13-11,32 13 1,0 0-1,0 0 2,0 0-4,0 0-2,-15-6 2,15 6-5,0 0 1,0 0-7,0 0 9,0 0-3,0 0-1,0 0 4,0 0 1,0 0-2,0 0 4,0 0-4,0 0 2,0 0 0,0 0 6,0 0-3,0 0 1,0 0-3,0 0 4,0 0 4,0 0 8,0 0 0,0 0 5,0 0 1,23-12-2,-23 12 3,0 0 1,0 0 1,0 0-4,0 0-7,0 0 2,0 0 2,0 0-3,0 0 10,0 0-17,0 0 2,0 0-5,0 0-17,0 0-35,0 0-49,0 0-84,0 0-85,0 0-260,0 0-568,0 0 251</inkml:trace>
  <inkml:trace contextRef="#ctx0" brushRef="#br0" timeOffset="6423">167 150 58,'0'0'108,"0"0"-15,0 0-2,0 0-17,0 0 3,0 0-1,0 0-9,0 0 1,0 0-12,0 0 3,0 0-8,0 0 5,0 0 0,0 0-2,0 0-4,0 0 2,0 0-13,0 0 20,0 0 3,0 0 0,0 0-8,0 0 10,0 0-6,0 0 0,0 0-3,0 0-1,0 0 0,0 0-3,0 0 3,0 0-4,0 0-2,0 0-4,0 0 0,0 0-6,0 0-2,0 0-4,0 0-1,0 0-4,0 0 0,0 0-3,0 0-4,0 0 0,0 0 0,0 0 3,0 0-1,0 0-1,0 0 3,0 0-1,0 0 6,0 0 0,0 0 8,0 0 3,0 0 0,0 0 7,0 0-3,0 0 2,0 0 2,0 0 0,0 0-1,0 0-1,0 0 2,0 0-2,0 0-7,0 0 2,0 0 1,0 0-2,0 0-5,0 0-1,0 0 6,0 0-14,0 0 5,0 0-8,0 0-3,0 0-1,0 0 1,0 0-4,0 0 9,0 0-14,0 0 2,0 0 2,0 0 1,0 0 4,0 0-1,0 0 1,0 0 7,0 0-3,0 0 7,0 0 2,0 0-4,0 0 4,0 0 4,0 0 0,0 0 16,0 0-17,0 0 4,0 0 3,0 0-5,0 0 0,0 0-9,0-13 9,0 13-7,0 0 3,0 0 13,0 0-12,0 0 4,0 0-17,0 0 12,0 0-10,0 0 5,0 0 0,0 0-2,0 0-3,0 0 2,0 0 0,0 0-2,0 0 0,0 0 0,0 0 6,0 0-1,0 0 1,0 0 0,0 0-1,0 0-3,0 0 0,0 0 2,0 0-1,0 0-4,0 0 1,0 0-1,0 0-3,0 0-11,0 0 13,0 0 1,0 0 1,0 0 8,0 0-11,0 0 5,0 0-4,0 0 2,0 0 0,0 0-5,0 0-1,0 0-2,0 0 3,0 0-3,0 0-4,0 0-4,0 0 1,0 0-3,0 0 2,0 0-2,0 0 1,0 0 4,0 0-5,0 0-2,0 0 4,0 0-1,0 0 3,0 0-2,0 0-1,0 0 4,0 0 1,0 0 0,0 0 0,0 0-2,0 0 0,0 0-2,0 0 2,0-14-1,0 14 0,0 0-3,0 0 0,0 0 5,0 0-3,0 0-2,0 0-1,0 0 4,-3-11-2,3 11-7,0 0 8,0 0 1,0 0-2,0 0 0,0 0-3,0 0 1,0 0 0,0 0 1,0 0-2,0 0-1,0 0 0,0 0-1,0 0 1,0 0 1,0 0 0,0 0-1,0 0 1,0 0-2,0 0 2,0 0 0,0 0 0,0 0 1,0 0-1,0 0 3,0 0-3,0 0 0,0 0-2,0 0 2,0 0-1,0 0 2,0 0-2,0 0 0,0 0 1,0 0 1,0 0 3,0 0-4,0 0-2,0 0 1,0 0 0,0 0-2,0 0 2,-5-10-1,5 10-6,0 0 7,0 0-3,0 0 0,0 0 1,0 0-5,0 0 7,0 0 1,0 0-3,0 0-1,0 0 4,0 0-6,0 0 4,0 0 0,0 0-2,0 0 0,0 0 2,0 0-1,0 0 2,0 0-3,0 0 0,0 0 2,0 0-4,0 0 4,0 0-7,0 0 8,0 0-3,0 0 0,0 0 2,0 0-2,0 0-1,0 0 0,0 0 3,0 0-1,0 0 1,0 0 0,0 0-1,0 0 0,0 0 0,0 0 0,0 0 2,0 0-2,0 0 1,0 0 0,0 0 1,0 0 3,0 0 2,0 0 0,0 0 1,0 0 3,0 0-4,0 0 1,0 0 0,0 0 2,0 0-5,0 0-1,0 0 1,0 0-1,0 0 1,0 0-2,0 0 1,0 0 0,0 0-3,0 0 3,0 0 0,0 0-3,0 0 0,0 0 0,0 0 2,0 0-4,0 0 3,0 0-2,0 0 1,0 0-6,0 0 5,0 0-1,0 0 3,0 0-3,0 0 3,0 0-3,0 0 3,0 0-1,0 0 1,0 0 0,0 0 1,0 0 2,0 0-2,0 0 0,0 0 1,0 0 5,0 0-2,0 0 2,0 0 2,0 0-4,0 0 8,0 0-7,0 0 3,0 0-1,0 0 0,0 0 1,0 0-4,0 0 3,0 0 0,0 0 0,0 0-4,0 0-1,0 0 0,0 0 0,0 0-4,0 0 2,0 0-4,0 0 3,0 0 3,0 0-4,0 0 3,0 0-3,0 0 1,0 0 0,0 0-2,-9-5 0,9 5 1,0 0 1,0 0-3,0 0 2,0 0 1,0 0-4,0 0 9,0 0-7,0 0 0,0 0-1,0 0 1,0 0-1,0 0 2,0 0 1,0 0 2,0 0-2,0 0 0,0 0 3,0 0-3,0 0 2,0 0-2,0 0 1,0 0 0,0 0-1,0 0 0,-8-8-1,8 8 2,0 0 0,0 0 0,0 0 0,0 0 3,0 0-4,0 0 0,0 0 0,0 0 2,0 0 1,0 0 5,0 0-5,0 0-1,0 0 5,0 0-5,0 0 1,0 0 0,0 0-1,0 0 0,0 0-1,0 0 1,0 0 5,0 0-4,0 0 2,0 0-2,0 0 3,0 0-1,0 0-1,0 0-5,0 0 6,0 0-1,0 0 0,0 0-3,0 0 1,0 0-2,0 0 2,0 0-1,0 0 0,0 0-2,0 0 0,0 0 0,0 0-1,0 0 7,0 0-5,0 0-3,0 0 0,0 0 1,0 0-2,0 0 2,0 0 2,0 0-2,0 0 1,0 0 0,0 0 0,0 0 0,0 0-3,0 0 3,0 0 0,0 0-2,0 0-1,0 0 3,0 0 0,0 0-3,0 0 3,0 0 0,0 0 0,0 0-1,0 0 1,0 0 1,0 0-2,0 0 1,0 0-3,0 0 5,0 0-1,0 0-5,0 0 12,0 0-7,0 0 3,0 0-4,0 0 2,0 0-1,0 0 3,0 0-1,0 0 0,0 0-2,0 0 0,0 0 2,0 0-2,0 0 5,0 0-4,0 0-4,0 0 7,0 0 0,0 0-5,0 0 4,0 0 0,0 0-1,0 0 0,0 0 2,0 0-3,0 0-1,0 0-1,0 0 3,0 0-2,0 0 5,0 0-5,0 0 2,0 0-2,0 0 3,0 0-3,0 0-2,0 0 2,0 0 1,0 0 2,0 0-2,0 0-5,0 0 1,0 0 0,0 0-1,0 0 4,0 0 1,0 0-2,0 0 1,0 0-4,0 0 2,0 0 3,0 0-1,0 0-2,0 0 2,0 0 1,0 0 2,0 0-2,0 0 3,0 0-3,0 0 2,0 0 1,0 0 0,0 0 2,0 0-1,0 0-2,0 0 2,0 0-2,0 0-3,0 0 4,0 0 0,0 0-1,0 0 2,0 0-6,0 0 1,0 0 2,0 0 1,0 0-3,0 0 2,0 0-2,0 0-1,0 0 0,0 0-2,0 0 3,0 0-3,0 0 0,0 0 5,0 0-1,0 0 0,0 0-3,0 0-3,0 0 6,0 0-4,0 0 2,0 0-1,0 0 3,0 0-2,0 0-1,0 0 3,0 0-6,0 0 4,0 0-2,0 0 3,0 0-1,0 0-4,0 0 7,0 0-2,0 0-2,0 0-2,0 0 8,0 0-8,0 0 1,0 0 0,0 0-1,0 0 2,0 0 0,0 0-2,0 0 1,0 0 0,0 0 6,0 0-6,0 0-1,0 0-2,0 0 0,0 0-1,0 0 6,0 0-3,0 0 3,0 0-3,0 0-1,0 0 2,0 0-3,0 0 8,0 0-6,0 0-1,0 0 4,0 0-4,0 0-1,0 0 4,0 0-1,0 0-1,0 0-1,0 0 3,0 0-5,0 0 3,0 0 3,0 0-6,0 0-1,0 0 1,0 0 2,0 0-3,0 0 1,0 0 0,0 0 1,0 0 0,0 0 2,0 0-3,0 0 5,0 0-3,0 0 1,0 0 1,0 0-4,0 0-1,0 0 1,0 0 3,0 0-1,0 0 2,0 0 0,0 0-6,0 0 3,0 0 2,0 0-4,0 0 3,0 0-1,0 0 0,0 0 0,0 0 1,0 0-3,0 0 1,0 0 2,0 0-4,0 0 0,0 0 3,0 0-2,0 0-2,0 0 2,0 0 0,0 0-1,0 0 1,0 0 0,0 0-3,0 0 2,0 0-1,0 0-1,0 0-2,0 0 3,0 0-1,0 0-1,0 0-2,0 0 9,0 0-6,0 0 1,0 0 0,0 0-1,0 0 1,0 0 0,0 0 1,0 0 4,0 0-9,0 0 0,0 0 2,0 0 4,0 0-1,0 0 3,0 0 6,0 30-5,0-30 0,0 13 1,0-13 0,0 0-1,0 19 2,0-19-4,2 12 2,-2-12 1,0 11-1,0-11 1,0 0-1,1 12 1,-1-12 0,0 0 2,0 16 0,0-16-1,0 11 0,0-11 2,0 0-2,-1 15 1,1-15-4,-2 11 3,2-11 0,0 0 0,0 0 2,2 14-2,-2-14-2,0 0 0,0 0 1,-2 16 2,2-16-1,0 0 0,2 10-1,-2-10 0,0 0 1,-5 15 0,5-15 0,0 0-1,0 17 2,0-17 0,3 12 0,-3-12-1,0 14 1,0-14-2,0 14 3,0-14-3,2 12 0,-2-12-5,0 11 6,0-11 3,1 11-1,-1-11-3,0 0 3,-1 16-4,1-16 32,0 0-5,0 12-1,0-12-7,0 0-2,-2 11-1,2-11 1,0 0-2,-3 12-3,3-12 1,0 0-6,0 0 6,0 17-5,0-17 0,0 14 2,0-14 0,0 13-5,0-13 1,5 13 1,-5-13-2,0 13 2,0-13-3,-2 15 1,2-15 0,2 17 0,-2-9-1,0-8 0,0 20 0,0-10-1,1-2 0,-1-8 0,4 20 0,-4-9 1,0-11 0,-4 19-1,4-8 0,0-11-1,0 19-2,0-8 0,0-11 2,4 15 0,-4-15-2,0 16 5,0-16-2,-4 15 0,4-15 2,0 15-4,0-15 1,0 16 0,0-16 1,0 15 1,0-15-1,0 16 0,0-16 3,0 16-6,0-16 3,4 16-2,-3-8 1,-1-8-2,2 17 0,-2-17 2,-2 17 0,2-17-3,-1 16 3,1-16 0,1 18 0,-1-18 3,0 13-3,0-13 2,0 16-3,0-7 3,0-9-2,0 18-3,0-18 5,-5 15 1,5-15 0,4 18-3,-3-10-6,-1-8 6,0 20-5,0-13 5,0-7-2,-1 16 4,1-16-2,0 17 2,1-6 0,-1-11-1,-1 15-2,1-15 2,0 18-1,0-9 3,0-9-3,0 16 1,0-16-1,1 15-2,-1-15 3,0 15 0,0-7-3,0-8 9,0 13-9,0-13 2,3 15-4,-3-15 4,-1 15-2,1-15-1,-2 13 1,2-13 1,0 15 4,0-15-1,0 13-2,0-13 4,0 18-4,0-18-8,0 16 10,0-16-5,0 17 3,0-17-7,0 15 9,0-15-1,0 14 0,0-14-1,0 11 1,0-11-3,0 15 3,0-15-1,-1 16 3,1-16-2,0 10-1,0-10 1,0 15-2,0-15 1,0 12 2,0-12-2,1 12 0,-1-12 0,-1 12 0,1-12-6,0 12 8,0-12-4,0 0 3,0 15 1,0-15-3,0 0 0,1 12-3,-1-12 5,0 0-5,3 9 8,-3-9-4,0 0 2,0 0 2,0 0 1,0 0 0,0 0-4,0 0 0,-3 14 4,3-14-3,0 0-5,0 0 5,0 0 1,0 0 1,0 0 1,0 0 7,0 0-8,0 0 0,0 0-7,0 0 12,0 0-2,0 0 2,0 0-3,0 0 2,0 0-12,0 0 12,0 0-3,0 0 2,0 0 0,0 0-3,0 0 3,0 0 0,0 0 0,0 0 0,0 0 1,0 0-3,0 0-2,0 0 3,0 0-4,0 0 2,0 0-2,0 0 4,0 0-4,0 0-2,0 0 0,0 0 3,0 0-4,0 0 3,0 0-3,2-39 0,-2 39 1,0-12 0,0 12 2,0 0-4,-2-17 1,2 17 6,0-17-8,-1 7-8,1 10-6,1-19-9,-2 3-2,2 2 3,-2-4 0,1 3 2,0-3 3,0 2 2,-4 0 1,8 0 2,-4 6 5,0 10-2,0-18 0,0 18 1,-4-14 3,4 14 2,4-11-2,-4 11 5,0 0-3,-5-12 0,5 12-2,0 0 1,0 0 3,5-11-3,-5 11 2,0 0 0,0 0-1,0 0 2,0 0 1,0 0 1,0 0-3,0 0 4,0 0-1,0 0 4,0 0-3,1-13 2,-1 13-1,0 0 2,0 0-3,0 0-1,0 0 6,0 0-3,0 0-2,0 0 2,0 0-1,0 0 0,0 0 0,0 0 0,0 0-3,0 0 0,0 0-1,0 0-3,0 0-2,0 0 1,0 0-1,0 0-4,0 0-15,0 0-9,0 0-7,0 0-8,0 0-10,0 0-7,0 0-11,0 0-12,0 0-16,0 0-24,0 0-32,0 0-24,0 0-30,0 0-18,0 0-8,0 0-13,0 0-17,0 0-18,0 0 17,0 0 26,-1 41 26,1-41 21,0 0 29,1 13 6,-1-13 19,0 0 18,0 0-59,0 0-194,0 0-416,0 0 185</inkml:trace>
  <inkml:trace contextRef="#ctx0" brushRef="#br0" timeOffset="11064">74 1201 163,'0'0'152,"0"0"-11,-12-5-19,12 5-13,0 0-19,0 0 2,0 0-15,-4-13-1,4 13-6,0 0-8,0 0-6,0 0-2,-3-12-2,3 12 0,0 0 0,0 0-2,0 0 8,-5-8-10,5 8-1,0 0 2,0 0 0,0 0-2,-8-9 0,8 9 0,0 0 2,0 0 1,0 0-4,0 0 1,0 0 2,-7-6-2,7 6-3,0 0 0,0 0 3,0 0-2,0 0-2,0 0 0,0 0 1,0 0-3,0 0 0,0 0 1,0 0-4,0 0-3,0 0-1,0 0-5,0 0-2,0 0-2,0 0 0,0 0-4,0 0 0,0 0 0,0 0-1,0 0 2,0 0-2,0 0 6,0 0-4,0 0-3,0 0-3,0 0 6,0 0 3,0 0 2,0 0 4,-8-6 1,8 6-1,0 0-3,0 0-1,0 0-4,0 0-3,0 0 0,-9-7 0,9 7-3,0 0 2,0 0-5,0 0 1,0 0 0,0 0-5,-9-8 3,9 8-1,0 0-6,0 0 1,0 0-1,0 0 4,0 0-4,0 0 0,-9-5 2,9 5-2,0 0 0,0 0 1,0 0-2,0 0 0,0 0-1,0 0 0,0 0-2,0 0 1,0 0-1,0 0-1,0 0-1,0 0-1,0 0 1,0 0 0,0 0-4,0 0 2,0 0 3,0 0-1,0 0-2,0 0 1,0 0-1,0 0 0,0 0-3,0 0 2,0 0 7,0 0-2,0 0 0,0 0-3,24 18 1,-24-18 2,8 8-4,-8-8 1,6 11 4,-6-11-1,8 7-3,-8-7 5,9 9 3,-9-9 3,3 13 5,1-7-3,-4-6-4,2 12 2,-2-12 2,4 15-3,2-8-1,-6-7 0,2 11 1,-2-11-1,1 13-3,-1-13-1,5 9-3,-5-9 5,0 0-3,1 12 3,-1-12 4,5 7-6,-5-7-1,0 0 4,0 14-5,0-14 0,3 9-3,-3-9 5,0 0-2,0 16 3,0-16 0,1 11 1,-1-11-3,5 8 1,-5-8-1,0 0-2,5 10-1,-5-10 1,0 0 2,7 11-2,-7-11-1,0 0 6,6 5-6,-6-5-1,0 0-1,0 0 7,3 9-5,-3-9-1,0 0 0,0 0 1,0 0 0,0 0 1,0 0 0,6 7-1,-6-7 2,0 0 0,0 0 2,0 0-3,0 0 0,0 0 0,0 0-1,0 0-4,0 0 5,0 0 0,0 0 1,0 0-2,0 0 1,0 0-2,0 0 5,0 0-3,0 0-2,0 0 1,0 0 3,2 11-9,-2-11 14,0 0-8,0 0 2,0 0-4,0 0 3,0 0 6,0 0-5,0 0 0,0 0-1,0 0 2,0 0-4,0 0 0,0 0-1,0 0 1,0 0 2,0 0 1,0 13-3,0-13 3,0 0-3,0 0 4,0 0-8,-6 15 8,6-15-5,0 0 2,0 0 0,0 0 0,0 0-4,0 0 5,-2 8-2,2-8 3,0 0 3,0 0-1,0 0 0,0 0-1,0 0 3,0 0 1,0 0 1,0 0-2,0 0-1,0 0 1,0 0 0,0 0-2,0 0-1,0 0 2,0 0 8,0 0-9,0 0-4,0 0 13,0 0-11,0 0-1,0 0 2,0 0-3,0 0-5,0 0 3,12-33 1,-12 33 2,5-14 0,-4 5-1,2 1-7,-3 8 8,11-21-6,-8 7-1,3 5-2,-1-2 6,-2-3-2,1 2-5,2-1 2,-3 1 1,3 0 0,0 3 2,-1-3-3,-2 3 3,0-1-7,-3 10 6,8-18-4,-2 9 1,-3 1-3,1-2-1,-1 2 4,2-2 2,1 0-6,-3 2 4,-3 8-4,6-12 5,-6 12-3,6-10 9,-6 10-3,0 0 2,6-10-1,-6 10 3,0 0 0,5-8-4,-5 8 4,0 0-4,0 0 4,0 0-3,3-10 6,-3 10-4,0 0 0,0 0-1,6-8-1,-6 8 2,0 0 0,4-9-1,-4 9-3,0 0 12,6-9-9,-6 9 1,0 0-1,0 0 1,0 0 2,0 0-1,0 0-3,0 0 1,0 0-1,0 0 2,0 0-2,0 0 0,0 0-1,0 0 2,0 0-2,0 0 0,0 0-1,0 0 4,0 0 7,0 0-8,0 0-1,0 0 1,0 0-1,0 0 4,0 0-3,0 0 2,0 0 0,0 0 2,0 0 2,0 0-5,0 0-4,0 0 2,0 0-1,0 0 0,0 0-4,0 0 2,0 0 3,0 0-1,0 0 0,0 0-1,0 0-6,0 0 7,0 0-2,0 0 3,0 0-1,0 0 1,0 0 2,0 0-2,0 0 1,0 0-1,9-3-2,-9 3 5,0 0 2,0 0-1,0 0-1,0 0 4,0 0-3,0 0-3,0 0 5,0 0-2,0 0-1,8-9 3,-8 9-4,0 0 2,6-8-3,-6 8 4,6-10-6,-6 10 2,0 0-5,8-8 6,-8 8 1,0 0-4,0 0 3,0 0-3,6-9-5,-6 9 6,0 0-3,0 0 2,0 0-4,0 0 7,0 0-3,0 0 6,0 0 3,0 0-3,0 0-1,-24 25-4,24-25 2,-8 8 1,5-1-1,3-7 2,-11 13-4,8-8 0,3-5-1,-10 12 4,7-7-1,3-5 5,-8 16-7,4-6 0,-3 3 0,6 3 3,-5-4-1,1 4 0,4-2-4,1 0 1,0 0-16,-2 0-17,4-3-30,-1 1-48,-1 2-59,3-5-88,-3-9-200,2 16-500,-2-16 222</inkml:trace>
  <inkml:trace contextRef="#ctx0" brushRef="#br0" timeOffset="31535">247 94 15,'0'0'111,"0"0"-1,0 0-9,0 0 2,0 0-13,0 0 3,0 0 2,0 0-12,0 0-6,0 0-6,0 0-8,0 0-6,0 0-10,0 0 3,0 0-12,0 0-3,0 0-5,0 0-4,-17-3 2,17 3 3,0 0-1,0 0 8,0 0 3,0 0-2,0 0-1,0 0 1,-16-5-2,16 5 2,0 0 1,0 0-3,0 0 0,0 0-13,0 0 6,0 0 2,0 0-7,0 0 4,0 0-4,0 0 0,0 0-2,0 0 4,0 0 5,0 0 5,0 0-1,0 0 3,0 0-2,0 0 6,0 0 4,0 0-2,0 0-1,0 0 0,-5-9 3,5 9-2,0 0 1,0 0-6,0 0 1,0 0-5,0 0-1,0 0-3,0 0 3,0 0-5,0 0-2,0 0-6,0 0 2,0 0-5,0 0 6,0 0-7,0 0 5,0 0-3,0 0 4,0 0-2,0 0 2,0 0-1,0 0 4,0 0 0,0 0 3,0 0 2,0 0-2,0 0 8,0 0-3,0 0-3,0 0 4,0 0-5,0 0 2,0 0-2,0 0-1,0 0 2,0 0-1,0 0-4,0 0-3,0 0 4,0 0-8,0 0 3,0 0-4,0 0-5,0 0 4,0 0-2,0 0-2,0 0 0,0 0-3,0 0 9,0 0-10,0 0-3,0 0 4,0 0-4,0 0-8,0 0 8,0 0-3,0 0 2,0 0-1,0 0 4,0 0-3,0 0 6,0 0-12,0 0 4,0 0 2,0 0-2,0 0-1,0 0-5,0 0 8,0 0-2,0 0 0,0 0 1,0 0 1,0 0-3,0 0-1,0 0 5,0 0 0,0 0 3,0 0-3,0 0 3,0 0 1,0 0 2,0 0-2,0 0-1,0 0-2,0 0 4,0 0-3,0 0 1,0 0-3,0 0 6,0 0 0,0 0-3,0 0 1,0 0 3,0 0-3,0 0-5,0 0 5,0 0-2,0 0-1,0 0-2,0 0-1,0 0-1,0 0 4,0 0-2,0 0-1,0 0 1,0 0 2,0 0 4,0 0 5,0 0-9,0 0 7,0 0 1,0 0-9,0 0 11,0 0-3,0 0 4,0 0-5,0 0 6,0 0-3,0 0 16,0 0-21,0 0 8,0 0-2,0 0 5,0 0-8,0 0-5,0 0 3,0 0 9,0 0 12,0 0-10,0 0-4,0 0 0,0 0 0,0 0-12,0 0 18,0 0-3,0 0-1,0 0-3,0 0 2,0 0 2,0 0-5,0 0 0,0 0 1,0 0 0,0 0-7,0 0-2,0 0 2,0 0 8,0 0-10,0 0-6,0 0-4,0 0 6,0 0-3,0 0 6,0 0-4,0 0-5,0 0 3,0 0 1,0 0-4,0 0 3,0 0-5,0 0 5,0 0 0,0 0 11,0 0-17,0 0 6,0 0-3,0 0 4,0 0-4,0 0 4,0 0-1,0 0-6,0 0 3,0 0 0,0 0 1,0 0 4,0 0-3,0 0-7,0 0 7,0 0 2,0 0-5,0 0 7,0 0-5,0 0 11,0 0-11,0 0 2,0 0 3,0 0-5,0 0 1,0 0-2,0 0 4,0 0-3,0 0 9,0 0 2,0 0-3,0 0 1,0 0 6,0 0-6,0 0-6,0 0 5,0 0 0,0 0-2,0 0-1,0 0-6,0 0 5,0 0 0,0 0-6,0 0 8,0 0-7,0 0 1,0 0-1,0 0 2,0 0 0,0 0-1,0 0 5,0 0-2,0 0 0,0 0 1,0 0-6,0 0 0,0 0-2,0 0 7,0 0-2,0 0-3,0 0 1,0 0 3,0 0 6,0 0-7,0 0 3,0 0 2,0 0-6,0 0 0,0 0-3,0 0 1,0 0 0,0 0-3,0 0 7,0 0-1,0 0-4,0 0 3,0 0 4,0 0-5,0 0 0,0 0 2,0 0-1,0 0 1,0 0 0,0 0 2,0 0 5,0 0-6,0 0 3,0 0-1,0 0 1,0 0 6,0 0-7,0 0 0,0 0-1,0 0 0,0 0-3,0 0 13,0 0-12,0 0 4,0 0 0,0 0 2,0 0 1,0 0-1,0 0-2,0 0 2,0 0-3,0 0 4,0 0-4,0 0-1,0 0 0,0 0 4,0 0-6,0 0 2,0 0 3,0 0-4,0 0 0,0 0-1,0 0 1,0 0-3,0 0 3,0 0 0,0 0-3,0 0 1,0 0 3,0 0-1,0 0-2,0 0 7,0 0-8,0 0 6,0 0 2,0 0-4,0 0 3,0 0 2,0 0 2,0 0-3,0 0 1,0 0-9,0 0 13,0 0-1,0 0-2,0 0 0,0 0 0,0 0 5,0 0-9,0 0 5,0 0-2,0 0 1,0 0-4,0 0 1,0 0 4,0 0-3,0 0-3,0 0 3,0 0-2,0 0 2,0 0-2,0 0 0,0 0 3,0 0-6,0 0 4,0 0 4,0 0-4,0 0-2,0 0 2,0 0-5,0 0 3,0 0-3,0 0 3,0 0-4,0 0 0,0 0 4,0 0-4,0 0 1,0 0 5,0 0-3,0 0-3,0 0-2,0 0 5,0 0-1,0 0 1,0 0 0,0 0-2,0 0 6,0 0-4,0 0 2,0 0-3,0 0 10,0 0-9,0 0 0,0 0 2,0 0-3,0 0 1,0 0 1,0 0 3,0 0-6,0 0 1,0 0 3,0 0 0,0 0-2,0 0 0,0 0-2,0 0 1,0 0 1,0 0-6,0 0 7,0 0-1,0 0 2,0 0-2,0 0-1,0 0 8,0 0-1,0 0 4,0 0-5,0 0 12,0 0-8,0 0 1,0 0 5,0 0-1,0 0 0,0 0-1,0 0-1,0 0 1,0 0-2,0 0-1,0 0-1,0 0-4,0 0 2,0 0-3,0 0 2,0 0-3,0 0 0,0 0-2,0 0 3,0 0 5,0 0-7,0 0 0,0 0-3,0 0-1,0 0-1,0 0 1,0 0 1,0 0 3,0 0-3,0 0-3,0 0 0,0 0 3,0 0-2,0 0 0,0 0 2,0 0-6,0 0 5,0 0-1,0 0-1,0 0 1,0 0 1,0 0 0,0 0-2,0 0 3,0 0-2,0 0 2,0 0-2,-9-6 0,9 6-1,0 0 1,0 0 1,0 0 1,0 0 0,0 0-3,0 0-2,0 0 4,0 0 0,0 0-1,0 0 1,0 0-4,0 0 9,0 0-6,0 0-1,0 0 3,0 0-2,0 0-3,0 0 6,0 0-5,0 0 4,0 0 0,0 0-1,0 0 2,0 0-2,0 0-1,0 0 3,0 0 3,0 0 1,0 0 3,0 0-2,0 0 0,0 0 1,0 0-1,0 0 0,0 0 2,0 0-3,0 0-1,0 0 3,0 0-5,0 0 2,0 0 0,0 0-3,0 0-1,0 0-1,0 0 4,0 0-6,0 0 6,0 0-2,0 0 0,0 0-1,0 0 0,0 0 0,0 0-1,0 0-4,0 0 6,0 0-1,0 0 0,0 0-2,0 0 0,0 0 1,0 0-2,0 0-1,0 0 4,0 0-2,0 0 0,0 0 0,0 0 0,0 0 1,0 0 0,0 0 2,0 0-3,0 0 0,0 0 0,0 0-2,0 0 0,0 0 3,0 0-2,0 0 1,0 0-1,0 0 7,0 0-7,0 0 3,0 0 0,0 0-1,0 0 0,0 0 4,0 0-5,0 0 5,0 0-4,0 0 4,0 0-5,0 0 3,0 0 2,0 0-4,0 0 2,0 0 2,0 0-1,0 0 2,0 0-1,0 0-1,0 0 0,0 0-1,0 0 4,0 0 4,0 0-7,0 0 3,0 0 0,0 0 3,0 0 0,0 0 3,0 0 1,0 0-4,0 0 3,0 0 0,0 0 5,0 0-8,0 0-1,0 0 1,0 0 2,0 0-4,0 0 3,0 0-1,0 0-2,0 0 0,0 0-2,0 0 0,0 0-3,0 0 2,0 0 4,0 0-3,0 0-4,0 0-3,0 0 8,0 0-2,0 0-3,0 0 3,0 0-5,0 0 3,0 0-2,0 0 5,0 0-6,0 0 1,0 0-2,0 0-5,0 0-25,0 0-18,0 0-22,0 0-31,0 0-43,0 0-41,0 0-52,0 0-27,-11 15-31,1-1-45,-5 5-62,0 1-403,-2-2-871,2 1 386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7:45.71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73 89 7,'0'0'124,"0"0"-11,0 0-4,0 0-6,0 0-16,0 0-3,0 0-5,0 0-3,0 0-10,0 0-2,0 0-5,0 0-2,0 0-10,-12-32 0,12 32-10,0 0 0,-9-5-14,9 5 9,0 0-6,0 0 1,0 0 0,-11-7 4,11 7 0,0 0 4,0 0 0,0 0 2,0 0 1,0 0 2,0 0 3,0 0-3,0 0 8,-7-6-4,7 6-1,0 0 3,0 0-5,0 0 4,0 0-3,0 0-3,0 0-4,-10-5-3,10 5-2,0 0-6,0 0-3,0 0 0,0 0-2,0 0-3,-6-8 2,6 8-4,0 0-3,0 0 2,0 0-2,0 0-1,0 0 2,0 0-1,-6-10 2,6 10-4,0 0 3,0 0 1,0 0 3,0 0-1,0 0-1,0 0 6,0 0 2,0 0-6,0 0 4,0 0 1,0 0 1,0 0 3,0 0 3,0 0 0,0 0 5,0 0 2,0 0 3,0 0 0,0 0-2,0 0 0,0 0 2,0 0-2,0 0 1,-9-5-4,9 5 7,0 0-4,0 0 0,0 0-2,0 0 1,0 0 2,0 0-3,0 0-2,0 0-8,0 0 0,0 0 0,0 0-5,0 0 3,0 0-4,0 0-2,0 0-3,0 0 10,0 0-9,0 0-2,0 0 3,0 0 7,0 0-5,0 0-1,0 0 2,0 0-4,0 0 5,0 0 9,0 0-6,0 0 5,0 0-2,0 0 8,0 0 14,0 0-13,0 0 2,0 0 3,0 0 3,0 0-3,0 0 3,-4-10 3,4 10-4,0 0-1,0 0-2,0 0 2,0 0-3,0 0 1,0 0 2,0 0-9,0 0 5,0 0-3,0 0-5,0 0 0,0 0-2,0 0-5,0 0 19,0 0-14,0 0-4,0 0-4,0 0 5,0 0 4,0 0 11,0 0-10,0 0-2,0 0 3,0 0-1,0 0 2,0 0 1,0 0 0,0 0 5,0 0-4,0 0 1,0 0 0,0 0 2,0 0 0,0 0-4,0 0 1,0 0 3,0 0-8,0 0-2,0 0-2,0 0-3,0 0-1,0 0 3,0 0-3,0 0-1,0 0-2,0 0 1,0 0-3,0 0-1,0 0-2,0 0 1,0 0-1,0 0 2,0 0-4,0 0-1,0 0 1,0 0 5,0 0-6,0 0-1,0 0 0,0 0-4,0 0-1,0 0 0,0 0-1,0 0 2,0 0-1,0 0 2,0 0-4,0 0 3,0 0-3,0 0 1,0 0 2,0 0-2,0 0 1,0 0 1,0 0-2,0 0-1,0 0 3,0 0-3,0 0 0,0 0 1,0 0-2,0 0 2,0 0 1,0 0 2,0 0-3,0 0 5,0 0 0,0 0 2,0 0-5,0 0 15,0 0-2,0 0 1,0 0-1,0 0 1,0 0 2,0 0-1,0 0 0,0 0 2,0 0-1,0 0-2,0 0 1,0 0-1,0 0 0,0 0-5,0 0 0,0 0-2,0 0 0,0 0 2,0 0-5,0 0 4,0 0-3,0 0 3,0 0-1,0 0-4,0 0 4,0 0-3,0 0 4,0 0 0,0 0 0,0 0 3,0 0 0,0 0 2,0 0 2,0 0-1,0 0 2,0 0-3,0 0 1,0 0-2,0 0-1,0 0 6,0 0-7,0 0-3,0 0 1,0 0-2,0 0 1,0 0-1,0 0-4,0 0 1,0 0 2,0 0-2,0 0 0,0 0-2,0 0 1,0 0 0,0 0-3,0 0 0,0 0 1,0 0 1,0 0-3,0 0 0,0 0 2,0 0-2,0 0 2,0 0-1,0 0 1,0 0-3,0 0 2,0 0 0,0 0 2,0 0-4,0 0 0,0 0 0,0 0-2,0 0 4,0 0 0,0 0 6,0 0-9,0 0 3,0 0-2,0 0 2,0 0-2,0 0-2,0 0 1,0 0 0,0 0 0,0 0 2,0 0-3,0 0 1,0 0 3,0 0 0,0 0-3,0 0-2,0 0 6,0 0-3,0 0 0,0 0 1,0 0 0,0 0 1,0 0 0,0 0-3,0 0 4,0 0-2,0 0 1,0 0-2,0 0 0,0 0 0,0 0 3,0 0-4,0 0 2,0 0-1,0 0 3,0 0-3,0 0 2,0 0-4,0 0 2,0 0-1,0 0 0,0 0 2,0 0 0,0 0 0,0 0 0,0 0 0,0 0 1,0 0-2,0 0 3,0 0-4,0 0 3,0 0-3,0 0 2,0 0 2,0 0 2,0 0-3,0 0 3,0 0-1,0 0 2,0 0 3,0 0 0,0 0 4,0 0 3,0 0-7,0 0 2,0 0-2,0 0-1,0 0 0,0 0-1,0 0 2,0 0 1,0 0 0,0 0 0,0 0-5,0 0 8,0 0-5,0 0 5,0 0-3,0 0 0,0 0 1,0 0 0,0 0-4,0 0 2,0 0-1,0 0 1,0 0 4,0 0-9,0 0 1,0 0 7,0 0-7,0 0-1,0 0 1,0 0-1,0 0 1,0 0-3,0 0 1,0 0 1,0 0-2,0 0 0,0 0 3,0 0 0,0 0-2,0 0-1,0 0 2,0 0 1,0 0-5,0 0 1,0 0 1,0 0 6,0 0-8,0 0 5,0 0-4,0 0 4,0 0-1,0 0-1,0 0 3,0 0 1,0 0 1,0 0-4,0 0 4,0 0-3,0 0 0,0 0 2,0 0-2,0 0-1,0 0 4,0 0 0,0 0-3,0 0 1,0 0 6,0 0-10,0 0 1,0 0 0,0 0 1,0 0 2,0 0-1,0 0 1,0 0-2,0 0-1,0 0 6,0 0-6,0 0-2,0 0 2,0 0 1,0 0-1,0 0 2,0 0 5,0 0 0,0 0 1,0 0 1,0 0 1,0 0-4,0 0 5,0 0 0,0 0 0,0 0 1,0 0-5,0 0-1,0 0 0,0 0 0,0 0-2,0 0 9,0 0-3,0 0-3,0 0-3,0 0 1,0 0 0,0 0-1,0 0 1,0 0 3,0 0-5,0 0-2,0 0 5,0 0-1,0 0-4,0 0 5,0 0-7,0 0 2,0 0 2,0 0 4,0 0-2,0 0 1,0 0-4,0 0 1,0 0-6,0 0 11,0 0 0,0 0 1,0 0 2,0 0-6,0 0-3,0 0 9,0 0-6,0 0 3,0 0 2,0 0 11,0 0-17,0 0 3,0 0-1,0 0 0,0 0-2,0 0 3,0 0-5,0 0 6,0 0 1,0 0-4,0 0-4,0 0 4,0 0-2,0 0 1,0 0-1,0 0 3,0 0-2,0 0 0,0 0 15,0 0-14,0 0-4,0 0 7,0 0-7,0 0 2,0 0-7,0 0 10,0 0 0,0 0-5,0 0 1,0 0 4,0 0-3,0 0-1,0 0 3,0 0 4,0 0-6,0 0 1,0 0-2,0 0-5,0 0 5,0 0-1,0 0 0,0 0-2,0 0 2,0 0 0,0 0-1,0 0 0,0 0 3,0 0-5,0 0 7,0 0-5,0 0 1,0 0 3,0 0 0,0 0 2,0 0-5,0 0 3,0 0 0,0 0 3,0 0-3,0 0 1,0 0 7,0 0-2,0 0 0,0 0 3,0 0-11,0 0 4,0 0-1,0 0 8,0 0-7,0 0-2,0 0 0,0 0-2,0 0 2,0 0 0,0 0-6,0 0 2,0 0 0,0 0 3,0 0-5,0 0 6,0 0-4,0 0-1,0 0 4,0 0-1,0 0-1,0 0-2,0 0-2,0 0-2,0 0-3,0 0-1,0 0 5,0 0 4,0 0-3,0 0-5,0 0-3,0 0 5,0 0 2,0 0-2,0 0-1,0 0-3,0 0-3,0 0-3,0 0 7,0 0 4,0 0 5,0 0-4,0 0-1,0 0 1,0 0-3,0 0 12,0 0-10,0 0-4,0 0 1,0 0 4,0 0-4,0 0 2,0 0 8,0 0-13,0 0 0,0 0 0,0 0-2,0 0 3,0 0-1,0 0-1,0 0 2,0 0-1,0 0-1,0 0 1,0 0-1,0 0 4,0 0 3,0 0-3,0 0 5,0 0-2,0 0-4,0 0-4,0 0 4,0 0 0,0 0-2,0 0 5,0 0 1,0 0-2,0 0 3,0 0-3,0 0 0,0 0 4,0 0 4,0 0-5,0 0-2,0 0-2,0 0 4,0 0 0,0 0-3,0 0-3,0 0 3,0 0 2,0 0 4,0 0-2,0 0-3,0 0 1,0 0 0,0 0-1,0 0-1,0 0 8,0 0-2,0 0-1,0 0-2,0 0-8,0 0-5,0 0-14,0 0-9,0 0-21,0 0-21,0 0-25,0 0-31,0 0-29,0 0-45,0 0-34,0 0-37,0 0-33,0 0-34,0 0-43,0 0-27,0 0-67,0 0-249,0 0-795,25 18 352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03.4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774 25 73,'0'0'129,"0"0"-8,0 0-11,0 0 1,0 0-14,0 0-7,0 0-5,0 0-3,0 0-10,0 0-1,0 0-5,0 0 1,0 0 0,0 0 5,0 0-6,0 0 3,0 0-5,0 0 1,0 0 5,0 0 1,0 0 1,0 0 1,0 0 2,0 0-3,0 0-1,0 0-2,0 0-2,0 0-1,0 0 2,0 0-4,0 0-1,0 0-1,0 0-1,0 0 4,0 0-13,0 0-3,0 0-1,0 0-8,0 0 0,0 0-4,0 0 6,0 0-3,0 0-4,0 0-3,0 0-3,0 0-3,0 0 2,0 0-1,0 0-1,0 0 2,0 0 2,0 0-1,0 0 1,0 0 2,0 0 5,0 0 0,0 0-1,0 0 3,0 0 1,0 0 8,0 0-7,0 0 5,0 0-3,0 0 4,0 0 0,0 0-5,0 0-2,0 0 3,0 0-3,0 0 3,0 0 0,0 0 0,0 0-2,0 0 6,0 0 9,0 0-11,0 0 2,0 0 0,0 0-3,0 0 2,0 0-8,0 0 1,0 0 2,0 0-5,0 0 4,0 0-9,0 0 2,0 0-5,0 0 0,0 0-3,0 0 1,0 0-1,0 0-2,0 0-1,0 0-5,0 0 5,0 0-5,0 0 2,0 0-1,0 0 1,0 0-1,0 0-4,0 0 0,0 0 5,0 0-4,0 0 2,0 0-1,0 0 1,0 0 2,0 0-5,0 0 4,0 0 4,0 0 10,0 0-7,0 0-5,0 0 5,0 0 1,0 0 1,0 0 1,0 0-1,0 0 0,0 0 7,0 0-8,0 0-7,0 0 9,0 0-9,0 0 11,0 0-6,0 0 0,0 0-3,0 0 0,0 0 0,0 0 0,0 0-4,0 0-2,0 0 0,0 0-1,0 0-1,0 0-3,0 0-1,0 0-4,0 0 4,0 0 1,0 0 0,0 0-3,0 0-2,0 0-1,0 0 2,0 0-1,0 0 3,0 0-6,0 0-2,0 0 2,0 0 1,0 0 1,0 0 0,0 0-5,0 0 2,0 0 0,0 0 2,0 0 1,0 0-1,0 0-3,0 0-1,0 0 4,0 0-3,0 0 0,0 0 0,0 0 3,0 0-3,0 0 2,0 0-3,0 0 3,0 0-2,0 0 2,0 0 2,0 0 1,0 0-3,0 0-1,0 0 8,0 0-8,0 0 4,0 0-2,0 0 1,0 0 4,0 0-5,0 0 3,0 0 0,0 0-3,0 0 0,0 0 0,0 0 3,0 0 0,0 0-3,0 0 0,0 0 0,0 0 5,0 0-4,0 0 1,0 0-1,0 0 1,0 0-2,0 0 0,0 0 0,0 0 1,0 0-2,0 0-2,0 0 7,0 0-5,0 0-1,0 0 4,0 0-5,0 0 2,0 0-1,0 0-1,0 0-1,0 0 3,0 0 1,0 0 0,0 0-2,0 0 1,0 0-4,0 0 8,0 0-7,0 0 4,0 0-1,0 0 1,0 0 0,0 0-3,0 0 4,0 0 1,0 0-6,0 0 2,0 0 4,0 0-2,0 0 0,0 0 1,0 0 0,0 0 0,0 0 3,0 0 3,0 0 0,0 0 1,0 0 3,0 0 0,0 0 0,0 0 1,0 0-1,0 0 3,0 0-2,0 0-2,0 0 1,0 0 0,0 0-5,0 0 4,0 0-2,0 0 0,0 0 0,0 0 2,0 0-5,0 0-2,0 0 1,0 0-1,0 0-1,0 0-3,0 0 3,0 0-2,0 0 1,0 0-1,0 0-2,0 0 1,0 0 2,0 0-3,0 0 4,0 0-3,0 0-1,0 0 1,0 0 0,-9-5-1,9 5 1,0 0 2,0 0-5,0 0 2,0 0-1,0 0 1,0 0 3,0 0-1,0 0-3,0 0 3,0 0-3,0 0 2,0 0-2,0 0-2,0 0 1,0 0 2,0 0 2,0 0 0,0 0-3,0 0 0,0 0 2,0 0-3,0 0 2,0 0 1,0 0-2,0 0 0,0 0 0,0 0-1,0 0 0,0 0 2,0 0 1,0 0 0,0 0 0,0 0 4,0 0-4,0 0 2,0 0-3,0 0 6,0 0-2,0 0 4,0 0-2,0 0 2,0 0-2,0 0 5,0 0-3,0 0-1,0 0-1,0 0 0,0 0 2,0 0-1,0 0 0,0 0 0,0 0-7,0 0 8,0 0-3,0 0 2,0 0-2,0 0 1,0 0-2,0 0 5,0 0-5,0 0-2,0 0 1,0 0 1,0 0-2,0 0-1,0 0 4,0 0-3,0 0-1,0 0 0,0 0 0,0 0 2,0 0-1,0 0 1,0 0-2,0 0 4,0 0-6,0 0 3,0 0 0,0 0 0,0 0-4,0 0 4,0 0-3,0 0 1,0 0 0,0 0-1,0 0 1,0 0 0,0 0 1,0 0 0,0 0-5,0 0 2,0 0 1,0 0 0,0 0 0,0 0 2,0 0 1,0 0-2,0 0 1,0 0-1,0 0 2,0 0-3,0 0 4,0 0-2,0 0 4,0 0-2,0 0-2,0 0 3,0 0-3,0 0 3,0 0-4,0 0 1,0 0 0,0 0-2,0 0 5,0 0 0,0 0-3,0 0 0,0 0 1,0 0-2,0 0 2,0 0 3,0 0-2,0 0-1,0 0 2,0 0-2,0 0 3,0 0 0,0 0-2,0 0 0,0 0-2,-3-12 2,3 12 3,0 0 1,0 0-2,0 0 8,0 0-10,0 0-1,0 0 5,0 0-2,0 0-1,0 0-2,0 0-3,0 0 3,0 0 0,0 0 2,0 0-5,0 0-6,0 0 10,0 0-1,0 0 2,0 0-4,0 0 1,0 0 1,0 0-6,0 0 4,0 0-2,0 0 4,0 0 0,0 0-4,0 0 2,0 0 0,0 0-1,0 0-7,0 0 10,0 0-3,0 0 2,0 0 0,0 0-3,0 0 0,0 0-6,0 0 6,0 0 2,0 0-1,0 0-1,0 0 5,0 0 1,0 0 0,0 0-5,0 0 0,0 0 0,0 0 0,0 0 0,0 0 2,0 0 0,0 0-2,0 0-1,0 0-1,0 0 3,0 0 0,0 0-1,0 0-1,0 0 4,0 0-5,0 0 8,0 0-6,0 0 0,0 0 0,0 0-2,0 0 3,0 0 0,0 0 0,0 0 1,0 0-10,0 0 9,0 0 3,0 0-9,0 0 7,0 0-3,0 0 2,0 0-2,0 0 1,0 0 1,0 0-1,0 0 1,0 0 0,0 0 1,0 0-2,0 0-1,0 0 3,-7-8-3,7 8 3,0 0 0,0 0-2,0 0-1,0 0 1,0 0-1,0 0 2,0 0 3,0 0-1,0 0 0,0 0-2,0 0-1,0 0-3,0 0 2,0 0 1,0 0 0,0 0 3,0 0-1,0 0-2,0 0 1,0 0 2,0 0-3,0 0 9,0 0-7,0 0 2,0 0-3,0 0 2,0 0-1,0 0 0,0 0 1,0 0 1,0 0-1,0 0-3,0 0 3,0 0 2,0 0-2,0 0-5,0 0 7,0 0-1,0 0 1,0 0-1,0 0-1,0 0 1,0 0 2,0 0-2,0 0-3,0 0 6,0 0-2,0 0-1,0 0 3,0 0-2,0 0-4,0 0 6,0 0-6,0 0 6,0 0 1,0 0 2,0 0 4,0 0-3,0 0 5,0 0-6,0 0-3,0 0 6,0 0 2,0 0-9,0 0 7,0 0-5,0 0 1,0 0 2,0 0-1,0 0-1,0 0 3,0 0 1,0 0-4,0 0 0,0 0-3,0 0 2,0 0 3,0 0 0,0 0 11,0 0-11,0 0-5,0 0 6,0 0-5,0 0 3,0 0-1,0 0-3,0 0-12,0 0 20,0 0-3,0 0-3,0 0 3,0 0-2,0 0-3,0 0 2,0 0-2,0 0 5,0 0-4,0 0 3,0 0 1,0 0 2,0 0-4,0 0-3,0 0 8,0 0 0,0 0-6,0 0-1,0 0 6,0 0-5,0 0 5,0 0-6,0 0-1,0 0-2,0 0 3,0 0-3,0 0 6,0 0-1,0 0-3,0 0-4,0 0 13,0 0-15,0 0-2,0 0 5,0 0 1,0 0-2,0 0 1,0 0-2,0 0 3,0 0 0,0 0 6,0 0-3,0 0-8,0 0-1,0 0 8,0 0-4,0 0 6,0 0-7,0 0 4,0 0-21,0 0 18,0 0-10,0 0 11,0 0 2,0 0-1,0 0 1,0 0-5,0 0 0,0 0 4,0 0-5,0 0 9,0 0-8,0 0 0,0 0 14,0 0-15,0 0 7,0 0 0,0 0-19,0 0 18,0 0 0,0 0 2,0 0-2,0 0 1,0 0 0,0 0 2,0 0 4,0 0-13,0 0 5,0 0 3,0 0-7,0 0-2,0 0 9,0 0-3,0 0-7,0 0 11,0 0-4,0 0 4,0 0-7,0 0 14,0 0-12,0 0-5,0 0 10,0 0-6,0 0 5,0 0-3,0 0 4,0 0 1,0 0-2,0 0-1,0 0-5,0 0 4,0 0 2,0 0-5,0 0 4,0 0 5,0 0-6,0 0 8,0 0-10,0 0-1,0 0 2,0 0-4,0 0 5,0 0-8,0 0 6,0 0 2,0 0-22,0 0 21,0 0-5,0 0-1,0 0 9,0 0-11,0 0 3,0 0 3,0 0 0,0 0-3,0 0 2,0 0 0,0 0-17,0 0 20,0 0 0,0 0 12,0 0-14,0 0-3,0 0 3,0 0-15,0 0 16,0 0 4,0 0 0,0 0-1,0 0-3,0 0-1,0 0-1,0 0 3,0 0-2,0 0 0,0 0 0,0 0 2,0 0 1,0 0-3,0 0 2,0 0 2,0 0-6,0 0-2,0 0 9,0 0-12,0 0 8,0 0-3,0 0 2,0 0 5,0 0-6,0 0 0,0 0-4,0 0-11,0 0 14,0 0 1,0 0 1,0 0 2,0 0-2,0 0 3,0 0-7,0 0 2,0 0 2,0 0 1,0 0-1,0 0-2,0 0 10,0 0-10,0 0-8,0 0 14,0 0-5,0 0 3,0 0-4,0 0 0,0 0 2,0 0-2,0 0 2,0 0 1,0 0 3,0 0-3,0 0 1,0 0-6,0 0 1,0 0 2,0 0 2,0 0 5,0 0-4,0 0-4,0 0-1,0 0 0,0 0 2,0 0 4,0 0-9,0 0 4,0 0-2,0 0 7,0 0 0,0 0-5,0 0-1,0 0 1,0 0-3,0 0 1,0 0-4,0 0 10,0 0 3,0 0-5,0 0 0,0 0 1,0 0-6,0 0 3,0 0 14,0 0-13,0 0-5,0 0 7,0 0-7,0 0 8,0 0-10,0 0-11,0 0 15,0 0 2,0 0 0,0 0-3,0 0 20,0 0-19,0 0-13,0 0 14,0 0 0,0 0 1,0 0-2,0 0 8,0 0-5,0 0-5,0 0 6,0 0-6,0 0 1,0 0-2,0 0 7,0 0-6,0 0-1,0 0 9,0 0-2,0 0-4,0 0 0,0 0 1,0 0 6,0 0-15,0 0 15,0 0-2,0 0 2,0 0-1,0 0-5,0 0 1,0 0 13,0 0-20,0 0-5,0 0 11,0 0-5,0 0 16,0 0-17,0 0 3,0 0 15,0 0-17,0 0 4,0 0-1,0 0 3,0 0-6,0 0 2,0 0 2,0 0-7,0 0 1,0 0 6,0 0-4,0 0 7,0 0-6,0 0-10,0 0 7,0 0-23,0 0 25,0 0 8,0 0-3,0 0-1,0 0 0,0 0-2,0 0 11,0 0-13,0 0 2,0 0 2,0 0-1,0 0 3,0 0-5,0 0-10,0 0 9,0 0 2,0 0 2,0 0-5,0 0 4,0 0-6,0 0 1,0 0 17,0 0-9,0 0-1,-14 17-2,14-17 3,-6 8-1,6-8-2,-6 11 2,6-11 2,-8 7 0,8-7-1,-6 7-19,6-7 11,0 0 13,0 0-10,-7 12-3,7-12 7,0 0-1,-6 9-1,6-9 1,-7 8 7,7-8-7,-7 10 1,7-10 4,-6 8-3,6-8 0,-5 7 5,5-7 1,0 0-6,-6 7-5,6-7 2,0 0 5,0 0-1,-6 7 1,6-7 6,0 0-11,0 0 2,0 0-14,0 0 7,0 0 7,-6 7 1,6-7-3,0 0 6,-6 9 1,6-9 1,0 0-5,-6 9 6,6-9-8,-6 7-16,6-7 18,0 0-7,0 0 9,-6 8 2,6-8-11,0 0 10,-5 7-1,5-7-2,0 0-1,-9 11 2,9-11 7,-4 7-1,4-7-5,-6 9-2,6-9 0,0 0 3,-5 9 0,5-9-3,0 0 3,0 0-17,-7 8 16,7-8-5,0 0 5,0 0-3,0 0 1,0 0-1,0 0 4,-6 9 0,6-9-1,0 0-1,0 0-1,-7 9-2,7-9 5,0 0-7,0 0 4,-7 9 0,7-9 0,0 0-2,-6 7 4,6-7-8,-8 9 8,8-9-3,-7 8 0,7-8 6,-8 11-7,8-11 5,-4 9 0,4-9-3,-7 7 3,7-7-1,-7 6-4,7-6 1,0 0 4,-6 7-3,6-7 2,0 0-6,-8 10 3,8-10-1,0 0 5,-6 6-1,6-6-2,0 0 4,0 0-2,0 0-2,-6 7 11,6-7-13,0 0-5,0 0 1,0 0 21,0 0-12,-7 7 0,7-7-8,0 0 9,0 0-9,0 0 9,-3 13-5,3-13 1,0 0 1,0 0 7,0 0-15,0 0-14,0 0 23,-10 5-5,10-5 3,0 0 0,0 0 4,0 0-3,0 0 3,0 0 4,0 0-8,0 0 4,0 0-7,0 0 0,0 0 7,0 0 0,0 0 0,0 0 3,0 0-9,0 0 6,0 0-1,0 0-1,0 0-3,0 0 4,0 0 0,0 0-3,0 0-32,0 0 37,0 0-18,0 0 13,0 0 4,0 0-7,0 0 12,0 0-4,0 0 8,0 0-11,0 0-12,0 0 8,0 0-1,0 0 0,0 0 2,0 0 2,0 0-4,0 0 10,0 0-4,0 0-5,0 0 2,0 0 0,0 0 2,0 0-5,0 0 4,0 0-1,-4 7 0,4-7 3,0 0-3,-6 11-5,6-11 3,-8 6-15,8-6 13,0 0 3,-10 9-2,10-9 4,0 0-1,-3 8 17,3-8-22,0 0 1,0 0 6,0 0-7,0 0 5,0 0 0,-6 8-2,6-8-4,0 0 8,0 0-2,-9 7 4,9-7-7,0 0 0,0 0 9,-5 7-6,5-7 0,0 0 0,0 0 0,0 0-1,-6 7 6,6-7-3,0 0 5,0 0-8,0 0 5,0 0-5,0 0 0,0 0 6,0 0-8,0 0 2,0 0-6,-6 7 14,6-7-4,0 0 2,0 0-14,0 0 12,0 0-1,0 0 4,0 0 1,0 0-6,0 0 2,0 0-6,0 0 6,0 0-6,0 0 0,0 0-4,0 0 8,0 0-6,0 0-6,0 0 8,0 0-2,0 0 0,0 0 0,0 0-2,0 0 6,0 0-4,0 0 0,0 0 2,0 0 1,0 0 3,0 0 0,0 0 1,0 0 4,0 0-7,0 0 2,0 0-4,0 0 1,0 0 2,0 0-1,0 0-2,0 0-1,0 0 2,0 0 4,0 0-5,0 0 13,0 0-21,0 0-2,0 0 1,0 0-10,0 0-4,0 0-7,0 0-4,0 0-9,0 0-9,0 0-11,0 0-15,0 0-26,0 0-30,0 0-22,0 0-33,0 0-42,0 0-36,0 0-36,17-24-29,-17 24-20,0 0-34,12-11-42,-12 11-334,7-7-827,-7 7 367</inkml:trace>
  <inkml:trace contextRef="#ctx0" brushRef="#br0" timeOffset="5283">20 951 60,'0'0'142,"0"0"-4,0 0-9,0 0-10,-3-10-7,3 10-7,0 0-11,0 0-3,0 0-3,0 0-6,0 0-6,0 0-4,0 0-2,0 0-3,0 0-4,0 0 0,0 0-10,0 0 3,0 0 7,0 0 3,0 0 1,0 0 1,0 0 1,0 0 1,0 0-4,0 0-9,-17-2-5,17 2-3,0 0-3,0 0-1,0 0 3,0 0 1,0 0-3,0 0-1,0 0-1,0 0-5,0 0 0,0 0 3,5-16-1,-5 16-3,0 0 0,0 0 0,0 0-4,0 0 3,0 0-1,0 0 2,0 0 2,0 0-1,0 0 0,0 0 5,0 0 1,0 0 3,0 0-2,0 0-4,0 0 2,0 0-7,0 0 1,0 0-2,0 0-1,0 0 0,0 0-4,0 0 0,0 0 2,0 0-7,0 0 9,0 0-6,0 0 3,0 0-7,0 0 3,0 0-1,0 0 3,0 0 9,0 0 2,0 0 3,0 0 1,0 0-5,0 0 0,0 0 3,0 0 6,0 0 3,0 0-4,0 0 7,0 0-3,0 0 3,0 0-5,0 0 3,0 0-1,0 0 1,0 0-3,0 0-1,0 0 11,0 0-9,0 0-5,0 0 5,0 0-4,0 0-3,0 0 8,0 0-10,0 0-3,0 0-10,0 0 7,0 0 1,0 0-1,0 0 4,0 0-4,0 0 10,0 0-7,0 0-2,0 0 4,0 0-2,0 0 7,0 0-4,0 0 4,0 0-3,0 0 3,0 0-2,0 0 2,0 0-3,0 0 1,0 0-2,0 0-2,0 0 0,0 0 0,0 0-3,0 0 1,0 0-7,0 0 1,0 0-2,0 0-1,0 0-1,0 0-1,0 0-2,0 0 3,0 0-3,0 0 2,0 0 0,0 0 0,0 0-2,0 0-1,0 0 0,0 0-2,0 0 3,0 0-8,0 0-1,0 0 1,0 0-2,0 0-1,0 0-3,0 0-2,0 0 0,0 0 2,0 0-5,0 0 1,0 0 2,0 0 1,0 0-3,0 0-1,0 0 0,0 0 0,0 0-4,0 0-1,0 0 1,0 0 1,0 0-1,0 0 5,0 0 0,0 0-6,0 0 2,0 0 2,0 0 0,0 0-1,0 0 4,0 0 9,0 0-9,0 0 1,0 0 1,0 0 0,0 0-5,0 0 8,0 0-6,0 0 5,0 0-3,0 0-2,0 0 3,0 0 2,0 0 0,0 0-3,0 0-1,0 0 1,0 0 0,0 0 1,0 0-2,0 0-5,0 0 6,0 0 3,0 0-8,0 0 2,0 0-3,0 0 0,0 0 5,0 0-2,0 0 2,0 0 2,0 0 2,0 0 4,0 0-2,0 0-1,0 0-2,0 0 8,0 0 2,0 0-6,0 0 4,0 0-9,0 0 5,0 0-5,0 0-1,0 0 13,0 0-13,0 0-4,0 0 2,0 0 6,0 0-10,0 0 6,0 0-1,0 0 0,0 0 4,0 0-10,0 0 12,0 0 4,0 0 2,0 0 11,0 0-17,0 0 2,0 0 2,0 0 1,0 0-4,0 0-5,0 0-7,0 0 7,0 0-3,0 0 1,0 0 1,0 0-4,0 0 3,0 0 5,0 0-1,0 0-5,0 0 5,0 0-2,0 0-4,0 0 6,0 0-1,0 0 4,0 0-12,0 0 10,0 0 1,0 0 0,0 0 5,0 0-4,0 0-6,0 0-1,0 0 0,0 0 1,0 0 4,0 0 5,0 0-4,0 0-3,0 0 9,0 0 5,0 0-16,0 0 3,0 0 0,0 0-1,0 0 5,0 0 0,0 0-7,0 0-9,0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0,13-14 0,-6 8 0,-7 6 0,6-15 0,-6 15 0,4-8 0,-4 8 0,0 0 0,6-11 0,-6 11 0,0 0 0,0 0 0,6-7 0,-6 7 0,0 0 0,8-9 0,-8 9 0,0 0 0,6-7 0,-6 7 0,0 0 0,0 0 0,6-7 0,-6 7 0,0 0 0,0 0 0,0 0 0,0 0 0,0 0 0,6-7 0,-6 7 0,0 0 0,0 0 0,0 0 0,0 0 0,0 0 0,0 0 0,6-11 0,-6 11 0,6-5 0,-6 5 0,0 0 0,8-7 0,-8 7 0,0 0 0,0 0 0,6-7 0,-6 7 0,0 0 0,0 0 0,0 0 0,0 0 0,6-11 0,-6 11 0,0 0 0,0 0 0,3-6 0,-3 6 0,0 0 0,0 0 0,7-7 0,-7 7 0,0 0 0,0 0 0,0 0 0,6-10 0,-6 10 0,0 0 0,0 0 0,7-6 0,-7 6 0,0 0 0,7-7 0,-7 7 0,0 0 0,6-7 0,-6 7 0,0 0 0,0 0 0,0 0 0,8-8 0,-8 8 0,0 0 0,0 0 0,7-6 0,-7 6 0,0 0 0,0 0 0,6-7 0,-6 7 0,0 0 0,0 0 0,0 0 0,0 0 0,6-7 0,-6 7 0,0 0 0,6-8 0,-6 8 0,0 0 0,7-6 0,-7 6 0,0 0 0,6-9 0,-6 9 0,0 0 0,0 0 0,0 0 0,6-7 0,-6 7 0,0 0 0,0 0 0,0 0 0,0 0 0,0 0 0,0 0 0,6-7 0,-6 7 0,0 0 0,0 0 0,0 0 0,0 0 0,0 0 0,0 0 0,7-9 0,-7 9 0,0 0 0,0 0 0,0 0 0,0 0 0,0 0 0,6-7 0,-6 7 0,0 0 0,0 0 0,0 0 0,0 0 0,0 0 0,0 0 0,0 0 0,0 0 0,0 0 0,5-6 0,-5 6 0,0 0 0,0 0 0,0 0 0,9-8 0,-9 8 0,0 0 0,0 0 0,0 0 0,0 0 0,0 0 0,5-7 0,-5 7 0,0 0 0,0 0 0,0 0 0,0 0 0,0 0 0,0 0 0,0 0 0,0 0 0,0 0 0,0 0 0,0 0 0,0 0 0,0 0 0,0 0 0,0 0 0,0 0 0,0 0 0,0 0 0,0 0 0,0 0 0,0 0 0,0 0 0,0 0 0,0 0 0,0 0 0,0 0 0,0 0 0,6-7 0,-6 7 0,0 0 0,0 0 0,0 0 0,0 0 0,0 0 0,0 0 0,0 0 0,0 0 0,0 0 0,0 0 0,0 0 0,0 0 0,0 0 0,0 0 0,0 0 0,0 0 0,0 0 0,0 0 0,0 0 0,0 0 0,0 0 0,0 0 0,0 0 0,0 0 0,0 0 0,0 0 0,0 0 0,0 0 0,0 0 0,6-7 0,-6 7 0,0 0 0,7-9 0,-7 9 0,6-7 0,-6 7 0,0 0 0,0 0 0,8-6 0,-8 6 0,0 0 0,0 0 0,0 0 0,0 0 0,0 0 0,0 0 0,0 0 0,0 0 0,0 0 0,9-6 0,-9 6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0-186,0 0-50,0 0-65,0 0-77,0 0-104,9-9-120,-1 4-399,4-4-1085,0-2 479</inkml:trace>
  <inkml:trace contextRef="#ctx0" brushRef="#br0" timeOffset="10142">565 181 7,'0'0'122,"0"0"-10,0 0-10,0 0-5,0 0-5,0 0-9,0 0-9,0 0-7,0 0-3,0 0-16,0 0-4,0 0-4,0 0-2,-13-1-4,13 1-5,0 0-4,0 0-6,0 0 0,0 0 0,0 0-10,0 0 6,0 0 3,0 0-2,-16 0 3,16 0 2,0 0 1,0 0 9,0 0-2,0 0-1,0 0 0,0 0 4,0 0-2,-13 1-5,13-1 3,0 0-2,0 0-1,0 0-3,-11 4 0,11-4-5,0 0 1,0 0 1,0 0 1,0 0 0,-12 3 8,12-3-5,0 0 5,0 0 4,0 0 4,0 0 3,0 0 3,0 0 0,0 0-1,0 0 3,0 0-5,0 0-4,0 0-2,0 0-2,0 0-5,0 0-2,0 0 0,-17-3-3,17 3-2,0 0-3,0 0-1,0 0 2,-12-5-6,12 5 1,0 0 4,0 0 0,-9-5 8,9 5-1,0 0 6,0 0-1,0 0 4,0 0 2,-13-6-1,13 6 1,0 0-1,0 0 1,0 0-1,0 0-1,0 0-2,0 0 1,-11-4-1,11 4-1,0 0 0,0 0-3,0 0 3,0 0 1,0 0-3,0 0 2,0 0 10,0 0-2,0 0 1,0 0-1,0 0 0,0 0-2,0 0-5,0 0-1,0 0-5,0 0-1,0 0-1,0 0-3,0 0-2,0 0 0,0 0-5,0 0 1,0 0-3,0 0-2,0 0 0,0 0 1,0 0 4,0 0-4,0 0 3,0 0-1,0 0 1,0 0 4,0 0 0,0 0-4,0 0-3,0 0 3,0 0-2,0 0-1,0 0-4,0 0 4,0 0 1,0 0-1,0 0 1,0 0-4,0 0 3,0 0 1,0 0-3,27-8 2,-27 8-2,12-2-2,-12 2 3,9-3-5,-9 3 4,0 0-5,19-2 0,-19 2 4,10-2-2,-10 2 0,0 0 2,15-5-1,-15 5-1,9-6 2,-9 6-4,14-5 0,-14 5 0,14-8 3,-8 4-6,-6 4 1,13-5 7,-13 5-4,11-8-2,-11 8 4,11-5-7,-11 5 4,10-3-1,-10 3 0,0 0 12,12-7-14,-12 7 1,5-5 2,-5 5 2,0 0-6,12-4 5,-12 4-2,8-5-1,-8 5-1,0 0 1,12-9 2,-12 9-2,7-3 3,-7 3-3,0 0 2,0 0-1,11-7-4,-11 7 10,0 0-8,7-6-2,-7 6 20,0 0-21,0 0 5,8-5-2,-8 5 3,0 0-6,0 0 1,11-3-2,-11 3 4,0 0-4,0 0 5,0 0 0,0 0-2,9-6 0,-9 6 0,0 0 2,0 0-2,0 0 3,0 0 3,0 0-9,0 0 3,0 0-2,0 0 4,0 0 0,0 0-3,0 0 2,7-6-1,-7 6 0,0 0 3,0 0-4,12-2 7,-12 2-6,0 0 5,0 0-3,13-3 0,-13 3 1,0 0-2,0 0 2,0 0-5,15-1 6,-15 1-4,0 0 0,0 0 3,0 0-3,0 0 0,0 0 3,0 0-3,0 0-1,0 0 0,0 0 2,0 0 0,0 0-2,0 0 4,0 0-2,0 0-2,0 0 3,0 0-1,0 0 2,0 0-3,0 0 2,0 0-3,0 0 5,0 0 1,0 0-3,0 0-1,0 0 1,9-4-1,-9 4-3,0 0 2,0 0-2,0 0 2,0 0 3,0 0-6,0 0 1,0 0 2,0 0-2,0 0 4,0 0-1,0 0 0,0 0 1,0 0-1,0 0-2,0 0 0,0 0 2,0 0 1,0 0-2,0 0 1,0 0 0,0 0 4,0 0-7,0 0 2,0 0 2,0 0-2,0 0 3,0 0 0,0 0-2,0 0-3,0 0 5,0 0-1,0 0 2,0 0-4,0 0 3,0 0-1,0 0 1,-14 32 3,8-26-1,6-6-3,-9 12 3,3-6 3,0 4 5,3-3-2,-5 3-2,-1 1 3,2 1 2,1 0-1,-4 0 4,3 0-5,-1 1-2,2-5 4,0 2-3,2-3-2,4-7 1,-9 15-3,4-6 2,2 0-2,3-9 4,-9 12-6,9-12-1,-3 11 8,3-11-5,-5 10-1,5-10 0,0 0-4,-3 9 8,3-9-6,0 0 7,-6 9-8,6-9 0,0 0-4,0 0 2,-4 8 5,4-8-6,0 0 2,0 0 3,0 0-3,0 0-4,-3 10 4,3-10 1,0 0-1,0 0 2,0 0-1,0 0-4,0 0-10,0 0-11,0 0 0,0 0-13,0 11-8,0-11-6,0 0-8,0 0-8,0 0-6,0 0-1,-6 7-10,6-7-12,-8 5-16,8-5-14,-8 6-18,8-6-20,0 0-25,-10 10-53,10-10-152,-12 7-425,12-7 188</inkml:trace>
  <inkml:trace contextRef="#ctx0" brushRef="#br0" timeOffset="14049">184 739 78,'0'0'138,"0"0"-6,0 0-10,0 0-9,0 0-1,0 0-7,0 0-2,0 0-13,0 0-2,0 0-4,0 0-11,0 0-7,0 0 3,0 0 1,3-4-3,-3 4-6,0 0-3,0 0-4,3-10-6,-3 10-1,0 0 0,0 0-6,4-11 0,-4 11-2,0 0-1,2-12-3,-2 12-1,0 0-4,4-16-3,-1 9-2,-3 7-2,5-12 0,-5 12 3,4-14-8,-4 14 1,5-12 2,-1 3-3,-4 9 0,5-14 1,-4 7 5,-1 7 1,4-13-1,-4 13-2,3-11 1,-3 11-1,1-11 2,-1 11-1,0 0 0,5-12 3,-5 12 0,0 0-1,0 0 2,0-12-1,0 12 1,0 0 3,0 0-5,0 0-5,0 0 1,0 0-4,0 0 0,0 0-4,1-15 3,-1 15-5,0 0-2,0 0 1,0 0-2,0 0-1,0 0 3,0 0-5,0 0 2,0 0-3,0 0-1,0 0 2,0 0-2,0 0 1,0 0 0,0 0 1,0 0-3,0 0 2,0 0 0,0 0-2,0 0 4,2-10-6,-2 10 3,0 0-3,0 0 3,6-11-5,-6 11 3,0 0-1,0 0 1,6-7 0,-6 7-1,0 0-1,0 0 2,0 0-3,0 0-3,0 0 1,0 0 5,0 0-3,0 0 4,0 0-2,0 0 3,0 0-2,-18 32 1,10-24-1,2 2-3,-2 0 2,2-2 1,-1 2 2,1-4-2,0 1 0,6-7 1,-9 15-3,4-9 3,-1 1-1,1 1 2,5-8-1,-10 10 0,4-3 1,6-7-2,-11 13 0,5-7-7,2 3-18,-6 2-26,-2-1-29,2 2-52,2 1-73,-2-1-212,0-1-448,3-1 198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23.07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0 120 81,'0'0'118,"0"0"-6,0 0-12,0 0 8,0 0-13,0 0-6,0 0 1,0 0-2,0 0-2,0 0-5,0 0-1,0 0-6,0 0-1,0 0 0,0 0-7,0 0 5,0 0-8,0 0 2,0 0-3,0 0-9,0 0-8,0 0-2,0 0-3,0 0-9,7-28 2,-7 28-2,0 0-7,0 0 0,-3-12-2,3 12-6,0 0 2,0 0-5,0-16 3,0 16-4,0 0 0,0-12-2,0 12 0,0 0-5,0-16 4,0 16-1,0 0 0,3-13-2,-3 13-1,0 0 1,2-11 1,-2 11-3,0 0 3,0 0 1,1-12-2,-1 12 5,0 0-7,0 0 1,0 0-5,0 0 0,0 0-1,0 0 0,0 0-1,0 0 2,0 0-2,0 0-1,0 0 1,0 0 4,0 0 3,0 0-4,0 0 0,0 0-4,0 0 1,0 0-2,0 0 6,0 0 1,0 0-4,11 29 2,-11-29 2,0 0-6,0 0 6,0 0-2,0 0 1,3 11-2,-3-11 10,0 0 6,3 12 6,-3-12-5,0 0 5,-5 14 1,5-14-1,-1 12-3,1-12-4,-2 14-1,2-14 0,-4 14-3,4-14 3,-2 14-2,2-14-3,0 14 1,0-14-1,-3 13 2,3-13-2,3 13 1,-3-13-2,2 13-2,-2-13 0,1 14-1,-1-14 2,3 10-4,-3-10 2,0 14 1,0-14-1,2 9-2,-2-9 0,1 11-2,-1-11 2,0 0 2,0 0 2,-1 17-3,1-17-1,0 0 1,0 14-2,0-14 3,0 0 2,1 11-5,-1-11 0,0 0 1,0 0 0,-3 14-3,3-14 3,0 0-2,0 0 2,-3 12 0,3-12-3,0 0 2,0 0-3,0 13-2,0-13-3,0 0-13,0 0-10,0 0-14,0 0-24,0 0-27,0 0-27,0 0-48,0 0-179,0 0-376,0 0 167</inkml:trace>
  <inkml:trace contextRef="#ctx0" brushRef="#br0" timeOffset="985">195 251 106,'-17'2'111,"17"-2"-5,0 0-4,0 0-15,0 0-2,0 0-11,0 0-14,0 0-3,0 0-1,0 0-11,-17 0 0,17 0 2,0 0-9,0 0-4,0 0 2,-12-3-11,12 3 7,0 0-2,0 0-1,0 0-1,0 0 8,-10-5-8,10 5 6,0 0-3,0 0 3,0 0 5,0 0-5,-11-4 1,11 4 6,0 0-10,0 0 3,0 0 1,0 0-6,0 0 2,0 0-7,0 0 1,0 0-8,0 0 2,0 0-2,0 0-1,0 0-2,0 0 1,0 0 1,-18 5 1,18-5-2,0 0-1,0 0-1,0 0 0,0 0 0,-3 11 4,3-11-4,0 0-5,0 0 8,0 0-8,-5 9 2,5-9 0,0 0-1,0 0-1,0 0 1,-6 8 1,6-8-2,0 0 0,0 0 5,0 0 3,0 0 2,-6 7 5,6-7-1,0 0 1,0 0 4,0 0-3,0 0 5,0 0-3,0 0 0,0 0-1,0 0-2,0 0-3,0 0-1,0 0 1,0 0-5,0 0-3,0 0-5,0 0 4,0 0-7,0 0 5,0 0-2,0 0 0,0 0 2,0 0 2,0 0-1,0 0-2,0 0 2,0 0-1,0 0-2,0 0 3,34-15-1,-34 15 2,10-4-6,-10 4 4,9-6 2,-9 6 5,12-5-3,-12 5-1,14-5-1,-14 5 0,14-8-1,-14 8 1,12-4-2,-12 4-3,10-3 0,-10 3 1,12-6-2,-12 6 1,11-2-3,-11 2 3,0 0-6,14-3 2,-14 3 3,0 0-1,15-4-2,-15 4 3,12-3-1,-12 3-2,14-3-3,-14 3 3,10-7 0,-10 7 3,14-4-8,-14 4 14,12-5-5,-6-1 2,-6 6-2,0 0-1,15-3 1,-15 3 0,0 0-2,11-2 1,-11 2-3,0 0 3,0 0-4,0 0-1,0 0 2,15-3 0,-15 3-1,0 0-2,0 0 3,0 0-3,0 0 1,0 0 1,15 3 1,-15-3-1,0 0-1,0 0 1,12 2 0,-12-2-2,0 0-1,0 0 3,0 0 0,0 0 0,0 0 1,17-2 1,-17 2-3,0 0 4,0 0 3,0 0-4,0 0 0,0 0 0,0 0 0,0 0 3,0 0-3,0 0 0,0 0 0,0 0 3,0 0 0,0 0 1,0 0 5,0 0-1,0 0-1,0 0-1,0 0 2,0 0-2,0 0-4,0 0 4,0 0-6,0 0 2,0 0 1,0 0-3,0 0 0,0 0 5,0 0-1,0 0-2,0 0 0,0 0 0,0 0-2,0 0 1,0 0-5,0 0-1,0 0 4,0 0-3,-46 7 2,34-5-1,0 0 1,-2 1 3,-1 1-4,2 1 0,1-1 2,-4-1-23,6-1-41,-1 1-82,1 1-123,1 3-163,9-7-465,0 0 206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37.8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137 48 78,'0'0'110,"0"0"-3,0 0-4,0 0-5,15 2 0,-15-2-4,0 0-6,0 0 0,0 0-20,0 0 8,0 0-1,0 0-7,0 0 0,0 0-4,0 0 6,0 0-9,0 0 3,0 0-2,0 0 10,0 0-3,0 0 2,0 0-4,0 0 2,0 0-3,0 0-10,0 0-3,0 0-7,0 0 0,0 0-3,0 0-8,-2-17 0,2 17-3,0 0-5,0 0 0,0 0 1,0 0 6,0 0-3,-7-16-1,7 16-2,0 0 6,0 0-4,0 0 1,0 0 4,-6-11-4,6 11 2,0 0 0,0 0 0,0 0-3,0 0 4,-6-6-8,6 6-2,0 0-4,0 0 0,0 0-2,0 0-2,0 0-4,0 0 4,0 0-5,-26 10-2,26-10 0,-7 5 0,7-5 1,-13 5-1,13-5 2,-10 9-4,4-4 0,-2 2-1,8-7 2,-9 9-1,5-3 2,4-6-3,-9 12-2,9-12 2,-5 12 2,0-3 3,1-1 1,4-8-1,-8 20-1,5-12 5,-1 0-3,2 2-2,-1 4-2,2-3 0,-1 1 1,1 2-1,1-3-3,0-11 0,-3 21 1,3-13-1,0-8 3,3 22-4,-2-14 3,1 3 3,-2-11-4,4 19-1,-2-8 2,2-3-2,-1 1 2,2 0-2,-5-9-2,7 12 3,-2-7-4,0 5 1,-5-10 1,10 8-2,-4-3 5,-6-5-3,9 7 0,-9-7-2,14 6 4,-7-4-1,-7-2 1,16 1 0,-16-1-2,18-1 6,-18 1 0,21-5-3,-9-1 2,0 2-1,0 1-1,2-2-1,-4 0 1,6-8 0,-7 9-1,-2-2-2,-7 6 1,20-7 4,-11 1-5,0 3-1,-1-3 3,-8 6-3,12-6 3,-12 6-4,7-7 1,-7 7 1,6-8 1,-6 8-2,0 0 3,8-7 0,-8 7 4,0 0 0,0 0-2,0 0-4,0 0 2,0 0-3,0 0 0,0 0 1,0 0-1,0 0-1,0 0 0,0 0 0,0 0-4,0 0 4,0 0-1,0 0-1,13-1-3,-13 1-17,0 0-16,0 0-13,0 0-23,0 0-42,0 0-51,0 0-64,0 0-254,0 0-523,0 19 231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41.11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158 128 109,'0'0'137,"0"0"-9,0 0-1,0 0-12,0 0-6,0 0-7,0 0-6,0 0-17,0 0 1,0 0-3,0 0-6,0 0-14,0 0 13,0 0-6,0 0-2,0 0-2,0 0 3,0 0-5,0 0-2,0 0-8,0 0-6,0 0-1,0 0 0,0 0-2,0 0-6,0 0-1,0 0 3,0 0-3,-14 35-9,11-28 2,3-7 4,-4 17-3,1-6-2,-2 5 1,0-2 6,1 2-9,-5 0 4,6 0-3,-3 1-1,-2 1 1,2-1-2,0 1-5,2-3 0,-2-1 1,3 3-4,-5-4-3,2 2 1,0-2-2,3 2 4,-3-4-7,0 2 2,1-2 1,2-2-2,-3-1-1,2 1 0,4-9-2,-6 12 0,6-12-2,-4 10 2,4-10 0,0 0-1,-6 9-3,6-9 3,0 0 1,0 0-3,-6 10 5,6-10-4,0 0 4,0 0-2,0 0 1,0 0-5,0 0 2,0 0 1,0 0 0,0 0-5,0 0 4,0 0 1,19-35 0,-16 24-2,3-1 3,-2-3-3,2 3 1,2-5 0,-2 0 0,1 0-2,1-4-1,3 0 0,-7-1 1,2-4-8,0 4 5,2-3-4,-7 2-5,7-1 2,-5 2 1,-2 4 1,-1 0-2,0 2 7,2 0-3,-2 0 0,3 1 2,-2 2 0,-1 1 2,5 1-1,-5 11-5,0-15 4,0 15-2,4-13-1,-4 13 0,4-12 1,-4 12 1,6-8 0,-6 8-1,3-8 1,-3 8 2,7-8 1,-7 8 1,0 0-7,6-5 7,-6 5 2,0 0-4,0 0 0,14-4-1,-14 4 0,0 0-2,0 0 9,0 0 7,16 12 5,-16-12-3,3 10 7,-3-10 3,7 16-1,-3-10 1,-4-6 1,6 19 4,-3-9 5,-1 0-2,1 3 2,0 0 2,-2 1-1,2 0 1,2 1 3,-2 5 0,-2-5 1,4 4 8,-2 0-7,1 4 0,2 0-2,1 0 3,-4-4-7,4 3 4,-1-5-4,-1 1-4,4-3-5,-5 0 4,2-1-7,-3-3-1,3 1-3,-1-1 2,-2-6-4,2 3 7,-5-8-12,7 11 4,-7-11-5,2 9-4,-2-9 3,0 0 1,4 8-4,-4-8-1,0 0 2,0 0 3,2 10-4,-2-10 0,0 0 0,0 0 1,0 0 0,0 0-3,0 0 1,0 0-1,0 0 4,0 0-6,0 0-3,0 0-9,0 0-13,0 0-11,0 0-14,0 0-5,0 0-10,0 0-15,4 8-14,-4-8-15,0 0-10,0 0-19,0 0-18,0 0-28,0 0-219,0 0-435,0 0 192</inkml:trace>
  <inkml:trace contextRef="#ctx0" brushRef="#br0" timeOffset="1063">96 365 119,'0'0'184,"12"-8"-14,-6 2-13,4 1-12,-3-1-13,3 1-12,-10 5-16,20-5-5,-13 3-5,-7 2-13,22-4-10,-12 4-23,-10 0-31,20 4-32,-11-2-33,-9-2-58,15 4-123,-7-3-248,-8-1 110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44.9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132 64 27,'0'0'161,"0"0"-12,0 0-13,0 0-14,0 0-12,0 0-13,0 0-13,0 0 0,0 0-16,-3-9-11,3 9-1,0 0-4,0 0-3,0 0-1,0 0-3,0 0 1,0 0-1,0 0-3,0 0-2,0 0 4,0 0-2,0 0-5,0 0 5,0 0 10,0 0-3,0 0-4,0 0 6,3 38-3,-3-38-5,-3 14 2,3-1-1,0 1 16,0 5-4,-5-5-2,5 8-5,-3 1-4,0 1-4,3 2 8,-3-2-8,0-1 1,3 2-5,0-8-3,0 3-1,0-3-3,0 0-3,0-3-4,0 1-1,0-3 0,0-12-4,0 20-2,0-12 20,0-8-3,-3 16-1,3-16-6,0 12 1,0-12-1,0 0-7,3 11 1,-3-11-1,0 0-2,-6 13-2,6-13-2,0 0 4,-1 10-4,1-10-8,0 0-13,-6 6-18,6-6-23,0 0-31,-14 3-33,14-3-42,0 0-41,0 0-213,0 0-442,-12-15 196</inkml:trace>
  <inkml:trace contextRef="#ctx0" brushRef="#br0" timeOffset="515">141 112 70,'0'0'149,"0"0"-11,0 0-9,3-13-13,-3 13-8,0 0-1,0 0-4,0 0 1,0 0-4,0 0-1,0 0-4,0 0-2,0 0-6,0 0 0,0 0-7,0 0-5,0 0-7,0 0-1,0 0-5,0 0-9,2-7-3,-2 7-4,0 0-4,12-11-1,-12 11-2,10-11-3,-4 5 0,-6 6 2,14-12 1,-11 7-4,-3 5-1,14-9-2,-5 4-2,-9 5-6,13-11 0,-7 7-2,-6 4-6,14-4 0,-14 4 4,14-5-9,-14 5-2,12-4-1,-12 4-1,10-4 0,-10 4 1,0 0-5,17 0 4,-17 0-2,0 0 1,9 12-1,-9-12 2,3 14-1,-3-5 1,0 2-3,0-11 3,-6 27-4,0-11 3,-2-1-3,2 3 5,-4 7-3,1-4-5,0-6 4,-2 2 0,0 0-1,2-1-2,-1-4-2,-2 2 3,1-3 0,2 0 1,1 2-2,2-5 1,-3-1 8,5 1-5,4-8-1,-12 7 0,12-7 0,-8 6-1,8-6 2,0 0-3,0 0-1,-12 3-3,12-3 2,0 0-2,0 0 1,0 0 0,0 0-2,0 0 1,0 0-1,0 0 2,0 0 0,0 0-3,0 0 2,0 0 2,18-25-2,-18 25 1,0 0 0,0 0-1,8-6-1,-8 6 2,0 0-3,10-6 4,-10 6-3,9-2 2,-9 2 1,12-3-2,-12 3 2,14-6-2,-14 6 1,14-4 3,-14 4 2,13-2-5,-13 2-1,15-3 5,-15 3-4,14-1 1,-14 1-1,14 1 0,-14-1 3,19 2-2,-13 1 0,2 1 0,-8-4 0,15 6 1,-4-1-1,-5-1 0,-6-4 0,13 9 1,-7-1-2,-3-1 2,5 2 3,-8-9 0,3 13 1,0-4 0,0 2 1,-2-1 8,-1-10 1,-4 20 4,1-6-3,-3 0 0,-2 2 0,2-2 4,-4 0 0,1-3 3,-2 4 2,2-2-1,-5-1 0,2-2 1,-1 1 0,4-2 7,-5-3 5,0 3-1,-2-2-1,2-3 1,2 0-11,-2-1 9,2-1-3,2 0 3,10-2-2,-28-2 0,13 0-2,15 2 3,-19-1-1,19 1 1,-17-4 1,17 4-4,-14-3 2,14 3 0,0 0-3,-13-5 0,13 5-1,0 0-8,-14-1-1,14 1 4,0 0-8,0 0 4,0 0-10,0 0-4,0 0 5,0 0-6,0 0 0,-12-2 7,12 2-10,0 0 0,0 0 1,0 0 1,0 0-9,0 0 11,0 0-5,0 0 5,0 0-5,0 0-3,0 0 3,0 0-9,0 0-13,0 0-23,0 0-25,0 0-34,0 0-46,0 0-73,0 0-95,0 0-180,-20 9-538,20-9 239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8:52.94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166 223 92,'0'0'102,"-8"9"-15,8-9-8,0 0-7,-8 9-9,8-9-7,-6 6-3,6-6-16,-4 10 5,4-10-4,-6 10-8,6-10 3,-5 8-7,5-8-7,-6 8 6,6-8-11,0 0-1,0 0 7,-6 10-6,6-10-9,0 0 4,0 0-4,0 0 1,0 0-1,0 0-2,0 0 0,0 12 3,0-12-2,0 0 9,0 0-5,0 0 11,0 0-3,0 0 6,0 0 4,0 0-2,0 0 2,0 0 7,0 0 7,0 0 2,0 0 3,0 0 2,0 0-5,0 0 4,0 0-2,0 0 1,0 0-5,0 0 3,0 0-6,0 0 4,0 0-3,0 0 6,0 0 1,0 0 1,0 0-1,0 0 3,0 0 2,0 0 1,0 0 1,0 0-4,0 0 3,0 0-3,0 13-1,0-13 0,0 0 2,0 0-5,0 0 1,0 0-5,0 0 2,0 0-5,0 0 1,0 0-2,0 0-3,0 0 0,0 0 3,0 0-3,0 0 2,0 0 0,0 0-1,0 0 4,0 0 2,0 0 3,0 0-3,0 0 2,0 0 0,0 0 4,0 0-9,0 0-4,0 0 3,0 0-10,0 0 5,0 0-5,0 0-1,0 0 4,0 0-7,0 0 7,0 0 1,0 0-2,0 0 3,0 0 0,0 0 0,0 0 0,0 0 1,0 0 1,0 0 2,0 0 0,0 0-4,0 0 7,0 0-2,0 0 0,0 0-9,0 0 6,0 0 7,0 0-8,0 0 6,0 0 17,0 0-11,0 0-5,0 0-1,0 0 2,0 0-8,0 0 3,0 0 2,0 0 3,0 0-1,0 0 3,0 0-2,0 0-4,0 0 1,0 0-4,0 0 7,0 0-5,0 0-5,0 0-1,0 0-5,0 0 4,0 0-6,0 0 1,0 0 2,0 0 9,0 0-9,0 0 1,0 0-5,0 0 6,0 0 3,0 0 4,0 0-2,0 0 12,0 0-3,0 0 8,0 0-8,0 0 1,0 0-4,0 0 0,0 0-1,0 0-4,0 0-6,0 0 1,0 0-1,0 0-4,0 0-2,0 0 0,0 0-4,0 0 2,0 0-3,0 0 1,0 0-5,0 0 0,0 0 1,0 0 0,0 0-1,0 0 0,0 0 2,0 0 6,0 0 2,0 0 0,0 0 3,0 0 1,0 0 3,0 0 1,0 0-3,0 0 2,0 0-4,0 0 2,0 0-3,0 0 0,0 0-1,0 0-2,0 0 3,0 0-2,0 0-3,0 0 0,0 0-1,0 0 4,0 0-7,0 0-1,0 0-3,0 0 0,0 0-3,0 0 1,0 0 0,0 0-1,0 0-2,0 0-1,0 0 1,0 0 3,0 0-4,0 0-7,0 0 6,0 0 0,0 0 1,0 0-1,0 0 7,0 0-6,0 0 0,0 0 2,0 0 6,0 0-3,0 0 2,0 0-7,0 0 8,0 0-1,0 0-4,0 0 2,0 0 2,0 0-4,0 0-2,0 0 7,0 0 0,0 0-8,0 0 1,0 0 1,0 0 1,0 0-3,0 0 0,0 0 1,0 0-1,0 0-2,0 0 3,0 0-1,0 0 0,0 0-3,0 0 0,0 0 6,0 0-2,0 0-3,0 0 2,0 0 1,0 0 0,0 0 2,0 0 4,0 0 1,0 0 0,0 0-2,0 0-4,0 0 1,0 0 0,0 0 3,0 0-1,0 0-1,0 0 2,0 0 0,0 0 0,0 0-1,0 0-3,0 0 4,0 0 1,0 0 3,0 0 1,0 0 0,0 0-2,0 0 0,0 0 1,0 0-5,0 0-1,0 0 3,0 0-1,0 0 0,0 0-2,0 0 2,0 0 0,0 0-8,0 0 5,0 0-2,0 0 4,0 0-1,0 0-2,0 0 1,0 0-5,0 0 1,0 0 11,0 0-8,0 0 0,0 0-1,0 0 4,0 0-1,0 0 3,0 0-2,0 0 3,0 0 4,0 0-9,0 0 9,0 0-1,0 0 2,0 0-1,0 0 1,0 0 9,0 0-15,0 0-2,0 0 2,0 0 6,0 0-9,0 0 0,0 0 5,0 0-3,0 0-5,0 0 0,0 0 5,0 0-3,0 0-1,0 0 5,0 0-5,0 0-2,0 0 3,0 0-3,0 0 5,0 0-2,0 0-5,0 0-7,0 0 8,0 0 2,0 0-2,0 0 2,0 0-5,0 0 8,0 0-4,0 0 0,0 0 2,0 0-5,0 0 1,0 0 0,0 0 6,0 0-6,0 0 0,0 0 6,0 0 0,0 0-3,0 0 0,0 0 6,0 0-3,0 0-4,0 0 0,0 0 3,0 0 3,0 0-5,0 0-7,0 0 9,0 0-2,0 0 1,0 0-3,0 0 1,0 0-1,0 0-1,0 0-3,0 0 3,0 0-1,0 0 10,0 0-3,0 0 1,0 0 5,0 0-14,0 0 6,0 0 2,0 0 1,0 0-5,0 0 0,0 0-4,0 0-2,0 0 4,0 0 0,0 0-1,0 0 4,0 0-10,0 0 11,-18-2-4,18 2-2,0 0 2,0 0-4,0 0 0,0 0 1,0 0 0,0 0-2,0 0 2,0 0-1,0 0 5,0 0-4,0 0-3,0 0 3,0 0 7,0 0-6,0 0-2,0 0-3,0 0 4,0 0 0,0 0 0,0 0 0,0 0 1,0 0 0,0 0 1,0 0 0,0 0-17,0 0 22,0 0-5,0 0 13,0 0-16,0 0 1,0 0 7,0 0-8,0 0-3,0 0 4,0 0-3,0 0 1,0 0-7,0 0 7,0 0-1,0 0 4,0 0 0,0 0 0,0 0-1,0 0 2,0 0-5,0 0 1,0 0 6,0 0-1,0 0-3,0 0 4,0 0-1,0 0 0,0 0-5,0 0-2,0 0 7,0 0-3,0 0-1,0 0 5,0 0-2,0 0-2,0 0 3,0 0 2,0 0-7,0 0 6,0 0 2,0 0-3,0 0 0,0 0-5,0 0 5,0 0 0,0 0 0,0 0-5,0 0 3,0 0-2,0 0 0,0 0-2,0 0 10,0 0 1,0 0-9,0 0 1,0 0 0,0 0 5,0 0-4,0 0 0,0 0-6,0 0 2,0 0 5,0 0-2,0 0 1,0 0-4,0 0 1,0 0-1,0 0-2,0 0 2,0 0 3,0 0 0,0 0 3,0 0-4,0 0 2,0 0-5,0 0 8,0 0-5,0 0-1,0 0 6,0 0-6,0 0 12,0 0-14,0 0 4,0 0-2,0 0-12,0 0 15,0 0-3,0 0 3,0 0 1,0 0 6,0 0-7,0 0-5,0 0 8,0 0-6,0 0-1,0 0 1,0 0 4,0 0 3,0 0-7,0 0-1,0 0 4,0 0 1,0 0-6,0 0-1,0 0 2,0 0 5,0 0 1,0 0 1,0 0-2,0 0-4,0 0 13,0 0-11,0 0-3,0 0 2,0 0 2,0 0-4,0 0 0,0 0 2,0 0 1,0 0-10,0 0 11,0 0 15,0 0-18,0 0-2,0 0 6,0 0-6,0 0 2,0 0-5,0 0 7,0 0-6,0 0 4,0 0 7,0 0-9,0 0-2,0 0 5,0 0-3,0 0 2,0 0 2,0 0 0,0 0 0,0 0 6,14-28-6,-14 28-1,0 0 2,0 0-4,0 0-1,4-9 7,-4 9-7,0 0 3,0 0-2,0 0 0,0 0 2,0 0 6,0 0-12,0 0 8,0 0-1,0 0-2,0 0 5,0 0-1,0 0-3,0 0 2,0 0 4,0 0-6,0 0-1,0 0 2,0 0 0,0 0 7,6-9-6,-6 9-3,0 0 5,0 0 0,3-8-7,-3 8 7,0 0-4,0 0 3,0 0-5,0 0 1,0 0 8,6-7-6,-6 7-3,0 0 2,0 0-2,0 0 0,0 0 0,0 0-1,0 0-3,0 0 6,0 0 2,0 0 1,0 0 0,0 0-5,0 0 1,0 0 3,0 0-6,0 0 2,0 0 1,0 0 1,0 0-2,0 0 4,0 0-1,0 0 3,0 0 0,0 0-1,0 0 5,0 0-10,0 0 6,0 0 9,0 0-2,0 0-3,0 0-1,0 0 5,0 0-4,0 0 6,0 0-12,0 0 12,8-8 1,-8 8-9,0 0-5,0 0 10,0 0-3,0 0 4,0 0-5,0 0-1,0 0-1,0 0-4,0 0 4,0 0 0,0 0-11,0 0 22,0 0-2,0 0 6,0 0 6,0 0 3,0 0-3,0 0 15,0 0-20,0 0-20,0 0 0,0 0 0,0 0 0,0 0 0,0 0 0,0 0 0,0 0 0,0 0 0,0 0 0,0 0 0,0 0 0,6-6 0,-6 6 0,0 0 0,0 0 0,0 0 0,0 0 0,0 0 0,0 0 0,0 0 0,0 0 0,0 0 0,0 0 0,0 0 0,0 0 0,0 0 0,0 0 0,0 0 0,0 0 0,0 0 0,0 0 0,0 0 0,0 0 0,0 0 0,0 0 0,0 0 0,0 0 0,0 0 0,0 0 0,0 0 0,0 0 0,0 0 0,0 0 0,0 0 0,0 0 0,0 0 0,0 0 0,0 0 0,0 0 0,0 0 0,0 0 0,0 0 0,0 0 0,0 0 0,0 0 0,0 0 0,-15-15 0,15 15 0,0 0 0,0 0 0,0 0 0,0 0 0,-6-7 0,6 7 0,0 0 0,0 0 0,0 0 0,0 0 0,0 0 0,-8-8 0,8 8 0,0 0 0,0 0 0,-4-10 0,4 10 0,0 0 0,0 0 0,0 0 0,-6-11 0,6 11 0,0 0 0,-5-11 0,5 11 0,-6-11 0,6 11 0,0 0 0,0 0 0,-5-13 0,5 13 0,-1-13 0,1 13 0,0 0 0,0 0 0,-3-14 0,3 14 0,-5-7 0,5 7 0,-6-9 0,6 9 0,0 0 0,-7-8 0,7 8 0,0 0 0,-9-5 0,9 5 0,0 0 0,0 0 0,0 0 0,-9-12 0,9 12 0,0 0 0,0 0 0,-6-6 0,6 6 0,0 0 0,0 0 0,0 0 0,0 0 0,0 0 0,0 0 0,0 0 0,-4-11 0,4 11 0,0 0 0,0 0 0,0 0 0,0 0 0,0 0 0,0 0 0,-6-9 0,6 9 0,0 0 0,0 0 0,0 0 0,0 0 0,0 0 0,0 0 0,0 0 0,0 0 0,0 0 0,0 0 0,0 0 0,0 0 0,0 0 0,-10-5 0,10 5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0,-17 0 0,17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0,-6 14 0,6-14 0,0 0 0,0 0 0,0 0 0,0 0 0,0 0 0,0 0 0,0 0 0,-4 11 0,4-11 0,0 0 0,0 0 0,0 0 0,0 0 0,1 14 0,-1-14 0,0 0 0,0 0 0,0 0 0,0 0 0,0 0 0,5 12 0,-5-12 0,4 9 0,-4-9 0,0 0 0,8 11 0,-8-11 0,0 0 0,3 6 0,-3-6 0,0 0 0,0 0 0,9 7 0,-9-7 0,0 0 0,0 0 0,0 0 0,0 0 0,0 0 0,0 0 0,0 0 0,0 0 0,0 0 0,0 0 0,0 0 0,0 0 0,0 0 0,0 0 0,0 0 0,0 0 0,4 6 0,-4-6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0,19-2 0,-19 2 0,0 0 0,13 0 0,-13 0 0,0 0 0,15-2 0,-15 2 0,12 4 0,-12-4 0,19-4 0,-6 0 0,-13 4 0,17 2 0,-17-2 0,18 0 0,-18 0 0,18-2 0,-18 2 0,18 0 0,-6-1 0,-12 1 0,20 0 0,-20 0 0,15-2 0,-15 2 0,17 2 0,-17-2 0,9 0 0,-9 0 0,0 0 0,13 0 0,-13 0 0,0 0 0,13 1 0,-13-1 0,0 0 0,0 0 0,0 0 0,18 2 0,-18-2 0,13-3 0,-13 3 0,0 0 0,22-2 0,-13 0 0,-9 2 0,18-1 0,-18 1 0,25-2 0,-11 0 0,1 2 0,0-1 0,-4-1 0,4 2 0,0 0 0,2 0 0,-2-2 0,-15 2 0,21-2 0,-10 4 0,-11-2 0,19-2 0,-10 1 0,-9 1 0,20 0 0,-20 0 0,18 0 0,-18 0 0,14 0 0,-14 0 0,0 0 0,18-6 0,-18 6 0,12 0 0,-12 0 0,14 0 0,-14 0 0,13-2 0,-13 2 0,17 2 0,-17-2 0,17 4 0,-17-4 0,16-2 0,-16 2 0,17-4 0,-6 2 0,-11 2 0,16 0 0,-16 0 0,21 0 0,-9-1 0,-12 1 0,19 0 0,-19 0 0,15-4 0,-6 4 0,-9 0 0,16-1 0,-16 1 0,14-2 0,-14 2 0,14 2 0,-14-2 0,12 0 0,-12 0 0,15 0 0,-15 0 0,0 0 0,0 0 0,18 0 0,-18 0 0,0 0 0,9 0 0,-9 0 0,0 0 0,15 0 0,-15 0 0,0 0 0,18-2 0,-18 2 0,0 0 0,19 0 0,-19 0 0,13 0 0,-13 0 0,14-2 0,-14 2 0,18-1 0,-6-1 0,5 2 0,-4 0 0,-4-4 0,-9 4 0,20 0 0,-8 2 0,-12-2 0,21-2 0,-9 4 0,-1-2 0,-11 0 0,24-2 0,-12 2 0,-1-4 0,-11 4 0,18 0 0,-18 0 0,18 0 0,-18 0 0,15-2 0,-15 2 0,12-1 0,-12 1 0,0 0 0,14 0 0,-14 0 0,14-2 0,-14 2 0,10 2 0,-10-2 0,0 0 0,0 0 0,17-2 0,-17 2 0,0 0 0,0 0 0,9-5 0,-9 5 0,0 0 0,0 0 0,0 0 0,20 2 0,-20-2 0,0 0 0,13 0 0,-13 0 0,0 0 0,12-2 0,-12 2 0,0 0 0,0 0 0,0 0 0,15 0 0,-15 0 0,0 0 0,0 0 0,0 0 0,0 0 0,0 0 0,11 3 0,-11-3 0,0 0 0,0 0 0,0 0 0,0 0 0,0 0 0,0 0 0,0 0 0,0 0 0,0 0 0,0 0 0,0 0 0,0 0 0,0 0 0,0 0 0,0 0 0,0 0 0,0 0 0,0 0 0,0 0 0,0 0 0,0 0 0,0 0 0,0 0 0,0 0 0,0 0 0,0 0 0,-45 0 0,25 2 0,0-2 0,-7-3 0,-5 6 0,-10-1 0,0 1 0,-2 0 0,0-2 0,-1 5 0,2-3 0,-2-8 0,5 10 0,0 0 0,-1-2 0,7 3-387,7-6-292,-1-12-510,-4-23-1284,-6-34 567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9:02.30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0 163 31,'0'0'136,"0"0"1,0 0-12,0 0-9,0 0-12,0 0-10,0 0-5,0 0-12,0 0-4,0 0-11,0 0-4,0 0-7,0 0 4,0 0-6,12-7-5,-12 7 7,0 0-9,0 0 2,0 0-2,0 0 0,0 0 3,0 0-4,0 0 1,0 0-3,0 0-4,0 0 4,0 0-2,0 0-3,0 0 1,0 0 0,0 0-2,0 0-4,0 0-2,0 0-5,0 0 1,0 0-3,0 0 4,0 0-6,0 0-1,0 0-3,0 0 6,0 0-6,0 0-1,0 0 2,0 0-1,0 0-1,0 0 3,0 0 11,0 0 4,0 0 5,15 2 4,-15-2-3,15-7-3,-10 4 0,-5 3-3,20-9-6,-10 5 4,-1-1-5,5-4-3,-2 6-5,2-7 1,-2 5-1,-3 0-1,-2 0-4,6 0 2,-6-1-2,-7 6-1,17-7-4,-10 2 5,1 2-4,-8 3 0,13-9 1,-13 9-2,14-6-5,-14 6 5,8-5-3,-8 5-2,10-3-1,-10 3 2,0 0 1,9-7-3,-9 7 2,0 0 0,9-3-2,-9 3 2,11-4-2,-11 4 0,0 0 0,12-4 0,-12 4 1,0 0 1,14-2 0,-14 2-1,0 0-1,15-1 3,-8-3 0,-7 4-2,0 0 1,20-5 1,-20 5-4,11-3 1,-11 3-3,10-4 6,-10 4 1,11-3 0,-11 3-5,0 0 6,9-4-3,-9 4 0,0 0 5,0 0-3,0 0-2,0 0 0,0 0 0,0 0 2,0 0-2,0 0 1,0 0-1,0 0-1,0 0-1,0 0-1,0 0-1,0 0 1,0 0-3,0 0 6,0 0-1,0 0 0,0 0-5,0 0 4,0 0-2,0 0 0,0 0 3,0 0-2,0 0 2,0 0-3,0 0 4,0 0-4,-26 21 4,26-21-2,-7 9 0,7-9-3,-12 9 4,7-4 1,5-5-1,-12 8-2,1 2 1,4-4 3,-1 0-3,-4 5-1,1-1-3,1-2 4,-4 2 2,2-2 1,2 1-6,-3-2 0,0 0 0,2 2 0,1-1 1,-2 0-3,-1-5 0,6 1-5,-2 1 4,-2 0-2,11-5 2,-19 3 3,11 1 0,8-4-1,-14 6 0,14-6 3,-12 3 0,12-3-1,-7 3 2,7-3 2,0 0-1,0 0-1,-12 4 0,12-4 1,0 0-1,0 0 0,0 0-2,0 0 2,0 0-2,-14 2 4,14-2-4,0 0 4,0 0-5,0 0 3,0 0-2,0 0 4,0 0-1,0 0-2,0 0 2,-15-2-1,15 2 0,0 0 3,0 0-7,0 0 4,0 0-8,0 0 10,0 0-1,0 0 2,0 0-1,0 0 1,0 0-5,0 0 2,0 0-1,0 0-1,0 0 7,0 0 2,0 0-3,0 0 5,-6-10 3,6 10 2,0 0-3,0 0 7,0 0-4,0 0 6,0 0-1,0 0-4,0 0-1,0 0 0,0 0-3,0 0 1,0 0-7,0 0 0,0 0-2,0 0 0,0 0 1,0 0-2,0 0-3,0 0 3,0 0-3,0 0 4,0 0 0,0 0 4,0 0 0,0 0-1,0 0 1,0 0 5,0 0 2,39 5 6,-39-5-7,12 3 0,-12-3 1,14 4 2,-7-1-1,-7-3 0,19 3-2,-10 2 7,0-2-7,7 0-4,-7-1 2,4 1 1,-4 1-3,-9-4 3,22 3-8,-11 4 1,0-3 0,-2 1 0,3-1 2,-5 1-5,4-2 2,-4 2-1,-7-5 2,16 10 0,-9-7 3,1 1-6,-8-4 0,12 6-1,-6-2 3,-6-4-5,9 6 4,-9-6-1,10 8 1,-10-8-6,0 0 4,14 5-1,-14-5 3,6 5 0,-6-5-1,8 6-1,-8-6-3,6 6 5,-6-6-3,0 0 1,9 6-1,-9-6-1,0 0 3,7 7 2,-7-7-2,0 0 8,11 7 3,-11-7-5,0 0 3,0 0-2,0 0-2,8 6-2,-8-6 0,0 0 1,0 0 4,0 0-3,0 0 0,0 0-2,0 0 1,0 0-1,0 0 0,0 0 0,0 0 2,0 0-2,0 0 0,0 0-2,0 0 0,0 0-3,0 0 3,0 0 0,0 0 0,0 0 2,0 0-2,0 0 2,0 0 4,0 0 6,0 0 13,0 0 5,0 0 7,0 0-6,0 0 3,0 0-11,0 0 3,0 0-4,0 0-8,0 0-1,0 0-1,-23-28 1,23 28-5,-12-10 0,1 7-2,11 3 0,-19-8-15,9 4-30,-8 2-42,0 4-56,-2 0-91,-5 1-342,4-1-614,-5-4 272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9:29.37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1330 150 56,'0'0'93,"0"0"-4,0 0-4,0 0-5,0 0-10,0 0 1,0 0 0,0 0-4,0 0-3,0 0-9,0 0 12,0 0-7,0 0-3,0 0-4,0 0 4,0 0 2,0 0-2,0 0-10,0 0 4,0 0-6,0 0-4,0 0-2,0 0-4,6 7-1,-6-7-4,0 0 0,0 0-2,0 0 2,0 0 0,0 0-2,0 0 6,0 0-15,0 0 18,0 0 2,0 0 3,0 0 2,0 0 6,0 0 7,0 0 0,0 0 3,0 0 2,0 0 3,0 0 3,0 0 2,0 0-3,0 0-1,0 0 5,0 0 2,0 0 1,0 0-1,0 0 0,0 0-3,0 0 1,0 0-4,0 0-1,0 0 2,0 0-1,0 0 0,0 0 0,0 0-6,0 0 2,0 0 1,0 0 10,0 0-12,0 0 5,0 0-4,0 0 13,0 0-16,0 0 4,0 0-5,0 0 7,0 0-10,0 0 1,0 0 3,0 0 9,0 0-18,0 0 1,0 0-1,0 0 0,0 0-2,0 0 1,0 0 0,0 0-2,0 0-4,0 0 0,0 0 2,0 0-5,0 0 6,0 0 3,0 0-1,0 0 1,0 0-2,0 0-3,0 0 3,0 0-3,0 0-1,0 0 2,0 0-2,0 0-3,0 0 6,0 0-2,0 0 0,0 0 2,0 0 2,0 0-1,0 0 3,0 0-2,0 0 0,0 0-1,0 0 3,0 0-8,0 0 7,0 0 0,0 0 4,0 0-1,0 0-5,0 0 1,0 0-2,0 0-4,0 0-4,0 0-2,0 0 0,0 0-1,0 0-6,0 0-1,0 0-2,0 0-1,0 0-1,0 0-5,0 0-3,0 0-5,0 0 4,0 0-6,0 0 0,0 0 1,0 0-2,0 0-2,0 0 7,0 0-4,0 0 7,0 0-4,0 0 2,0 0-4,0 0 0,0 0 15,0 0-10,0 0 3,0 0-2,0 0 3,0 0 2,0 0 0,0 0 1,0 0 1,0 0-5,0 0 1,0 0-1,0 0-4,0 0-1,0 0-2,0 0 0,0 0-13,0 0 14,0 0-4,0 0-1,0 0 2,0 0-2,0 0 2,0 0-3,0 0 1,0 0 0,0 0 5,0 0 0,0 0 2,0 0-3,0 0 4,0 0-4,22-8-14,-22 8 34,0 0-11,0 0 7,0 0-8,0 0-5,0 0 3,0 0 0,0 0-19,0 0 12,0 0 18,0 0-9,0 0-2,0 0 2,0 0-1,0 0 3,0 0-6,0 0 3,0 0-5,0 0-2,0 0 6,0 0-2,0 0 6,0 0-3,0 0 0,0 0-1,0 0-6,0 0 10,0 0-9,0 0-5,0 0 0,0 0-4,0 0 12,0 0-5,0 0-2,0 0 2,0 0 0,0 0-4,0 0-8,0 0 4,0 0 6,0 0 0,0 0 7,0 0-3,0 0 4,0 0-3,0 0-1,0 0-6,0 0-3,0 0-4,0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0,13 1 0,-13-1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0,-35 10 0,35-10 0,0 0 0,0 0 0,-13 1 0,13-1 0,0 0 0,0 0 0,-15-1 0,15 1 0,0 0 0,0 0 0,-12 1 0,12-1 0,0 0 0,0 0 0,0 0 0,0 0 0,0 0 0,0 0 0,0 0 0,0 0 0,-19-4 0,19 4 0,0 0 0,-13 4 0,13-4 0,0 0 0,-17 0 0,17 0 0,-12 0 0,12 0 0,0 0 0,-20 0 0,20 0 0,-13 0 0,13 0 0,-14 2 0,14-2 0,-12 2 0,12-2 0,0 0 0,-21 0 0,21 0 0,-14 1 0,14-1 0,0 0 0,-15 0 0,15 0 0,0 0 0,0 0 0,-16 0 0,16 0 0,0 0 0,-16 0 0,16 0 0,0 0 0,-18 0 0,18 0 0,-10 0 0,10 0 0,0 0 0,-20 0 0,20 0 0,-14 4 0,14-4 0,-16 0 0,16 0 0,-17-2 0,17 2 0,-13 0 0,13 0 0,-19 0 0,19 0 0,0 0 0,-19 0 0,19 0 0,-17 2 0,6-1 0,11-1 0,-15 0 0,15 0 0,-13 2 0,13-2 0,-12 2 0,12-2 0,0 0 0,-22 0 0,22 0 0,-13 0 0,13 0 0,-12 2 0,12-2 0,0 0 0,-17 0 0,17 0 0,-12 2 0,12-2 0,0 0 0,-18 2 0,18-2 0,0 0 0,-17 0 0,17 0 0,-16 0 0,16 0 0,0 0 0,-16 0 0,16 0 0,-12 0 0,12 0 0,0 0 0,-16 1 0,16-1 0,0 0 0,-11 1 0,11-1 0,0 0 0,0 0 0,0 0 0,0 0 0,0 0 0,0 0 0,-17 2 0,17-2 0,0 0 0,-13 0 0,13 0 0,0 0 0,-14 3 0,14-3 0,0 0 0,-16 0 0,16 0 0,-16 2 0,16-2 0,-15 0 0,15 0 0,-16-2 0,16 2 0,-14 2 0,14-2 0,0 0 0,-20 0 0,20 0 0,-15 0 0,15 0 0,-9 2 0,9-2 0,0 0 0,-18-2 0,18 2 0,0 0 0,-18 2 0,18-2 0,-11 0 0,11 0 0,-13 1 0,13-1 0,-12 1 0,12-1 0,0 0 0,-22-1 0,22 1 0,-16 0 0,16 0 0,-11-3 0,11 3 0,0 0 0,-18 0 0,18 0 0,0 0 0,-14 2 0,14-2 0,-12 1 0,12-1 0,0 0 0,-15 1 0,15-1 0,0 0 0,-15-2 0,15 2 0,0 0 0,-17 1 0,17-1 0,0 0 0,-12 1 0,12-1 0,0 0 0,0 0 0,0 0 0,-16 2 0,16-2 0,0 0 0,0 0 0,-14 0 0,14 0 0,0 0 0,-12 2 0,12-2 0,0 0 0,0 0 0,0 0 0,-20-2 0,20 2 0,0 0 0,-13 0 0,13 0 0,0 0 0,-20 0 0,20 0 0,-14 2 0,14-2 0,-13 0 0,13 0 0,-15 0 0,15 0 0,0 0 0,-22 0 0,22 0 0,-10 0 0,10 0 0,-11 2 0,11-2 0,0 0 0,-16 0 0,16 0 0,0 0 0,0 0 0,-14 1 0,14-1 0,0 0 0,0 0 0,0 0 0,0 0 0,0 0 0,0 0 0,-15-1 0,15 1 0,0 0 0,0 0 0,0 0 0,0 0 0,0 0 0,0 0 0,0 0 0,0 0 0,0 0 0,0 0 0,0 0 0,0 0 0,-15 1 0,15-1 0,0 0 0,0 0 0,-17 0 0,17 0 0,0 0 0,0 0 0,-12 2 0,12-2 0,0 0 0,0 0 0,-14 3 0,14-3 0,0 0 0,0 0 0,0 0 0,0 0 0,-15-1 0,15 1 0,0 0 0,0 0 0,0 0 0,0 0 0,0 0 0,0 0 0,0 0 0,0 0 0,0 0 0,0 0 0,0 0 0,0 0 0,0 0 0,0 0 0,0 0 0,0 0 0,0 0 0,0 0 0,0 0 0,0 0 0,0 0 0,0 0 0,0 0 0,0 0 0,0 0 0,0 0 0,0 0 0,0 0 0,0 0 0,0 0 0,0 0 0,0 0 0,0 0 0,0 0 0,0 0 0,0 0 0,0 0-71,0 0-40,0 0-49,-10 5-52,10-5-45,0 0-77,0 0-80,0 0-85,0 0-524,0 0-1107,38-33 491</inkml:trace>
  <inkml:trace contextRef="#ctx0" brushRef="#br0" timeOffset="12610">1100 20 96,'0'0'104,"0"0"-2,0 0-8,0 0-5,0 0-8,0 0-3,0 0 1,0 0-12,0 0-5,-18 0-2,18 0-3,0 0-7,0 0-5,0 0-11,-13-2 0,13 2 2,0 0 5,0 0-5,0 0-2,0 0 0,0 0-2,-20 0-5,20 0 5,0 0 7,0 0-8,0 0 7,0 0 7,0 0-8,0 0-1,-11-1-2,11 1-2,0 0-1,0 0-1,0 0 0,0 0 1,0 0-5,0 0 0,0 0-2,0 0 3,-10-6-5,10 6-6,0 0 6,0 0-2,0 0 3,0 0 2,0 0 0,0 0-3,0 0 3,0 0 3,0 0-12,-9-5 11,9 5-3,0 0 1,0 0-2,0 0 6,0 0-5,0 0 2,0 0 3,0 0 0,0 0-3,-8-6 5,8 6-5,0 0 0,0 0-2,0 0-5,0 0 5,0 0 0,0 0-3,0 0-4,0 0-1,0 0-2,0 0-3,0 0-2,0 0 1,0 0-2,0 0-1,0 0-1,0 0-5,0 0 4,0 0 0,0 0 4,0 0 2,0 0 0,0 0-3,0 0 0,0 0 3,0 0-3,0 0-1,29 13 6,-29-13-3,0 0 3,9 2 4,-9-2 5,12 3-6,-12-3 3,0 0-2,14 2-1,-14-2 0,10 3 0,-10-3 1,9 3-3,-9-3 0,11 3 4,-11-3-3,14 4-4,-14-4 3,10 2-4,-10-2 0,11 3-1,-11-3-2,13 2 3,-13-2-3,13 0 0,-13 0-1,13 3-1,-13-3-3,9 5 2,-9-5 1,9 5-3,-9-5 2,12 4 1,-12-4-5,11 6 3,-11-6-2,9 6 0,-3-1-1,-6-5 1,9 11 1,-9-11 2,11 6-4,-5-1 5,-6-5-4,7 7 1,-7-7-1,9 4 1,-9-4-2,11 3 3,-11-3-1,9 6-2,-9-6 1,12 3 1,-12-3 1,12 3-2,-12-3 0,9 2 2,-9-2 1,0 0-3,14 2-2,-14-2 1,0 0 0,12 0 2,-12 0-3,0 0 3,0 0 1,0 0 2,9 3 0,-9-3 1,0 0 0,0 0 0,0 0 2,0 0 10,0 0-6,0 0-3,0 0 2,0 0-3,0 0 2,0 0-1,0 0 0,0 0 1,0 0-2,0 0-3,0 0 2,0 0 4,0 0-8,0 0 3,0 0-4,0 0-2,0 0 2,0 0-3,0 0 4,0 0-1,0 0-2,0 0 0,0 0-2,0 0-1,0 0 2,3-17 1,-3 17 0,0 0-2,0 0 3,0 0 0,0 0-4,0 0 0,0 0 1,0 0 0,6-7 1,-6 7-1,0 0-1,0 0 3,0 0 1,0 0 1,0 0 1,0 0-2,0 0 1,0 0 0,0 0-2,0 0-1,0 0 2,0 0 3,0 0 6,0 0-8,0 0 0,0 0 1,0 0 2,0 0-1,0 0 2,0 0-2,0 0 7,0 0-1,0 0-1,0 0 4,0 0-6,0 0 1,0 0-2,0 0 1,0 0-3,0 0-3,-31 15 0,23-9 3,-3-1-3,1 4 0,-4 1-1,2 0-12,-5 0 2,7 2 1,-7-1 1,2 1 2,-3 6 0,4-8 1,4 2 2,-7 2-2,6-3 4,-1 3-4,-1-4 5,1 3-1,0-2-1,4 0-1,-3 0 0,2-4 2,0 4 0,2-5 2,1 3-2,0-1 1,-2-2 0,8-6 0,-11 12-2,8-4 2,3-8-4,-10 10 4,10-10-3,-6 8 6,6-8-6,0 0 3,-5 8-3,5-8 4,0 0-4,0 0 0,0 0 1,0 0 4,-6 7-4,6-7 4,0 0-2,0 0-2,0 0 1,0 0 1,0 0 3,0 0-3,0 0 0,0 0 3,0 0-1,0 0-3,0 0 0,0 0 3,0 0 4,0 0-2,0 0-3,0 0 1,0 0-1,0 0-3,0 0-8,0 0-18,-10 5-25,10-5-32,0 0-51,0 0-51,0 0-85,0 0-172,-8 7-481,8-7 212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9:36.88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105 34 64,'0'0'116,"0"0"-4,0 0-7,0 0-11,0 0-6,0 0-10,-12-12-2,12 12-1,0 0 0,0 0 7,0 0-6,0 0 3,0 0-1,0 0-2,-15 0-10,15 0-1,0 0 2,0 0 1,0 0 2,0 0 2,-15-1-3,15 1-4,0 0-3,0 0-4,0 0-5,0 0 2,0 0-3,0 0-3,0 0-1,0 0-4,0 0 0,-16 7 0,16-7 9,0 0-3,-6 12-1,6-12-2,0 0-6,-4 7-5,4-7-2,0 0 8,0 0-2,0 0-4,1 18-2,-1-18-3,0 0-4,9 10-4,-9-10 0,5 5-6,-5-5 3,0 0-6,11 3 3,-11-3-3,0 0 0,12 2-2,-12-2-2,0 0 2,10 2-1,-10-2-2,0 0 3,0 0-5,0 0 2,0 0-4,12-14 3,-12 14 0,0 0 0,0 0-1,-1-16-3,1 16 1,0 0-1,-5-15 0,5 15 2,-6-11-2,6 11 2,-7-14 2,7 14 2,-8-7 9,8 7 2,-6-7 1,6 7-2,-12-5 0,12 5 2,0 0-5,0 0 2,0 0-1,-23 8 2,17-2 5,6-6 5,-9 10-1,9-10-2,-10 12-7,8-4-3,2-8-1,-1 18-1,1-18-1,0 12-7,0-12 0,0 13 3,0-13 0,3 10-4,-3-10 2,7 7-3,-7-7-3,8 4 0,-8-4 2,12 2-3,-12-2-2,0 0 5,20-13-7,-13 11 6,-7 2 1,11-11-5,-11 11 1,9-7 0,-5 0 4,-4 7 3,6-14-4,-6 14 1,5-12 5,-5 12 2,3-11 2,-3 11 7,0-10 6,0 10 1,0 0 4,0 0-1,0 0-5,0 0-7,0-17 1,0 17-4,0 0-1,0 0 0,0 0-3,0 0 2,0 0-8,0 0 3,0 0-5,0 0 7,0 0-6,-17 27 3,17-27-3,0 0-4,0 0 1,0 0 1,0 0-5,9 18 0,-9-18 3,0 0 0,5 6 4,-5-6-5,0 0 6,10 5-3,-10-5-3,0 0 4,0 0-3,0 0-2,0 0 6,0 0 2,0 0-4,0 0 2,0 0-2,0 0 0,0 0-4,0 0 3,0 0 1,0 0-2,0 0-1,0 0 4,0 0 1,-24-26-5,24 26 4,0 0 2,-4-5-4,4 5-4,0 0-4,0 0-24,0 0-26,0 0-42,0 0-64,0 0-96,0 0-307,-20 16-613,20-16 272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9:47.10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123 22 39,'0'0'90,"0"0"11,0 0-9,0 0-7,0 0-10,0 0 1,0 0-8,0 0 2,0 0-4,0 0-5,0 0-2,0 0 0,0 0-5,0 0 2,0 0-7,0 0-1,0 0-1,0 0-4,0 0 0,0 0-11,0 0 6,0 0-4,0 0 4,0 0-1,0 0-1,0 0 5,0 0-2,0 0 6,0 0 6,0 0 0,0 0 1,0 0 5,0 0 1,0 0 3,0 0-1,0 0 3,0 0 5,0 0 0,0 0-1,0 0-2,0 0 0,0 0-3,0 0-5,0 0-1,0 0-9,0 0 4,0 0-14,0 0 1,0 0-5,0 0-2,0 0-1,0 0-5,0 0-3,0 0 1,0 0-3,0 0-2,0 0 1,0 0 3,0 0-3,0 0 1,0 0 0,0 0 2,0 0-7,0 0 4,0 0 1,0 0 1,0 0 0,0 0 9,0 0-7,0 0 1,0 0 0,0 0 3,0 0 1,0 0 2,0 0-5,0 0 4,0 0 2,0 0 1,0 0 1,0 0-6,0 0 2,0 0-1,0 0-2,0 0 3,0 0 3,0 0-6,0 0 3,0 0 1,0 0 4,0 0 0,0 0 5,0 0-8,0 0 7,0 0-4,0 0-6,0 0 4,0 0-5,0 0 3,0 0-3,0 0-5,0 0-2,0 0 1,0 0 1,0 0-2,0 0-2,0 0-5,0 0 7,0 0-1,0 0 3,0 0 7,0 0-2,0 0 1,0 0 4,0 0-7,0 0 13,0 0-9,0 0 0,0 0-11,0 0 4,0 0-1,0 0 6,0 0-8,0 0-2,0 0-2,0 0 4,0 0-5,0 0-2,0 0-2,0 0-1,0 0 0,0 0 2,0 0-6,0 0 3,0 0-4,0 0 3,0 0 7,0 0 10,0 0-2,0 0 4,0 0 6,0 0 0,0 0 1,0 0-1,0 0 2,0 0 3,0 0-9,0 0 0,0 0-1,0 0-9,0 0 9,0 0-9,0 0-1,0 0 3,0 0-6,0 0-12,0 0 13,0 0-2,0 0-4,0 0 0,0 0 1,0 0-1,0 0 2,0 0-2,0 0-4,0 0 1,0 0 7,0 0-4,0 0 2,0 0 5,0 0 3,0 0 6,0 0 3,0 0 0,0 0 2,0 0 1,0 0 1,0 0-1,0 0-4,0 0 4,0 0-6,0 0 1,0 0-5,0 0 1,0 0-2,0 0-1,0 0-4,0 0-1,0 0 0,0 0 0,0 0-2,0 0-6,0 0 6,0 0 3,0 0-1,0 0-2,0 0-1,0 0-2,0 0 1,0 0 0,0 0-1,0 0-1,0 0-1,0 0 2,0 0-8,0 0 4,0 0 1,13 0-4,-13 0 5,0 0-2,0 0 0,0 0-2,0 0 1,0 0 0,0 0 0,0 0-1,0 0 1,0 0 2,0 0-2,0 0 0,0 0 0,0 0 4,0 0-3,0 0 3,0 0-3,11-5 2,-11 5-1,0 0 0,0 0-3,0 0 2,0 0 4,0 0-6,0 0-1,0 0 1,0 0 1,0 0-1,0 0 5,0 0-6,0 0 3,0 0 1,0 0-1,0 0 2,0 0 0,0 0 1,0 0 4,0 0-3,0 0 7,0 0 1,0 0 3,0 0 1,0 0 0,0 0 1,0 0 1,0 0 1,0 0 0,0 0 2,0 0-4,0 0 3,0 0 3,0 0-2,0 0-4,0 0 1,0 0-1,0 0 1,0 0 0,0 0-2,0 0 1,0 0-1,0 0 1,0 0-4,0 0 5,0 0-5,0 0 0,0 0 3,0 0-4,0 0-1,0 0 1,0 0-1,0 0-2,0 0 0,0 0-1,0 0 0,0 0-2,0 0-3,0 0 7,0 0-4,0 0-4,0 0 8,0 0-6,0 0 1,0 0 1,0 0-3,0 0 0,0 0 2,0 0-2,0 0 0,0 0-4,0 0 2,0 0 2,0 0-2,0 0 2,0 0 1,0 0-6,0 0 2,0 0 4,0 0-1,0 0-1,0 0 2,0 0-2,0 0 1,0 0-7,0 0 3,0 0-3,0 0 6,0 0-3,0 0-3,0 0 1,0 0-1,0 0 1,0 0-1,0 0 0,0 0 2,0 0-2,0 0 1,0 0-6,0 0 5,0 0 1,0 0-1,0 0 5,0 0-6,0 0 5,0 0-1,0 0-3,0 0 0,0 0 0,0 0 3,0 0 0,0 0-4,0 0 2,0 0 3,0 0 4,0 0-3,0 0-4,0 0 1,0 0 3,0 0-4,0 0 0,0 0 5,0 0-7,0 0 1,0 0 3,0 0 0,0 0 2,0 0-6,0 0 2,0 0 1,0 0-6,0 0 7,0 0-6,0 0 4,0 0-3,0 0 12,0 0-9,0 0 1,0 0-3,0 0 4,0 0-4,0 0-4,0 0 1,0 0 0,0 0 3,0 0-1,0 0 1,0 0 0,0 0 8,0 0-8,0 0-3,0 0 6,0 0-2,0 0-1,0 0-1,0 0 0,0 0 3,0 0-2,0 0 8,0 0 1,0 0 10,0 0-4,0 0-5,0 0 5,0 0-5,0 0-5,0 0-3,0 0 3,0 0 0,0 0-1,0 0 12,0 0-9,0 0-4,0 0-4,0 0 6,0 0-4,0 0 5,0 0-6,0 0 6,0 0-5,0 0 1,0 0-4,0 0 7,0 0-1,0 0 2,0 0-4,0 0-3,0 0 5,0 0-4,0 0 4,0 0 1,0 0 0,0 0-5,0 0 0,0 0-6,0 0 12,0 0-3,0 0-7,0 0 4,0 0 0,0 0 0,0 0 0,0 0 2,0 0 4,0 0-4,0 0-2,0 0 2,0 0 2,0 0-6,0 0 2,0 0-1,0 0 3,0 0-2,0 0-1,0 0 4,0 0 3,0 0-3,0 0-6,0 0 2,0 0 5,0 0-6,0 0 1,0 0-1,0 0 3,0 0 3,0 0-5,0 0 1,0 0-2,0 0 0,0 0-1,0 0 13,0 0-12,0 0-1,0 0 7,0 0-2,0 0-3,0 0-4,0 0 0,0 0 5,0 0-2,0 0 2,0 0 5,0 0-5,0 0 4,0 0-8,0 0 2,0 0 4,0 0-2,0 0 0,0 0 1,0 0-3,0 0 2,0 0-6,0 0 8,0 0 3,0 0-5,0 0-2,0 0 7,0 0-6,0 0 1,0 0 0,0 0 0,0 0 2,0 0-1,0 0 3,0 0-5,0 0 1,0 0-2,0 0 1,0 0 2,0 0-5,0 0 5,0 0-1,0 0-1,0 0 0,0 0-3,0 0-5,0 0 9,0 0-3,0 0 1,0 0-1,0 0 2,0 0 2,0 0 7,0 0-8,0 0-3,0 0 1,0 0 10,0 0-11,0 0 3,0 0-2,0 0 4,0 0-5,0 0 1,0 0 7,0 0-10,0 0 3,0 0-7,0 0 10,0 0-2,0 0-5,0 0 3,0 0-2,0 0 7,0 0-5,0 0-2,0 0 2,0 0-1,0 0-4,0 0 4,0 0-5,0 0 4,0 0 3,0 0-1,0 0-7,0 0 13,0 0-7,0 0 9,0 0-12,0 0 3,0 0 4,0 0-4,0 0 3,0 0 2,0 0-2,0 0-1,0 0-4,0 0-2,0 0 2,0 0-1,0 0-1,0 0 2,0 0-1,0 0 4,0 0 0,0 0-4,0 0 7,0 0-4,0 0 0,0 0 0,0 0 3,0 0-1,0 0 0,0 0 1,0 0-2,0 0 4,0 0-3,0 0-6,0 0 5,0 0-2,0 0 5,0 0-5,0 0 4,0 0-5,0 0 4,0 0-2,0 0 8,0 0-8,0 0 4,0 0-1,0 0-2,0 0-2,0 0 2,0 0-2,0 0 0,0 0 0,0 0-3,0 0 5,0 0-3,0 0 3,0 0-3,0 0 1,0 0 3,0 0-4,0 0 11,0 0-10,0 0-4,0 0 3,0 0 0,0 0-2,0 0 3,0 0 2,0 0-3,0 0 0,-17 28 6,17-28 1,0 0-1,5 15 0,-5-15-2,-2 13 1,2-13 3,0 12-1,0-12-2,0 12-1,0-12 3,-3 15-3,3-15-3,0 13 7,0-13-3,3 13 2,-3-13-3,0 13 0,0-13 2,0 11 0,0-11-3,0 13-3,0-13 7,0 11 1,0-11-2,0 0-5,0 14 6,0-14-3,0 0 1,0 14-1,0-14 3,2 9-1,-2-9 2,0 0-5,0 16 6,0-16-5,0 11 0,0-11 4,0 13-2,0-13 4,-2 16-5,2-16-1,-3 14 3,3-14-1,3 13-2,-3-13 10,2 18-6,-2-18 0,0 16-3,0-8 4,0-8-3,1 13-3,-1-13 0,3 14 2,-3-14 0,0 12 0,0-12-1,0 11 1,0-11 3,0 12-4,0-12-2,0 12 3,0-12 3,0 0-3,0 14 4,0-14-1,2 11-2,-2-11 2,1 13-2,-1-13-2,0 0 1,0 14 1,0-14-4,-1 11 6,1-11-3,0 0 0,-2 19-4,2-19 14,2 11-9,-2-11 0,0 14-1,0-14-5,0 16 5,0-16 1,0 12 0,0-12 1,0 13 2,0-13-1,0 15-2,0-15-3,1 12 2,-1-12 1,0 11-2,0-11 6,2 16-4,-2-16-3,0 11 3,3-2-1,-3-9 4,0 17-3,0-6 0,0 0 0,0 4 2,1-6-9,-1-9 8,0 24-1,0-10 1,0-2-5,0-12 5,0 17-2,-1-6 5,1-11-5,1 18-1,-2-8 2,1-10 0,1 14 2,-1-5-2,0-9 1,0 15-1,0-15 8,2 11-11,-2-11-1,0 14 5,0-14-1,3 11 3,-3-11-5,-3 14 2,3-14-3,0 0 0,0 19 5,0-19-6,0 14 4,0-14-3,-2 17 1,2-17 4,2 11-4,-2-11 1,3 15 0,-3-15-1,0 14 4,0-14-4,1 14 5,1-5-3,-2-9 2,0 16-4,0-16 6,0 16-1,0-7-2,0-9 1,0 14-3,0-14 4,0 13 0,0-13 4,0 13-7,0-13 23,1 9 2,-1-9-11,0 0 2,0 0 1,-1 16-2,1-16-4,0 0-6,0 0-1,0 0 2,0 12 7,0-12-3,0 0-5,0 0 1,0 0 4,0 0-7,0 0 4,0 0 0,0 0 0,0 0-4,0 0-3,0 0 5,4 9 0,-4-9 3,0 0-1,0 0-3,0 0 4,0 0-4,0 0-1,0 0 0,0 0-1,0 0-1,0 0 2,0 0 5,0 0-5,0 0-4,0 0 3,0 0-3,0 0-11,0 0-8,0 0-7,0 0-12,0 0-26,0 0-34,0 0-53,0 0-56,0 0-69,0 0-92,0 0-83,0 0 21,0 0 47,0 0 40,0 0 24,0 0-58,0 0-274,-34-51-706,20 40 313</inkml:trace>
  <inkml:trace contextRef="#ctx0" brushRef="#br0" timeOffset="5501">135 0 54,'0'0'74,"0"0"-1,0 0-5,0 0-5,0 0-2,0 0-7,0 0 4,0 0-7,0 0-1,0 0-3,0 0-2,0 0 5,0 0 3,0 0-10,0 0 5,0 0-3,0 0-8,0 0 1,0 0 0,0 0 10,0 0-6,0 0 0,0 0 6,0 0-8,0 0 6,0 0-3,0 0-5,0 0 5,0 0-2,0 0-1,0 0 2,0 0-6,0 0 0,0 0-2,0 0-5,0 0 2,0 0-2,0 0 4,0 0-1,0 0 0,0 0-5,0 0-3,0 0 1,0 0-2,0 0 0,0 0-6,0 0 10,0 0 1,0 0 0,-8 20 0,7-12 0,1-8 4,-5 17 0,4-7 3,-2 1 0,0 3 4,-2-1-10,3 1 0,-2-2 0,2 1-7,-2 2 0,1 0 2,-2-1 1,2 2-2,-3 2-2,0-1 1,5-3-1,-5 1-3,1-4-1,-1 4-1,1-1 0,-1-6 0,2 5-3,-2-2 1,3-2-3,-3-1 2,6-8-3,-6 13-1,6-13-1,-8 11 5,5-5-7,3-6-3,0 0 4,-4 11-7,4-11 4,0 0-2,-5 9-2,5-9 3,0 0 1,0 0-2,0 0 1,-6 7-2,6-7-1,0 0 4,0 0-4,0 0-1,0 0 7,0 0-6,0 0-1,0 0 1,0 0-3,0 0 5,0 0-1,0 0 0,0 0-2,0 0 0,0 0-4,0 0-3,0 0 2,0 0-2,0 0-2,0 0 6,0 0-5,0 0 4,0 0-4,0 0 4,15-27-6,-10 19 5,1-1-8,0-4 1,-3 0-3,3 2-1,-2-4 3,-1 2 0,2-1 6,1-2-3,-4 0 3,2 2 0,-1-2 1,2 0 2,-4 3-1,1-2 3,2-2-5,1 3 5,-4 1-3,1-1 0,2 0 3,-2 6 1,-2 8-3,6-13 1,-6 13-1,3-11 2,-3 11-5,3-9 4,-3 9-1,0 0-3,0 0 3,0 0 1,1-11 1,-1 11 0,0 0-2,0 0 5,0 0 3,0 0-4,0 0 0,0 0 4,0 0 1,0 0-4,0 0-1,0 0 4,0 0-2,0 0-6,0 0 6,0 0 0,0 0-1,0 0 2,0 0-1,0 0 0,0 0 3,0 0 4,0 0-1,0 0 8,0 0-1,0 0-3,0 0 2,0 34-1,0-34-5,0 0 3,0 0-2,0 0-4,5 10-1,-5-10 4,0 0 0,0 0 0,3 8-4,-3-8 3,0 0-1,0 0-1,0 0 0,0 0 2,0 0 1,0 0 7,0 0 4,0 0 2,0 0 8,0 0-3,0 0-1,0 0 1,0 0-5,0 0-3,0 0-1,0 0 1,0 0-3,3 11 4,-3-11 5,0 0 0,3 13 0,-3-13-3,2 9 3,-2-9 1,6 13-2,-2-6 11,2 1 3,-3 0-1,3-2-2,2 4 3,-1-3 1,4 5-6,-5-3-1,6-1 0,-3 3 0,3-1 3,2 2 2,-2-2-3,2 2 0,-4-1-2,4-2-3,-1 2 4,0 2-6,0-4-6,-1 1-1,-4-3 0,1 0-2,0-2-1,0 1-2,-1-1 1,-8-5-9,10 6 4,-10-6 0,6 8-1,-6-8 1,0 0 7,5 7-4,-5-7 0,0 0 3,0 0 8,0 0-9,0 0 1,0 0-5,0 0 5,0 0-8,0 0 2,0 0 7,0 0-5,0 0 2,-24-22-9,24 22 2,-11-11 12,11 11-12,-9-10-1,9 10 0,-11-7 4,11 7 0,-7-9-10,7 9 2,-6-6 2,6 6 8,-9-5-22,9 5-33,0 0-54,-14-6-79,14 6-118,-14-2-278,4-1-620,10 3 274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29:39.44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53 0 73,'0'0'144,"0"0"-6,0 0-8,0 0-6,0 0-6,0 0-11,0 0-4,0 0-13,0 0-2,0 0-10,0 0-2,0 0-14,0 0-9,0 0-5,0 0 4,0 0 15,0 0-1,0 0-8,-23 25-8,17-18-3,6-7-7,-8 10-4,8-10-3,-3 13-5,3-13 1,-3 8-5,3-8-1,-1 11-7,1-11 1,0 0 3,0 0-4,6 14-5,-6-14-1,0 0-10,9 8-4,-9-8-7,0 0 3,6 8-5,-6-8 6,0 0-1,12 2 1,-12-2 0,0 0 4,0 0-1,0 0 4,0 0 4,0 0 2,0 0 0,0 0 3,0 0-5,15-10 4,-15 10-4,0 0 5,0 0-1,0 0 0,0 0 7,0 0 7,0 0 3,0 0-1,-18-18 0,18 18 1,0 0 8,0 0-2,0 0 3,-10-8-2,10 8-3,0 0 0,0 0-3,0 0-5,0 0-4,0 0-1,0 0-4,0 0-1,0 0 3,0 0 2,0 0-3,0 0 0,0 0-5,0 0 4,0 0 0,0 0 1,0 0-5,0 0 1,0 0 5,0 0 0,31 4-4,-31-4-1,0 0 3,0 0 0,0 0 1,14-2 1,-14 2 4,0 0 1,0 0 3,0 0-2,0 0 0,0 0-3,0 0 0,0 0-9,0 0 4,0 0-4,0 0 5,0 0 2,0 0 3,0 0-2,0 0-3,0 0-1,0 0-1,0 0 3,-35-5-1,35 5-5,0 0 4,0 0-2,0 0-2,0 0 0,0 0-3,0 0 1,0 0-1,0 0-2,0 0-2,0 0-15,0 0-24,0 0-38,0 0-52,-18 1-77,18-1-229,-12 10-470,3-5 208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04.63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35 49 174,'0'0'175,"0"0"-9,0 0-9,0 0-10,0 0-6,0 0-7,0 0-6,0 0-8,0 0-7,0 0-4,0 0-7,0 0-4,0 0-4,0 0-4,0 0-4,0 0-1,0 0 0,0 0 1,3-13-5,-3 13-4,0 0-6,0 0-3,0 0-3,0 0-4,0 0-1,0 0-9,0 0 3,0 0-9,0 0-4,0 0-3,0 0-3,0 0-5,0 0-3,0 0-4,0 0-3,0 0-2,0 0 0,0 0-6,0 0-1,0 0-3,0 0 0,0 0 0,0 0 10,0 0-4,0 0 16,0 0 0,-3 46-3,3-35 1,0 1 1,-2 1-2,2 1 1,-1 0-2,-1 0 2,-1 0-1,2 1 0,-1 2 3,-1 0 1,2-1-3,-1-2-1,1 0-2,1 0-2,-3-2-2,1 1-1,2-13-5,0 15-2,-1-6 4,1-9-8,-3 14 2,3-14 3,0 12-4,0-12-6,0 0 14,0 15-13,0-15 3,0 0-2,0 0-1,-2 12-2,2-12-3,0 0 1,0 0 3,0 0-7,0 0 1,2 12-4,-2-12-8,0 0-7,0 0-3,0 0-3,0 0-4,0 0-5,0 0-5,0 0-3,0 0-10,0 0-3,0 0-8,-8 7-9,8-7-2,0 0-5,0 0-11,0 0-15,0 0-17,0 0-28,0 0-52,0 0-225,0 0-465,0 0 206</inkml:trace>
  <inkml:trace contextRef="#ctx0" brushRef="#br0" timeOffset="751">256 0 7,'0'0'161,"0"0"-10,0 0-9,0 0-11,0 0-3,0 0-1,0 0-6,0 0 6,0 0-8,0 0-4,7 21-6,-7-21-2,0 0-2,0 0-3,0 0-5,0 0-8,0 0-3,0 0-2,0 0-5,0 0-7,0 0-1,0 0-5,0 0-5,0 0-1,0 0-2,0 0-5,0 0-4,0 0-3,0 0 6,0 0 1,3 13 2,-3-13-6,0 0-2,0 0-3,-6 17 6,6-17-6,-3 14 4,3-14 1,-3 14 3,3-14-5,0 16-1,0-16-9,-4 14 0,2-7-4,2-7 2,-4 17 0,2-7 7,1 0 1,1 2-3,-2 2 7,-1-4 1,2 5 0,-1-5-5,2 5-2,0-2-2,0-13-4,-3 21-8,3-10 2,0-11 1,-2 18-8,4-10-1,-2-8-4,0 18-3,0-10 3,0-8 0,0 15-7,0-15 4,3 15-5,-1-7 20,-2-8-21,0 13-1,0-13 6,0 11-5,0-11 1,0 12-5,0-12-1,0 0 6,0 0-5,-5 15 0,5-15 1,0 0 2,0 0-6,0 0 5,0 13-1,0-13-5,0 0 1,0 0 3,0 0-1,0 0 1,-3 11-1,3-11-1,0 0-2,0 0 11,0 0-4,0 0-11,0 0 9,0 0-10,0 0-5,0 0-7,0 0-4,0 0-14,0 0-4,0 0-13,0 0-26,0 0-19,0 0-14,0 0-17,0 0-32,0 0-44,0 0-38,0 0-283,-26-19-569,26 19 252</inkml:trace>
  <inkml:trace contextRef="#ctx0" brushRef="#br0" timeOffset="1469">62 276 76,'0'0'228,"0"0"-12,0 0-20,0 0-14,0 0 1,0 0-6,0 0-11,0 0-11,32-9-10,-32 9-14,15-5-9,-6 3-16,-9 2-9,20-5-10,-10 2-5,-2-2-14,-8 5-35,18-1-44,-9-1-48,-9 2-69,11-4-248,-11 4-406,0 0 179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00.59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310 67 102,'0'0'126,"0"0"-11,0 0 3,0 0-3,0 0-4,0 0-13,0 0 4,0 0-10,0 0-3,0 0-3,0 0-4,0 0-4,0 0-9,0 0-2,0 0-9,0 0-2,0 0-10,0 0 2,0 0-1,-6-18-7,6 18-3,0 0 0,0 0-4,0 0 6,0 0 0,0 0 3,0 0 2,0 0-2,0 0-3,0 0 1,0 0-3,0 0 1,0 0-4,-6-9-3,6 9 1,0 0-7,0 0 5,0 0-3,0 0 0,0 0 3,-9-5-3,9 5-2,0 0 0,0 0-2,-8-9-1,8 9 1,0 0-3,-11-7 9,11 7-1,0 0-1,-7-9-1,7 9 3,0 0-4,-14-6 0,14 6 2,0 0-1,-13-3-4,13 3 4,0 0-2,-12-2-3,12 2-7,0 0 5,0 0-3,0 0 2,-20 4-1,20-4 1,-14 6 2,14-6 0,-13 8-1,7-1 0,-5 4-3,-1-1 6,0 0 0,0 2-3,1 1-2,4 0 6,-4 1-3,2 0 8,-2 0-11,2 3 13,-3 3-6,5-6 3,0 0-7,1 0 5,-1-2-10,2 0 7,1 0-9,-1-1 6,4-1-10,-4 0 3,5-10-5,-4 17-2,2-9 0,2-8 6,-1 20-6,1-11 1,0-9-1,0 16-2,0-16 3,0 16-3,1-8-3,-1-8 5,2 16-4,1-7 1,-3-9 1,3 15 1,0-5 1,-3-10 1,6 11-4,-5-4 1,-1-7 0,8 11 0,-2-6 11,-6-5 6,12 9 3,-3-7 9,-9-2-9,20 4 3,-11-4-5,3 0 2,-12 0-6,27-2 1,-15 0-4,3 2-6,-15 0-1,20-2 1,-12 0 3,-8 2-1,16-1 0,-16 1-6,11-2 1,-11 2 2,0 0-1,13-4-2,-13 4-3,0 0 2,13-1 5,-13 1 1,0 0-3,0 0 2,0 0 2,0 0 6,12-2 0,-12 2-2,0 0 8,0 0-7,0 0 2,0 0 3,0 0 2,0 0-5,0 0 9,0 0-3,0 0-3,0 0-2,0 0-4,0 0 3,0 0-1,0 0-3,0 0 2,0 0-5,0 0 3,0 0-3,0 0 6,0 0-1,0 0 12,0 0 2,0 0-3,0 0 2,9-3-1,-9 3-4,0 0 8,0 0-8,0 0 10,0 0-7,0 0 3,0 0-11,0 0-1,0 0-2,0 0 12,0 0-18,0 0 4,4-13-4,-4 13-1,8-5-2,-8 5 0,10-7 4,-10 7-8,5-9 3,-5 9 1,9-9-1,-9 9-2,0 0 2,9-7 4,-9 7-5,0 0-5,0 0 2,0 0 3,6-5-1,-6 5 8,0 0-5,0 0-8,0 0 4,0 0 3,0 0-2,0 0 9,0 0-1,0 0 2,0 0 2,0 0 12,0 0-10,0 0-2,0 0 3,0 0-6,0 0-1,0 0 0,0 0-1,0 0 4,0 0-7,0 0 10,0 0-11,0 0-3,0 0 4,0 0-1,0 0-4,0 0-3,0 0 2,0 0 0,0 0-3,0 0 2,0 0-7,0 0-12,0 0-16,0 0-20,0 0-12,0 0-30,0 0-13,0 0-20,0 0-34,0 0-52,0 0-54,-29 20-110,20-13-213,-4-1-643,4-1 285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0.46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110 11 47,'0'0'172,"0"0"-2,0 0-10,0 0-6,0 0-10,0 0 0,-4-11-12,4 11-8,0 0-7,0 0-7,0 0-6,0 0-4,0 0-7,0 0-3,0 0-2,0 0-7,0 0-4,0 0-1,0 0-4,0 0 3,0 0-6,0 0-2,0 0-1,0 0-4,0 0-2,0 0 0,0 0-3,0 0-3,0 0-5,0 0-3,0 0-2,0 0-3,0 0-7,0 0-4,0 0-2,0 0-4,0 0-4,0 0-4,0 0 12,0 0 2,0 0-1,-8 24 4,8-11 1,-1 3 0,-2 1-5,0 6 8,-2-5-3,2 1 0,0-1-2,-3 1-1,5 4-6,-2-6 1,-2 8 4,1-9-2,2 1-5,-2-1 2,2-1-6,1 0 1,1-3-5,-2-1-1,2-11 0,-3 19-6,3-19 2,-2 16-1,2-16 6,0 14-9,0-14-3,-1 10 8,1-10 4,-3 11-9,3-11-4,0 0-1,-3 12 2,3-12 0,0 0-5,-2 10-6,2-10-7,0 0-4,-4 13-7,4-13-2,0 0-11,0 0-7,-5 12-10,5-12-13,0 0-10,0 0-12,0 0-9,0 0-17,-7 9-1,7-9-14,0 0-16,0 0-27,0 0-61,0 0-160,0 0-427,-20-2 190</inkml:trace>
  <inkml:trace contextRef="#ctx0" brushRef="#br0" timeOffset="641">77 45 69,'0'0'203,"0"0"-14,0 0-20,0 0-15,0 0-19,14-1-1,-14 1-16,0 0-5,10-5-11,-10 5-10,13-4-7,-13 4-3,12-5-5,-12 5-4,12-3-7,-12 3-2,0 0-4,15-4-4,-6 2-5,-9 2-5,18-2-5,-18 2-3,15-3-3,-15 3-7,14-2 1,-14 2-1,10-2-5,-10 2-5,0 0 1,16-1-1,-16 1-3,0 0 0,13 1-3,-13-1-3,0 0-1,12-1 0,-12 1-2,0 0 3,0 0 0,0 0-7,0 0 1,0 0-6,14 3-7,-14-3 1,0 0-4,0 0-5,0 0-7,0 0-9,0 0-7,12 2-3,-12-2-3,0 0-5,0 0-12,0 0-4,0 0-10,14 1-11,-14-1-20,0 0-30,0 0-139,10 2-302,-10-2 134</inkml:trace>
  <inkml:trace contextRef="#ctx0" brushRef="#br0" timeOffset="1157">67 351 151,'0'0'172,"0"0"-13,0 0-9,0 0-14,0 0-12,0 0-9,0 0-8,0 0-13,0 0-2,0 0-3,25-16 0,-25 16 1,0 0 3,0 0-4,9-5-4,-9 5-4,0 0 1,14-7-8,-14 7-2,12-4-6,-4-1-7,2 0-8,-2 0 0,-8 5-8,18-9-5,-7 5-4,-11 4-3,16-3-6,-10-1-11,-6 4-13,15-3-15,-15 3-16,9-2-17,-9 2-15,0 0-14,0 0-14,0 0-23,17 0-14,-17 0-33,0 0-147,0 0-332,0 0 148</inkml:trace>
  <inkml:trace contextRef="#ctx0" brushRef="#br0" timeOffset="1547">354 295 73,'0'0'202,"0"0"-16,0 0-10,0 0-16,0 0-11,0 0-17,0 0-8,0 0-9,0 0-13,0 0-12,0 0-1,0 0-9,0 0-10,0 0-8,0 0-8,0 0-5,0 0-8,0 0-1,0 0-3,0 0-10,0 0 1,0 0 10,0 0 11,0 0 10,0 0 2,-1 26-1,1-26 0,-10 20-11,7-6 2,2 0-2,-4 0-2,4 0-6,1 4-2,-3-5-1,3 3-1,-2-2-7,-1 0-4,3 0 0,2-3 2,-2-11-8,-2 17-1,2-17-1,0 18-2,0-18-3,0 14 0,0-14-5,0 11 2,0-11-7,0 0-7,-3 12-2,3-12-11,0 0-2,0 0-8,-3 9-8,3-9-7,0 0-12,0 0-25,0 0-27,0 0-11,0 0-18,0 0-31,0 0-45,0 0-119,0 0-357,-22-23 158</inkml:trace>
  <inkml:trace contextRef="#ctx0" brushRef="#br0" timeOffset="1969">463 301 214,'0'0'211,"0"0"-14,0 0-9,0 0-19,0 0-6,0 0-18,0 0-9,0 0-12,0 0-10,0 0-12,0 0-1,0 0-11,0 0-6,0 0-11,-15-11-5,15 11-7,0 0-7,0 0 1,0 0-4,0 0-5,0 0-6,0 0-3,0 0-1,0 0-5,0 0-3,0 0-3,0 0-2,0 0 1,0 0-1,0 0-5,0 0-1,0 0-1,0 0-4,0 0 4,0 0-7,0 0 3,0 0-1,0 0-3,0 0 0,0 0 1,0 0-3,0 0 0,0 0 1,0 0-3,0 0 2,0 0-1,0 0-2,0 0-4,0 0 1,0 0 1,0 0 1,0 0-1,0 0-2,0 0 1,0 0 0,0 0-2,0 0 5,0 0 2,0 0 9,0 0 0,0 0 4,0 0 4,0 0-2,0 0 3,0 0 1,0 0 2,0 0 5,0 0-6,21 19 12,-21-19-3,0 0 2,0 0-1,-8 23-5,8-23 3,0 15-1,-1-4 4,1-11-3,-3 19 1,1-8 1,1 5 3,-2-2-2,1 0-1,2 0 1,-1-2-4,1-12-1,0 23-7,0-12 0,1-3 0,-1-8-11,0 20 6,2-13 0,-2-7-1,3 15-4,-3-15-3,0 11 7,0-11-9,3 9 3,-3-9-1,0 0-3,4 14-3,-4-14 1,0 0-10,0 0 9,0 12-4,0-12-4,0 0-12,0 0-7,0 0-9,0 0-3,0 13-14,0-13-7,0 0-13,0 0-9,0 0-13,0 0-14,0 0-11,0 0-23,0 0-45,0 0-43,0 0-228,0 0-491,0 0 216</inkml:trace>
  <inkml:trace contextRef="#ctx0" brushRef="#br0" timeOffset="2673">386 461 98,'0'0'252,"0"0"-17,9-8-11,-9 8-18,9-10-18,0 6-15,-9 4-16,14-9-21,-7 5-9,-7 4-17,14-5-31,-14 5-39,12-5-47,-12 5-62,11-1-75,-11 1-158,0 0-325,0 0 145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33.36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 61 43,'0'0'132,"0"0"-17,0 0 11,-11-5-9,11 5-3,0 0-5,0 0-12,0 0-4,0 0-3,-15-2-15,15 2 10,0 0 0,0 0 1,0 0-12,-12-1 0,12 1-4,0 0-5,0 0 2,0 0-9,0 0-6,0 0 4,0 0-14,0 0-1,0 0-4,0 0-2,0 0-10,0 0 1,0 0-3,0 0-1,0 0-3,0 0-3,0 0 1,0 0 1,0 0-1,-3 13-4,3-13-1,0 0-4,0 0 1,0 0 0,0 0 2,0 0-2,0 0-1,0 0-2,14 15 5,-14-15 4,0 0 5,0 0 2,0 0 8,0 0 1,0 0-2,0 0 6,0 0-3,0 0 0,0 0-6,0 0-3,0 0-8,0 0 7,0 0-3,0 0-1,0 0-4,0 0-1,0 0 1,0 0-1,0 0-3,0 0-1,0 0 0,0 0-3,0 0 1,0 0 0,0 0 5,0 0 4,0 0 6,0 0 6,0 0 2,0 0 3,0 0 7,0 0 0,0 0 6,0 0 1,0 0 7,0 0 7,0 0 6,0 0 12,0 0-4,0 0 17,0 0-10,0 0-3,0 0-4,0 0 2,0 0 7,0 0 4,0 0 6,0 0-16,1-32-2,-1 32-6,0 0-5,0 0-4,0 0-10,0 0 7,0 0-20,0 0-11,0 0 2,0 0-3,0 0-3,0 0-10,0 0 10,0 0-12,0 0 3,0 0-3,0 0 2,0 0-3,0 0 2,0 0-2,0 0 2,0 0-1,0 0 9,0 0 3,0 0 3,0 0 1,0 0 5,0 0-2,0 0 3,0 0 2,0 0-5,0 0 3,0 0-9,0 0 7,0 0-4,0 0 2,0 0-2,0 0 2,0 0-6,0 0-5,0 0 1,0 0 0,0 0-4,0 0 3,0 0-4,0 0-1,0 0-1,0 0-2,0 0 1,0 0 5,0 0-10,0 0 2,0 0-1,0 0-1,0 0-1,0 0 3,0 0-4,0 0-2,0 0 4,0 0-4,0 0 3,0 0 1,0 0 6,0 0 5,0 0 6,0 0 1,0 0 2,0 0 7,0 0-1,0 0 4,0 0 7,0 0 2,0 0-3,0 0 0,0 0 0,0 0 3,0 0 0,0 0-2,0 0-4,0 0 4,0 0-5,0 0 0,0 0-1,0 0-5,0 0-1,0 0-2,0 0-3,0 0 2,0 0-6,0 0-4,0 0-4,0 0 2,0 0 3,0 0 0,0 0-7,0 0-3,3-11-2,-3 11 0,0 0-1,0 0 7,0 0-9,0 0 1,0 0-2,0 0-3,0 0 6,0 0-6,0 0 0,0 0 2,0 0 3,0 0-3,0 0-2,0 0 1,0 0 3,0 0-3,0 0-3,0 0 3,0 0-3,0 0 4,0 0-1,0 0 1,0 0-4,0 0 2,0 0-1,0 0 3,0 0-1,0 0-1,0 0 1,0 0-3,0 0 3,0 0 1,0 0 1,0 0-6,0 0 4,0 0 0,0 0-1,0 0 3,0 0 1,0 0 1,0 0 3,0 0 1,0 0 0,0 0-4,0 0 4,0 0-3,0 0 1,0 0 0,0 0 1,0 0 4,0 0-3,0 0-5,0 0-3,0 0 5,0 0-1,0 0 0,0 0 0,0 0 1,0 0-4,0 0 7,0 0-10,0 0 7,0 0-2,0 0-3,0 0 1,11-10 4,-4 7-1,-7 3-2,0 0 5,6-7 1,-6 7 5,0 0 3,9-4 5,-9 4 1,0 0-1,0 0 4,0 0-5,6-7 0,-6 7 2,0 0 2,0 0-11,0 0 3,0 0 0,0 0 1,0 0-8,0 0 3,0 0 0,0 0-2,0 0-1,0 0-6,0 0 1,0 0 2,0 0 2,0 0-5,0 0 2,0 0 2,0 0-5,0 0 0,0 0-3,0 0 5,11-5-5,-11 5 5,0 0-6,0 0-1,0 0 1,0 0 2,0 0-1,0 0-1,0 0 0,0 0 4,0 0-2,0 0 5,0 0-4,0 0 6,0 0-8,0 0 0,0 0-3,0 0 3,0 0-3,0 0 8,0 0-4,0 0-1,0 0-3,0 0 1,0 0-1,0 0 9,0 0-2,0 0 0,0 0-4,0 0 3,0 0-4,0 0 1,0 0 3,0 0-3,0 0 1,0 0 1,0 0-1,0 0 1,0 0 4,0 0-1,0 0-5,0 0 0,0 0 8,0 0-7,0 0 1,0 0 3,0 0 6,0 0-2,0 0-1,0 0 3,0 0 11,0 0-14,0 0 2,0 0 2,0 0-4,0 0 2,0 0-1,0 0 1,0 0-1,0 0 0,0 0 0,0 0-6,0 0 1,0 0 6,0 0-3,0 0 1,0 0 2,0 0-6,0 0 0,0 0 6,0 0-4,0 0 0,0 0-1,0 0-1,0 0 3,0 0-2,0 0 1,0 0 4,0 0 3,0 0-6,0 0 2,0 0-5,0 0 1,0 0 3,0 0 7,0 0-10,0 0-3,0 0 2,0 0-1,0 0-2,0 0 0,0 0 0,3-9 1,-3 9-1,0 0 1,0 0-3,0 0 3,0 0-1,0 0 0,0 0-1,0 0 5,0 0-3,0 0-2,0 0 4,0 0-3,0 0 0,0 0-1,0 0 10,0 0-10,0 0-2,0 0 5,0 0-9,0 0 19,0 0-11,0 0-1,0 0-5,0 0 0,0 0 5,0 0-1,0 0-4,0 0 7,0 0-6,0 0 3,0 0-8,0 0 5,0 0 7,0 0-1,0 0-9,0 0 5,0 0 0,0 0 4,0 0-5,0 0 5,0 0-1,0 0-4,0 0 11,0 0-13,0 0 4,0 0-4,0 0 1,0 0 6,0 0-2,0 0-3,0 0 1,0 0 3,0 0 0,0 0 2,0 0-6,0 0 0,0 0 4,0 0-2,0 0 0,0 0 3,0 0-2,0 0-5,0 0 3,0 0-2,0 0 6,0 0-5,0 0 14,0 0-10,0 0-5,0 0 3,0 0 3,0 0-3,0 0-2,0 0-1,0 0 5,0 0-1,0 0-2,0 0 1,0 0 2,0 0-4,0 0-6,0 0 11,0 0-1,0 0 1,0 0-3,0 0-5,0 0 8,0 0-2,0 0-2,0 0 3,0 0-1,0 0 3,0 0-7,0 0 6,0 0-5,0 0 8,0 0-3,0 0-6,0 0 8,0 0-3,0 0-3,0 0 0,0 0-4,0 0 10,0 0-3,0 0 2,0 0-4,0 0 1,0 0-5,0 0 13,0 0-14,0 0 6,0 0-9,0 0 6,0 0 7,0 0-6,0 0 1,0 0 1,0 0-1,0 0 0,0 0 0,0 0-2,0 0 7,0 0-8,0 0 3,0 0 2,0 0 1,0 0 0,0 0-2,0 0-4,0 0 1,0 0 3,0 0-4,0 0 7,0 0-5,0 0-4,0 0-6,0 0 17,0 0-3,0 0-1,0 0-3,0 0-3,0 0 1,0 0 6,0 0-1,0 0-3,0 0 2,0 0-6,0 0-2,0 0 7,0 0-2,0 0 5,0 0 1,0 0-3,0 0-6,0 0 3,0 0 2,0 0 6,0 0-7,0 0 2,0 0-2,0 0 5,0 0-2,0 0-1,0 0 4,0 0-1,20 5-3,-20-5 2,0 0 2,0 0-2,0 0-4,0 0 5,0 0-7,12 4 5,-12-4-2,0 0-1,0 0 3,0 0 0,0 0 2,0 0 5,0 0-10,0 0-1,0 0 2,0 0-9,0 0 9,0 0 0,0 0-1,0 0 3,0 0 5,0 0-7,0 0-1,0 0 5,0 0-3,0 0-1,0 0-4,0 0 2,0 0 5,0 0-2,0 0 3,0 0 2,0 0 0,0 0-2,0 0 4,0 0-6,0 0 12,0 0 2,0 0 0,0 0 1,0 0-1,0 0-8,0 0 6,0 0 6,0 0-7,0 0 1,0 0 6,0 0-8,0 0 4,0 0 0,0 0-2,0 0 11,0 0-18,0 0 2,0 0-4,0 0 3,0 0-6,0 0 6,0 0 3,0 0-2,0 0-2,0 0-4,0 0-3,0 0 3,0 0 2,0 0-9,0 0 4,0 0 7,0 0 2,0 0-6,0 0 0,0 0 0,0 0-2,0 0 11,0 0-14,0 0-1,0 0 3,0 0 0,0 0-1,0 0-1,0 0-4,0 0 5,0 0 2,0 0 2,0 0-3,0 0 0,0 0 11,0 0-11,0 0 3,0 0 3,0 0-1,0 0-6,0 0 7,0 0-1,0 0-2,0 0 7,0 0-7,0 0 0,0 0 7,0 0-3,0 0-7,0 0 4,0 0 1,0 0-8,0 0 2,0 0 5,0 0-4,0 0 0,0 0 6,0 0-4,0 0-2,0 0 0,0 0 0,0 0 0,0 0 0,0 0 0,0 0 0,0 0 0,0 0 0,0 0 0,0 0 0,0 0 0,0 0 0,0 0 0,0 0 0,0 0 0,0 0 0,0 0 0,0 0 0,0 0 0,0 0 0,0 0 0,0 0 0,0 0 0,0 0 0,0 0-1,0 0 2,0 0-1,0 0 0,0 0-6,0 0 6,0 0 6,0 0-6,0 0 0,0 0 0,0 0 0,0 0 0,0 0 0,0 0 0,0 0 0,0 0 0,0 0 0,0 0 0,0 0 0,0 0 0,0 0 0,0 0 0,0 0 0,0 0 0,0 0 0,0 0 0,0 0 0,0 0 0,0 0 0,0 0 0,0 0 0,0 0 0,0 0 0,0 0 0,0 0 0,0 0 0,0 0 0,0 0-4,0 0-5,0 0 13,0 0-3,0 0-2,0 0-1,0 0 7,0 0 1,0 0-6,0 0 0,0 0 0,-2 14 0,2-14 0,0 0 0,0 0 0,0 0 0,0 0 0,0 0 0,0 0 0,0 0 0,0 0 0,0 0 0,0 0 0,0 0 0,0 0 0,0 0 0,0 0 0,-3 14 0,3-14 0,0 0 0,0 0 0,0 0 0,0 0 0,0 0 0,0 0 0,0 0 0,0 0 0,0 0 0,0 0 0,0 0 0,0 0 0,0 0 0,0 0 0,0 0 0,0 0 0,0 0 0,0 0 0,0 0 0,0 0 0,0 0 0,0 0 0,0 0 0,0 0 0,0 0 0,0 0 0,0 0 0,0 0 0,0 0 0,3 12 0,-3-12 0,0 0 0,0 0 0,0 0 0,0 0 0,0 0 0,-3 16 0,3-16 0,0 0 0,0 0 0,3 10 0,-3-10 0,0 0-2,0 0-5,0 0 5,0 0-2,0 0 2,0 0 1,0 0-3,0 0-4,0 14 2,0-14 0,0 0 3,0 0-4,0 0 10,0 0-6,0 0-5,0 0 6,0 0-1,0 0-3,0 0 3,0 0 3,0 0-3,0 0 6,0 0-4,0 0-2,0 0-14,0 0 17,-3 12 2,3-12 2,0 0-8,0 0 16,0 0-13,0 0 4,-1 15 5,1-15-15,0 0 8,0 0-6,0 0 1,-2 12-2,2-12 5,0 0-4,0 0-7,2 11 15,-2-11-3,0 0 2,1 13-4,-1-13 2,0 11-3,0-11 5,0 0-1,0 16-1,0-16-5,3 11 6,-3-11-6,0 0 5,-3 13 2,3-13-3,0 0 0,0 0 1,0 15-6,0-15 12,0 0-5,0 0-6,0 0 3,3 12-3,-3-12 5,0 0-4,0 0 2,-3 12 0,3-12-6,0 0 12,0 0-1,3 12 3,-3-12 0,0 0-7,0 11 10,0-11-16,0 0 11,0 0-1,0 14-5,0-14 0,2 9-1,-2-9 4,0 0 0,0 14-2,0-14 0,0 0-5,-2 12 10,2-12-2,0 0 1,2 16-4,-2-16 0,-2 10-1,2-10 3,-3 13-2,3-13 2,-1 10-5,1-10 7,0 0-6,1 16 7,-1-16-8,3 12 6,-3-12-5,-3 12-2,3-12 8,0 0-5,0 16 2,0-16 5,0 12-5,0-12 2,0 0-3,0 15-9,0-15 12,-1 10 2,1-10-7,0 0 1,0 0 4,1 14 0,-1-14-1,0 0 0,3 12-2,-3-12 4,0 0-2,0 13 1,0-13-3,0 0 2,0 14-3,0-14 1,0 0 2,-4 16 3,4-16-2,1 8-1,-1-8-4,3 11 1,-3-11-7,0 12 7,0-12-1,0 0 6,0 16 5,0-16-10,2 14 3,-2-14 0,0 13 7,0-13-5,1 10-3,-1-10-2,0 0 1,0 18-1,0-18 13,0 10-6,0-10-9,2 9-2,-2-9 0,0 0 13,0 14-18,0-14 9,0 12 2,0-12 0,0 13-3,0-13 5,0 10-12,0-10 8,0 0 1,-2 18 1,2-18 3,0 12 5,0-12-5,-1 11 2,1-11-7,0 13 2,0-13-1,1 13 7,-1-13-5,0 14-5,0-14 2,0 10 6,0-10-1,0 13-4,0-13 3,0 12-1,0-12-5,-1 14 7,1-14-6,1 14-1,-1-14 3,2 16 2,-2-16-9,3 10 6,-3-10-1,0 0 3,-5 16-1,5-16 4,2 10-6,-2-10 2,0 13 1,0-13 1,0 0-2,3 14 2,-3-14 3,1 11-2,-1-11-8,0 0 12,-4 15-3,4-15-4,0 13-3,0-13 11,3 10-2,-3-10-1,0 0-5,-6 21-3,7-12 5,-1-9 2,0 14-1,0-14-6,0 14 2,0-14-2,2 16 1,-2-7 19,0-9-13,-2 16 1,2-16-5,0 13 3,0-13-6,0 13-11,0-13 15,0 15 1,0-15-1,2 15 1,-2-15-5,0 13 2,0-13-1,0 12 5,0-12-3,0 11 1,0-11 6,3 11-11,-3-11 10,0 0-4,-3 16-2,3-16 6,0 0-9,3 13 1,-3-13 1,0 0 3,1 13 13,-1-13-20,0 0 3,0 14 0,0-14 6,0 11 0,0-11 3,0 0-8,2 13-1,-2-13 3,0 12-2,0-12 6,0 0-7,-3 13 5,3-13-13,0 0 6,3 16 14,-3-16-9,0 0 2,-2 12 0,2-12-4,0 0 8,0 13-8,0-13-2,0 0 4,-1 10 3,1-10-9,0 0 8,0 0-9,0 15 10,0-15-2,0 0-2,1 10 1,-1-10-5,0 0 4,0 0 1,2 10-1,-2-10-3,0 0 10,0 0 1,0 0-8,0 0 3,0 0 4,0 0-1,0 0-5,3 11 14,-3-11-17,0 0 5,0 0-3,0 0-1,0 0 5,0 0 6,0 0-11,0 0 6,0 0-5,0 0 0,0 0 1,0 0-4,0 0 6,0 0-5,0 0-2,0 0 7,0 0-5,0 0-1,0 0 0,0 0 4,0 0-2,0 0-3,0 0-1,0 0 7,0 0-4,1 10 1,-1-10 0,0 0 0,0 0 0,0 0 1,2 11 8,-2-11-13,0 0 7,0 0 1,0 0 1,0 0-2,0 0-9,0 0 22,0 0-18,0 0 5,0 0 4,0 0 0,0 0-6,-3 12 5,3-12-2,0 0 2,0 0 0,0 0 14,0 0-19,0 0 4,0 0 1,0 0 0,0 0 2,0 0-1,0 0-10,0 0 11,0 0-7,0 0 13,0 0-6,0 0-10,0 0 11,0 0 1,0 0 4,0 0-15,0 0-16,0 0-21,0 0-19,0 0-35,0 0-12,0 0-53,0 0-68,0 0-69,0 0-72,0 0-69,0 0-93,0 0-443,0 0-1052,8-38 465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6.5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40 0 1,'0'0'154,"0"0"-11,0 0-8,0 0-6,0 0-13,0 0-12,0 0 0,0 0-3,7 12-4,-7-12-1,0 0 2,0 0-5,0 0-3,0 0-5,0 0-3,0 0 3,0 0-10,0 0-5,0 0 0,0 0 0,0 0-5,0 0 3,0 14-3,0-14-1,0 0 4,-1 15 0,-4-8 3,5-7-6,-1 21-3,-1-3-4,-2-2 5,1 7-5,3 1 10,-5 1-6,0 1-9,4 11-2,-2-9-3,-2 0-6,5 8-3,0-8-8,0-2 0,2-2-1,1-1-3,-2-3-2,1-3-8,-1-1-1,4 0-1,-3-4 7,1-1-11,-2-3 0,-1-8 0,2 16-1,-2-16-1,1 11 1,-1-11 0,0 0 1,3 12-1,-3-12-5,0 0-9,0 0-12,0 0-13,0 0-10,0 0-7,0 0-10,0 0-14,0 0-7,0 0-32,0 0-21,0 0-18,-24-25-31,24 25-47,-8-14-161,2 7-418,6 7 184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7.12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52 132,'0'0'169,"0"0"-12,0 0-9,5-9-14,-5 9-8,0 0-6,0 0-6,0 0-5,12-5-1,-12 5-1,0 0-4,10-8-4,-10 8-3,9-4-5,-9 4-4,12-6-2,-12 6-7,16-3-2,-6 1-5,-1-5-8,-9 7-8,21-1-1,-10-3-6,-11 4-7,20-2-1,-10 1-3,-10 1-7,17 1-10,-17-1-13,17 0-11,-17 0-11,12 2-6,-12-2-7,9 2-8,-9-2-6,0 0-3,10 5-7,-10-5-7,0 0-3,9 3-9,-9-3-5,0 0-26,0 0-29,0 0-180,0 0-336,0 0 149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7.5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37 2,'0'0'209,"0"0"-6,0 0-9,0 0-8,0 0-17,24 0-9,-24 0-9,0 0-14,26-4-11,-26 4-11,20-6-10,-10 2-9,-1 1-9,2-2-8,-11 5-12,18-5-5,-6 2-6,-12 3 1,15-3-18,-7 1-21,-8 2-19,14-2-22,-14 2-14,0 0-18,13 0-22,-13 0-19,0 0-18,0 0-33,0 0-148,0 0-319,0 0 140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7.93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39 0 146,'0'0'169,"0"0"-3,0 0-11,0 0-6,0 0-6,0 0-10,0 0-6,0 0-8,0 0-4,0 0-8,0 0 0,0 0-12,0 0-6,0 0-1,0 0-1,0 0 5,0 0-6,0 0-4,0 0-1,-13 30-2,13-30-8,-4 18 2,1-8-3,0-1-4,3 5 3,-3 0-15,0 0-3,3 0-3,-3 0-7,2-2-5,1-12-4,0 20-2,-2-9-2,2-11-4,3 15-4,-3-6-1,0-9-2,0 12-1,0-12-1,0 0-1,0 14-1,0-14-3,0 0 1,-3 11-4,3-11-7,0 0-5,0 0-5,0 0-6,0 0-5,0 0-9,-4 12-21,4-12-26,0 0-18,0 0-23,0 0-32,0 0-36,0 0-50,0 0-141,0 0-406,0 0 180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8.34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62 0 85,'0'0'235,"0"0"-10,0 0-16,0 0-14,0 0-12,0 0-12,0 0-16,0 0-11,1-11-9,-1 11-9,0 0-12,0 0-2,0 0-8,0 0-6,0 0-7,0 0-3,0 0-6,0 0-5,0 0-7,0 0-7,0 0-1,0 0-4,0 0-3,0 0 11,0 0-9,0 0 3,0 0-7,0 0-4,0 0-1,0 0 3,0 0-11,0 0 1,0 0-5,0 0-4,0 0-6,0 0-1,0 0 1,0 0 0,0 0-1,0 0-2,-6 35-1,6-35-2,0 0-1,0 0 1,-3 14 0,3-14 7,-3 14 3,2-5 2,-2-1 4,3-8-4,-5 22 8,5-8 8,-1 0 3,-4 2 3,4-1-11,-1 1 6,-2 0 2,2 1-1,2 1-1,-4-2-10,4 0 1,0-3-2,0 4-6,0-7-7,0-10 12,0 21-14,0-11 12,0-10-14,0 16 0,0-16-12,1 12 8,-1-12 2,0 0-9,0 15 1,0-15 0,0 0 0,0 14-3,0-14 5,0 0-1,0 0-4,0 0-12,0 0-15,0 0-5,0 0-13,0 0-16,0 0-16,0 0-15,0 0-20,0 0-21,0 0-20,0 0-35,0 0-35,0 0-43,0 0-63,0 0-199,-24-21-562,24 21 248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18.89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91 25,'0'0'280,"0"0"-14,9-21-18,-4 14-17,-1 0-21,7 1-23,1-4-17,1 5-18,1-2-13,-5 2-40,3 2-44,0 0-56,-12 3-72,20-7-94,-12 6-137,-8 1-329,15-9 146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20.0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 23 186,'0'0'196,"0"0"-7,-4-12-11,4 12-10,0 0-8,0 0-7,0 0-7,0 0-7,0 0-9,0 0-4,0 0-5,0 0-9,0 0-5,0 0-7,0 0 3,0 0-8,0 0-7,0 0-9,0 0-3,7-11-11,-7 11-6,0 0 0,0 0-14,0 0-2,0 0-6,0 0-4,0 0-4,0 0-3,0 0-3,0 0-2,0 0 0,0 0-3,0 0 3,0 0 9,0 0 2,12 25 1,-12-25 0,3 10-1,-3-10 0,5 18 2,-3-6 5,2-3 4,-1 4-6,0 5 8,-3 0 11,2 4-4,2 1-2,-4 0-1,-3 0-2,3 0 0,3-4 1,-3 2-6,2-3-5,-1-3 2,-1 3 6,0 0-5,2-4-6,2 0 8,-2-4-9,1 1 3,-2-2-7,-1-9-12,5 13 1,-5-13-1,1 11 8,-1-11-12,3 11 12,-3-11-18,0 0 1,3 11-5,-3-11 4,0 0-4,0 0-7,0 0-22,0 0-8,0 0-5,0 0-19,0 0-25,0 0-20,0 0-22,-30-10-18,30 10-27,-9-8-35,9 8-46,-8-15-278,2 7-572,-1 0 254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20.64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19 0 98,'0'0'203,"0"0"-12,0 0-10,0 0-11,0 0-8,0 0-11,0 0-5,0 0-4,0 0-4,0 0-6,0 0 2,0 0 1,0 0 2,0 0 1,0 0-7,0 0-9,0 0-9,0 0-6,0 0-9,-12 33-8,12-33 9,-5 17-4,4-9 1,1-8-6,0 21-8,-2-9 1,4 3 12,-2 0-11,4 0-3,-1 0 3,-3 1 0,2 0-4,-2 1 8,4 1 2,1 2-10,-2-2-2,-2 0-6,5 2 0,-3-3-11,-1-1-2,-1 2-8,1-3-2,1 1-5,0-2-7,0-3-1,-3 1-1,1-4-4,1 3-6,-2-11 6,4 14-12,-2-7 0,-2-7-6,1 11 6,-1-11-8,0 0 3,4 10-6,-4-10 4,0 0-7,0 0-5,0 13-4,0-13-10,0 0-10,0 0 2,0 0-18,0 0-7,0 0-8,0 0-12,0 0-14,0 0-21,0 0-22,0 0-19,0 0-21,-13 7-21,13-7-31,0 0-39,0 0-64,0 0-210,-25-12-571,25 12 253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21.18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74 18,'0'0'269,"0"0"-19,0 0-13,0 0-14,0 0-10,0 0-8,0 0-6,20-15-14,-11 12-11,4-4-7,3 2-18,0-2-15,1-1-15,1 2-8,-3-1-22,0 2-40,-4 0-51,-2 2-75,2 0-102,-11 3-244,0 0-457,0 0 203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47.17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80 50 70,'0'0'109,"0"0"-7,0 0 2,6 7-4,-6-7-4,0 0 3,0 0 3,0 0 3,0 0-1,0 0 3,0 0 0,0 0-2,0 0-5,0 0-1,0 0-1,0 0-2,0 0-4,0 0-3,0 0-5,0 0-5,0 0-6,0 0-7,0 0-9,0 0-8,0 0 0,0 0-9,0 0-1,0 0-7,0 0 0,0 0-6,0 0 0,0 0 0,0 0 2,0 0-2,0 0 4,0 0 0,0 0 1,0 0 1,0 0 2,0 0 2,0 0-2,0 0 1,0 0 1,0 0-1,0 0-3,0 0 1,14-11-3,-14 11 0,0 0-12,0 0 0,0 0 5,0 0 3,0 0-2,0 0 6,0 0 0,0 0 2,0 0 2,0 0-1,0 0-2,0 0 4,0 0-1,0 0-2,0 0 0,0 0 1,9-5-2,-9 5 2,0 0-2,0 0 1,0 0 3,0 0-4,0 0-1,0 0-3,0 0 4,0 0-6,0 0 9,0 0-5,0 0-1,0 0 0,0 0 3,0 0-2,0 0 6,0 0-8,0 0 3,0 0-7,0 0-1,0 0-2,0 0-2,8-6 0,-8 6 1,0 0 2,0 0 1,0 0-2,0 0-3,0 0-1,0 0-11,0 0 15,0 0 9,0 0-2,0 0-7,0 0 7,0 0-10,0 0 4,0 0-5,0 0 6,0 0-3,0 0-4,0 0 5,0 0 0,0 0-4,0 0 5,0 0 0,0 0-3,0 0 3,0 0 0,0 0-4,0 0 3,0 0 5,0 0-7,0 0-3,0 0-4,0 0 8,0 0 2,0 0-8,0 0 4,0 0 1,0 0 0,0 0 8,9-6-9,-9 6 6,0 0 2,0 0-5,0 0 6,0 0-4,0 0 1,0 0-2,0 0-2,0 0-3,7-5 1,-7 5 8,0 0-6,0 0-2,0 0 7,0 0-1,0 0 5,0 0 1,0 0 4,0 0-4,0 0 2,0 0 2,0 0-1,0 0-6,0 0 3,0 0-1,0 0-4,0 0-4,0 0-2,0 0 0,0 0-3,0 0 0,0 0-2,0 0 3,0 0-4,0 0-1,0 0-3,0 0-4,0 0 2,0 0-4,0 0 5,0 0-2,0 0-2,8-8-1,-8 8-2,0 0 1,0 0 3,0 0-2,0 0 2,0 0-1,0 0 3,0 0-6,0 0 1,0 0 4,0 0 0,0 0 1,0 0 0,0 0-1,0 0 2,0 0 0,0 0 3,0 0 0,0 0 4,0 0-2,0 0-3,0 0 5,0 0 1,0 0 2,0 0-3,0 0 5,0 0-1,0 0-5,0 0 4,0 0-5,0 0 3,0 0-4,0 0 0,0 0-1,0 0 5,0 0-4,0 0-3,0 0-2,0 0-1,0 0 6,0 0-9,0 0 3,0 0 0,0 0-3,0 0 1,0 0 1,0 0-1,0 0 0,0 0 0,0 0-2,0 0 0,0 0 0,0 0 3,0 0-3,0 0 2,0 0-6,0 0 6,0 0 0,0 0-4,0 0 2,0 0 0,0 0 1,0 0 1,0 0-1,0 0-2,0 0 2,0 0-2,0 0 1,0 0-4,0 0 4,0 0-2,0 0 3,0 0-1,0 0 2,0 0-3,0 0 1,0 0 2,0 0 1,0 0-1,7-5 0,-7 5 1,0 0-2,0 0 4,0 0-2,0 0-1,0 0 0,0 0 0,9-5 0,-9 5 0,0 0-4,0 0 5,0 0 0,0 0-3,0 0 1,0 0-1,0 0 3,0 0-5,0 0 4,0 0 0,0 0 0,0 0-1,0 0-2,0 0 0,0 0 3,0 0-3,0 0 2,0 0 0,0 0-2,0 0 2,0 0-2,0 0 2,0 0 1,0 0-1,6-6 0,-6 6-4,0 0 2,0 0 1,0 0-1,0 0 3,0 0 0,0 0-1,0 0-1,0 0-2,0 0 1,0 0 2,0 0-1,0 0-3,0 0 4,0 0-1,0 0 1,0 0-2,0 0 2,0 0 0,0 0-2,0 0 2,0 0-2,0 0 0,0 0 1,0 0 0,0 0 1,0 0 4,0 0-8,0 0 3,0 0 0,0 0 0,0 0 0,0 0 2,0 0-3,0 0 1,0 0 1,0 0-1,0 0-1,0 0 3,0 0-3,0 0 4,0 0-2,0 0 0,0 0 0,0 0 1,0 0 0,0 0-2,0 0 2,0 0-2,0 0 3,0 0-2,0 0-1,0 0 3,0 0 1,0 0-2,0 0 3,0 0 2,0 0 0,0 0-2,0 0 0,0 0 5,0 0-3,0 0 2,0 0 0,0 0 1,0 0 0,0 0 1,0 0-2,0 0 3,0 0 0,0 0-3,0 0 3,0 0-2,0 0 2,0 0 1,0 0-2,0 0-1,0 0 1,0 0-1,0 0-2,0 0 5,0 0-5,0 0-1,0 0 3,0 0-5,0 0-1,0 0 1,0 0 1,0 0 3,0 0-3,0 0-1,0 0-1,0 0-1,0 0 2,0 0 0,0 0 1,0 0 2,0 0-1,0 0 1,0 0 0,0 0 4,0 0 0,0 0-5,0 0 7,0 0-3,0 0-1,0 0 2,0 0-2,0 0-3,0 0 0,0 0 1,0 0-1,0 0-3,0 0 4,0 0-1,0 0 2,0 0-5,0 0 8,0 0-1,0 0-1,0 0-2,0 0 9,0 0-7,0 0-4,0 0 1,0 0 0,0 0-4,0 0 2,0 0 5,0 0-2,0 0-3,0 0 0,0 0 4,0 0-7,0 0-1,0 0 2,0 0-1,0 0 2,0 0-2,0 0-6,0 0 9,0 0-2,0 0 3,0 0-2,0 0-1,0 0 1,0 0-2,0 0-1,0 0 3,0 0-1,0 0 3,0 0 0,0 0 2,0 0-1,0 0-1,0 0 3,0 0-2,0 0 4,0 0-5,0 0-1,0 0 2,0 0 0,0 0-1,0 0 0,0 0-2,0 0 10,0 0-6,0 0-1,0 0 2,0 0-2,0 0-3,0 0 4,0 0 0,0 0-1,0 0 1,0 0-1,0 0 2,0 0 6,0 0-8,0 0-3,0 0 4,0 0-1,0 0-8,0 0 6,0 0-1,0 0 5,0 0-5,0 0 3,0 0-2,0 0 0,0 0 3,0 0-3,0 0 3,0 0-6,0 0 3,0 0 0,0 0 6,0 0-1,0 0-6,0 0 7,0 0-7,0 0 1,0 0-2,0 0 5,0 0-5,0 0 5,0 0 1,0 0-1,0 0 1,0 0 1,0 0-4,0 0 4,0 0 3,0 0-7,0 0-6,0 0 11,0 0-3,0 0-1,0 0-1,0 0 3,0 0-1,0 0-2,0 0 2,0 0-3,0 0-1,0 0 8,0 0-8,0 0-1,0 0-3,0 0 10,0 0-5,0 0-4,0 0 2,0 0-8,0 0 7,0 0 3,0 0-3,0 0 0,0 0 5,0 0-2,0 0-13,0 0 14,0 0-6,0 0-2,0 0 3,0 0 0,0 0 6,0 0-5,0 0-4,0 0 1,0 0-3,0 0 1,0 0 4,0 0-2,0 0-1,0 0 10,0 0-11,0 0 10,0 0 5,0 0-6,0 0 2,0 0-6,0 0-1,0 0 5,0 0-7,0 0 4,0 0-1,0 0 1,0 0-1,0 0 2,0 0-2,0 0-7,0 0 7,0 0 2,0 0 1,0 0-3,0 0 0,0 0-9,0 0 3,0 0 0,0 0 8,0 0-7,0 0 0,0 0 1,0 0 2,0 0-4,0 0-3,0 0 3,0 0 4,0 0-9,0 0 7,0 0-3,0 0 4,0 0-5,0 0-1,0 0 3,0 0-10,0 0 13,0 0-2,0 0-5,0 0 3,0 0-1,0 0 9,-3 29-4,3-29 3,0 0-6,0 12-1,0-12 14,0 0-12,-3 17 2,3-17-7,3 12 3,-3-12 4,0 15-5,0-15 8,2 13-6,-2-13 6,0 15-6,0-15-2,1 8-3,-1-8 4,0 0-1,-1 17 1,1-17-1,-2 11 7,2-11-6,0 0 1,0 15-1,0-15 13,0 12-14,0-12-1,0 0 8,2 14 0,-2-14-2,0 11 0,0-11-1,0 0 3,-2 14-4,2-14 2,2 10-6,-2-10 6,0 15-3,0-15 1,0 17 3,0-17-4,-2 14 5,2-14-13,2 15 10,-2-15 4,0 15 7,0-6-14,0-9 3,0 15-2,0-15 1,0 18-1,0-18 1,0 12-2,0-12 4,0 14-2,0-14-1,1 11 1,-1-11 6,0 12-1,0-12-6,0 13 5,0-13-3,0 0 2,0 13-3,0-13 0,0 0 1,3 10-1,-3-10 2,0 0 3,0 15-5,0-15-1,0 0 4,-3 18 2,3-18-4,3 13 5,-3-13-6,2 13 2,-2-13-1,-2 12 0,2-12 0,2 13-3,-2-13 8,-2 13-4,2-13 4,2 16 1,-2-16-9,0 16 8,0-16-6,0 13 4,0-13-1,0 14 1,0-14-10,0 15 10,0-15-5,0 12 6,0-12-3,1 13-7,-1-13 12,0 10-9,0-10 4,0 0 0,3 15-1,-3-15 4,0 0 1,-3 14-1,3-14-7,3 9 5,-3-9-3,0 13 5,0-13-4,0 12 2,0-12-5,0 0 5,0 18 1,0-18 5,0 13-8,0-13 1,2 12-3,-2-12 8,0 10-4,0-10-4,0 0 3,0 0 1,-5 19-1,5-19 6,0 0 0,0 14-6,0-14-1,3 13 2,-3-13-3,0 10-3,0-10 5,0 0 5,-3 18-5,3-18 3,0 0-6,3 13 6,-3-13-3,-3 15-2,3-15-2,3 11 1,-3-11 0,0 0 6,0 13-7,0-13 7,0 9-6,0-9 4,0 0-3,2 14 4,-2-14-6,1 11 8,-1-11-4,0 12 2,0-12-4,0 13-1,0-13 3,0 11-2,0-11 6,0 18-5,0-9 6,0-9-2,0 18-1,0-9-6,0-9 2,2 19 5,-2-11-2,0-8 2,0 19-2,0-19-6,0 15 5,3-8 0,-3-7-2,0 15 3,0-15 3,3 15-4,-3-15 0,-1 14-2,1-14 4,0 14-2,0-14 0,0 12 4,0-12-3,0 15-4,0-15-7,0 9 9,0-9 1,0 0 0,0 0 0,0 16 1,0-16-2,0 0 7,-2 14-10,2-14 9,0 0-6,2 15 14,-2-15-11,0 0-1,0 13 0,0-13 1,0 0-6,-2 15 5,2-15-5,0 0 6,0 0-3,3 14 2,-3-14 1,0 0-5,0 0-1,0 0 7,0 11-3,0-11 2,0 0-11,0 0 11,0 0 0,0 0-7,0 0 7,0 0-2,0 0 3,0 0 3,0 0-10,0 0 11,0 0-4,0 0 2,0 0-5,0 0 4,0 0 4,0 0-6,0 0 5,0 0-5,0 0 15,0 0-20,0 0 6,0 0 0,0 0 1,0 0-3,0 0 8,0 0-11,0 0 1,0 0 1,0 0-23,0 0-23,0 0-30,0 0-35,0 0-40,0 0-56,0 0-83,0 0-83,0 0-105,0 0-543,0 0-1106,0 0 490</inkml:trace>
  <inkml:trace contextRef="#ctx0" brushRef="#br0" timeOffset="6734">121 1167 18,'0'0'121,"0"0"-7,0 0-13,0 0-2,-9-5-9,9 5 3,0 0-3,0 0-9,0 0 2,0 0-5,-6-7-6,6 7-4,0 0-1,0 0-4,-6-11-3,6 11 0,0 0-2,-5-11-12,5 11 6,-6-10-9,6 10 2,-3-11-3,3 11-4,0 0 0,-7-14-3,2 8-5,5 6 2,-6-11-2,6 11-2,-6-13-7,6 13 5,-8-15 11,8 15 9,-6-6 1,6 6-7,-7-7-2,7 7-2,0 0-6,-6-9-5,6 9-1,0 0 2,-9-12-3,9 12-1,0 0-3,-5-11 1,5 11-2,0 0 4,-9-6 0,9 6-1,0 0-1,0 0 2,-6-8 1,6 8 3,0 0 3,0 0 1,0 0-3,0 0 6,0 0-7,0 0-7,0 0-1,0 0 0,-6-9-4,6 9 0,0 0-4,0 0 2,0 0-4,0 0 2,0 0-1,0 0 0,0 0-3,0 0 4,0 0 0,0 0 6,0 0-1,0 0 3,0 0-3,0 0 2,0 0-2,0 0 3,0 0-6,0 0 0,0 0-4,0 0 4,0 0-7,0 0-1,0 0 2,0 0 0,0 0-2,0 0 1,0 0-4,0 0 3,0 0-2,0 0 3,32 12-2,-32-12 2,7 6 1,-7-6-1,12 11-1,-7-5 5,1-1 4,0 3-4,-6-8-1,12 13 0,-4-7-2,-2 3 5,0 0-5,-3-2 10,3 1-13,0 0 3,0-2-1,0 4 1,0-3 0,0 0-6,-6-7 0,9 13 5,-3-9-1,-6-4 1,6 11-5,-3-6 3,-3-5 3,0 0-5,11 8 0,-11-8 2,6 8 0,-6-8-1,0 0-1,3 6 2,-3-6-2,0 0 0,0 0-2,6 8 3,-6-8-1,0 0 1,0 0-3,0 0 6,0 0-4,0 0 1,0 0-1,5 8 1,-5-8-2,0 0 0,0 0-3,0 0 6,0 0-4,0 0 2,0 0-3,0 0 1,0 0 1,0 0 1,0 0 0,0 0 0,7 6-2,-7-6-1,0 0 1,0 0 0,0 0 3,0 0-1,0 0-1,0 0-2,0 0 1,0 0 0,0 0 2,0 0 0,0 0-2,0 0 1,0 0 2,0 0-2,0 0-2,2 10 4,-2-10-2,0 0 0,0 0 3,0 0-2,0 0 2,0 0-4,0 0 2,0 0-2,0 0 8,0 0-8,0 0-4,0 0 7,0 0-2,0 0 4,0 0-3,0 0 3,0 0 1,0 0 7,0 0 3,0 0 1,0 0 3,0 0-2,0 0 0,0 0 4,0 0 0,10-27-10,-7 19 0,-3 8-3,5-14-2,1 0 3,-3 1-3,1 2-2,4-5-2,-2-1 2,3-5 1,-4 6-2,-2-1 0,9-4-1,-6 3 3,0 1-1,0-6 0,0 9 3,0-2-5,-1 0 3,1 2-6,-2 1 0,-2 6 5,-2 7-2,4-15 0,-4 15 0,3-9-2,-3 9-2,5-9 5,-5 9-3,0 0-3,0 0 6,3-13-6,-3 13 1,0 0 1,0 0 1,4-10-1,-4 10-1,0 0 1,0 0 0,0 0-1,0 0 1,0 0 1,0 0 0,0 0 0,0 0-2,0 0 3,0 0 1,0 0-1,0 0-2,5-12-3,-5 12 15,0 0-9,0 0-7,0 0 5,0 0-2,0 0 0,0 0 0,0 0 3,0 0 1,0 0-2,0 0-1,0 0 0,0 0 9,0 0-5,0 0-3,0 0 8,0 0-6,0 0-2,0 0 1,0 0 3,0 0-5,0 0 2,0 0 1,0 0-7,0 0 5,0 0-3,0 0 3,-18 35-1,12-24 4,0-2-4,0 4-1,1 1 5,1 3-2,-2 0-2,-2 4 3,3-4-1,2 6 7,-3-5-41,2 6-43,-2 1-62,3-1-99,-5-1-269,4-4-547,-2-4 242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0:51.89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19 69 101,'0'0'127,"0"0"-3,-4-11-6,4 11-4,0 0-9,0 0-2,0 0-3,0 0 0,0 0-12,0 0-7,0 0 0,-8-5-3,8 5-6,0 0-3,0 0-4,0 0-4,0 0-7,0 0-2,0 0-3,0 0-4,0 0-4,0 0 3,2-16-2,-2 16-2,0 0 2,0 0 3,0 0 0,0 0 0,0 0 3,0 0-2,0 0 2,0 0 1,0 0 1,0 0-1,0 0-2,-2-13 4,2 13 2,0 0-9,0 0 3,0 0-5,0 0 1,0 0-4,-4-11-2,4 11-4,0 0 2,0 0-2,0 0 6,0 0-3,0 0 1,0 0 3,0 0-6,-3-12-6,3 12 0,0 0-6,0 0-2,0 0 0,0 0-4,0 0-6,0 0 0,0 0-5,0 0 5,0 0-5,0 0 0,0 0-1,0 0-1,0 0-6,0 0 6,0 0-3,0 0 0,0 0 0,0 0 3,0 0-3,0 0 5,0 0 2,13 27 4,-13-27-2,3 13 3,-3-13-4,8 12-1,-4-3 2,-4-9 1,8 17-7,-4-8 6,0 0 2,5 3-6,-6-3 12,-2 0-1,4 1 0,-1 1 0,-1-3-2,-3-8-2,6 18-2,-1-11 1,-2 1-4,1 0 1,-1 1 3,2-1-5,-5-8-1,8 13-2,-4-6 3,-4-7 0,8 12 2,-8-12-2,3 11-4,-3-11-3,6 6 5,-6-6-3,0 0 0,4 11 1,-4-11-1,0 0 0,6 9 2,-6-9-3,0 0 2,0 0-2,0 0 1,3 12-2,-3-12 3,0 0 1,5 5-3,-5-5 1,0 0 0,0 0 1,0 0 0,0 0-1,1 14 2,-1-14-3,0 0 2,2 9 2,-2-9-2,0 0-2,0 0 0,4 9 0,-4-9-1,0 0 2,0 0 0,0 0 0,0 0 2,0 0 1,0 0-1,0 0 5,0 0 1,0 0-4,0 0 5,0 0-9,0 0-1,0 0 5,0 0-3,0 0 4,19-23-5,-19 23 3,1-14 0,4 5-3,-5 9 2,4-19 0,-1 7-1,3-1 1,-3 1 1,2-4-6,-2 8 3,3-7 0,0 3 2,-2-1-3,4 0 7,-5 1-4,2 1 2,-1 2 0,-1 1-3,-3 8 3,8-16-2,-4 9 3,-4 7-4,6-13 3,-6 13 4,6-8-3,-6 8-2,0 0 0,5-11-3,-5 11 0,0 0 3,4-9-3,-4 9 5,0 0-4,0 0 0,0 0-1,0 0 1,0 0 1,0 0 3,0 0-3,0 0 2,0 0 1,0 0 3,0 0-2,0 0 4,0 0-2,0 0-4,0 0 3,0-12 7,0 12-2,0 0 3,0 0-3,0 0-3,0 0-2,0 0 6,0 0-3,0 0-1,0 0-2,0 0-1,0 0-1,0 0 2,0 0-9,0 0 5,0 0-1,0 0-2,0 0 6,0 0-8,0 0 2,0 0-1,0 0 1,0 0 0,0 0 4,0 0-6,0 0 0,0 0 1,0 0-2,0 0 6,0 0-3,0 0-1,0 0-2,0 0 3,0 0 2,0 0 0,0 0-2,0 0-1,0 0-1,0 0 5,0 0-5,0 0 9,0 0-5,0 0-4,0 0 1,0 0 0,0 0-1,0 0 0,0 0-3,0 0 0,0 0 4,0 0 1,0 0-4,0 0 3,0 0 0,0 0-1,0 0 2,0 0 2,0-13-8,0 13 5,0 0-7,0 0 2,0 0 1,6-13 1,-6 13 2,0 0 0,0-11-1,0 11-3,0 0 1,0 0-4,0 0-3,0 0 2,0 0 8,0 0-6,0 0 2,0 0 2,0 0-4,-12 41-15,3-26-20,3-1-34,-4 3-39,5-2-53,-1 1-68,0-1-313,0 0-594,4 2 263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01.39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43 106 98,'-11'8'108,"11"-8"-5,0 0-10,0 0-3,0 0-4,0 0-4,0 0 2,0 0-3,0 0-8,0 0 0,0 0-6,0 0 1,0 0 0,0 0-11,0 0 2,0 0-4,0 0-4,0 0-4,0 0-6,0 0-1,0 0 0,0 0 5,0 0 1,0 0-2,0 0-3,0 0 1,0 0 3,0 0-5,0 0-1,0 0 2,0 0 6,0 0-3,0 0 5,0 0 2,0 0 0,0 0-5,0 0-1,0 0 1,0 0-2,0 0-4,0 0 4,0 0-4,0 0 8,0 0-6,0 0 2,0 0 3,0 0 1,0 0 0,0 0 1,0 0-3,0 0 3,0 0-4,0 0-3,0 0 0,0 0-3,0 0-3,0 0-6,0 0-1,0 0-2,0 0-5,0 0-2,0 0-3,-7-20 2,7 20-2,0 0-3,0 0-3,0 0 4,0 0 4,0 0-5,0 0 0,0 0-1,0 0 4,0 0 3,0 0-2,0 0 2,0 0-4,0 0 7,0 0-1,0 0 1,0 0-3,0 0-1,0 0 1,0 0-5,0 0-1,0 0 0,0 0 0,0 0-3,0 0 11,0 0-13,0 0 5,0 0-4,0 0 4,0 0-4,0 0-1,0 0 2,0 0-4,0 0 8,0 0-7,0 0 9,0 0-11,0 0 16,0 0-14,0 0 1,0 0-1,0 0 2,0 0 1,0 0-5,0 0 4,0 0-5,0 0 4,0 0-3,0 0-4,0 0 6,0 0-11,0 0 8,0 0-1,0 0-4,0 0-1,0 0 4,0 0 1,0 0 2,0 0-3,0 0-1,0 0 2,0 0 2,0 0 0,0 0 1,0 0 1,0 0 1,0 0 5,0 0 1,0 0 3,0 0 2,0 0-4,0 0 2,0 0 4,0 0 12,0 0-14,0 0-4,0 0 2,0 0 1,0 0-1,0 0-4,0 0-2,0 0 7,0 0 1,0 0-1,0 0 1,0 0-10,0 0 2,0 0-2,0 0-4,0 0 2,0 0 5,0 0-1,0 0-1,0 0 4,0 0 0,0 0 15,0 0-18,0 0-1,0 0 6,0 0 3,0 0 3,0 0 0,0 0 2,0 0-4,0 0 0,0 0 10,0 0-11,0 0 2,0 0-5,0 0-6,0 0-7,0 0 9,0 0 1,0 0 1,0 0-4,0 0 11,0 0-11,0 0-1,0 0 3,0 0-1,0 0 3,0 0 0,0 0-3,0 0 6,0 0 0,0 0 6,0 0-4,0 0-1,0 0 11,0 0-18,0 0 4,0 0 0,0 0-12,0 0 6,0 0 6,0 0-8,0 0 2,0 0-7,0 0 7,0 0-4,0 0-1,0 0 0,0 0-5,0 0 1,0 0 4,0 0 5,0 0-7,0 0-1,0 0 0,0 0 5,0 0-3,0 0 1,0 0-1,0 0 5,0 0 1,0 0 1,0 0 3,0 0 3,0 0 0,0 0-1,0 0 1,0 0-2,0 0 1,0 0 6,0 0-10,0 0-2,0 0 0,0 0 0,0 0-1,0 0-1,0 0 2,0 0-5,0 0-1,0 0 1,0 0-2,0 0 1,0 0 1,0 0 3,0 0 3,0 0-2,0 0 4,0 0 4,0 0 3,0 0 0,0 0 3,0 0-4,0 0 2,0 0-2,0 0 1,0 0-3,0 0-1,0 0-1,0 0-2,0 0-1,0 0-1,0 0-3,0 0 1,0 0-1,0 0-2,0 0 2,0 0-4,0 0 2,0 0-1,0 0 2,0 0-8,0 0 2,0 0 3,0 0 0,0 0 1,0 0 0,0 0-2,0 0-1,0 0 1,0 0 0,0 0 3,0 0-1,0 0 3,0 0-2,0 0 3,0 0-2,0 0 7,0 0-2,0 0 0,0 0 1,0 0-1,0 0-1,0 0-2,0 0-6,0 0 9,0 0-4,0 0-3,0 0 2,0 0 1,0 0-4,0 0 2,0 0-3,0 0-1,0 0 2,0 0 0,0 0-1,0 0-3,0 0 2,0 0-2,0 0 0,0 0 7,0 0-6,0 0-1,0 0 2,0 0-1,0 0-1,0 0-5,0 0 7,0 0 0,0 0-5,0 0 4,0 0 2,0 0 0,0 0 0,0 0-1,0 0-1,0 0-5,0 0 5,0 0 1,0 0-1,0 0 1,0 0-1,0 0-4,0 0 5,0 0-2,0 0 0,0 0 0,0 0 3,0 0-3,0 0-1,0 0-1,0 0 3,0 0-2,0 0 4,0 0-4,0 0 2,0 0-1,0 0-1,0 0 1,0 0 3,0 0-3,0 0 0,0 0-2,0 0 4,0 0-3,0 0 0,0 0-2,0 0 3,0 0-3,0 0 1,0 0 2,0 0 1,0 0 3,0 0 1,0 0 5,0 0 0,0 0 1,0 0 1,34 7 2,-34-7 5,0 0-1,0 0 1,0 0 4,0 0 2,0 0 4,0 0-2,0 0 2,8 5-2,-8-5 3,0 0-5,0 0-2,0 0 2,0 0-4,0 0-4,0 0-2,0 0-3,0 0 1,0 0-2,0 0-1,0 0-5,0 0 3,0 0 0,0 0-2,0 0-1,0 0 0,0 0 2,11 6-3,-11-6-76,0 0-97,4 12-106,-4-12-150,3 8-522,-3-8-1026,0 0 455</inkml:trace>
  <inkml:trace contextRef="#ctx0" brushRef="#br0" timeOffset="4000">307 31 40,'0'0'97,"0"0"-8,0 0-12,0 0-14,0 0 1,0 0-2,0 0-5,-36-7-1,36 7-1,0 0 5,0 0 5,0 0-9,0 0 6,0 0-6,0 0 2,0 0-11,0 0 6,0 0-8,0 0-3,0 0-1,0 0-5,0 0-6,0 0-4,0 0-3,0 0 5,0 0 3,-17 7-6,17-7 8,0 0 10,0 0 0,0 0 3,0 0 3,0 0 1,0 0 5,0 0-1,0 0 4,0 0-4,0 0 2,0 0-3,0 0-6,0 0 1,0 0-2,0 0-5,0 0 3,0 0-4,0 0 0,-16-1-4,16 1 0,0 0-3,0 0 1,0 0-3,0 0-3,-17 0 11,17 0 5,0 0 5,-14-2-4,14 2-4,0 0 9,0 0-3,-16 2 4,16-2 0,0 0-3,-17-2-5,17 2-3,0 0 0,0 0-14,0 0 2,-10-2-2,10 2-2,0 0-4,0 0 0,0 0-3,0 0-1,0 0 3,-14 2-6,14-2 1,0 0 3,0 0-4,0 0 4,0 0-5,0 0 3,-14 0-5,14 0 1,0 0 0,0 0 1,0 0-3,0 0-1,0 0 1,0 0-2,0 0 1,0 0-3,0 0-1,0 0 0,0 0 1,0 0-2,0 0 2,0 0 0,-13-4 1,13 4 1,0 0 4,0 0-3,0 0-2,0 0 5,0 0-5,0 0 1,0 0 0,0 0-4,0 0 5,0 0-7,0 0 5,0 0 1,0 0 1,0 0-2,-14 2 0,14-2-3,0 0 4,0 0-6,0 0 9,0 0-2,-13 0 6,13 0-8,0 0 3,0 0-5,0 0 5,0 0-7,0 0 7,-14 0-1,14 0-2,0 0-1,0 0 0,0 0-2,0 0 4,0 0-2,-12 2 0,12-2-1,0 0-6,0 0 6,0 0-3,0 0 6,0 0-6,-11 5 2,11-5 2,0 0-1,0 0 2,0 0-2,0 0 2,0 0-2,-9 7 9,9-7-5,0 0-1,0 0-9,0 0 6,0 0-1,0 0 6,0 0-3,0 0-1,0 0 6,0 0-1,0 0 4,0 0 2,0 0-1,0 0-1,0 0 3,0 0 1,0 0-6,0 0 5,0 0-3,0 0 0,-13 0-1,13 0-7,0 0 12,0 0-4,0 0-1,0 0 3,0 0-1,0 0 0,0 0-5,0 0 18,0 0-19,0 0 9,0 0-3,0 0-5,0 0 7,0 0-1,0 0-2,0 0-8,0 0 8,0 0 4,-5 10-8,5-10 5,0 0-3,0 0-3,0 0 1,0 0 6,0 0-3,0 0-1,0 0-3,0 0 6,0 0 3,0 0-1,0 0-11,0 0 11,0 0-3,0 0 0,0 0 0,0 0-1,0 0 5,0 0-2,0 0 0,0 0-6,0 0 7,0 0-3,0 0 0,0 0-2,-6 8 3,6-8-5,0 0 4,0 0-1,0 0-1,0 0 13,0 0-14,0 0-2,0 0 3,0 0-4,-4 8 5,4-8-3,0 0 2,0 0-2,0 0-1,0 0-8,0 0 12,0 0 0,0 0 6,0 0-9,0 0 10,0 0-6,0 0 4,0 0-7,0 0 2,0 0 2,0 0 3,0 0-7,0 0 0,0 0 4,0 0-17,0 0 8,0 0 5,0 0 5,0 0-11,0 0-3,0 0 8,0 0-10,0 0 3,0 0-2,0 0 5,0 0-5,0 0 6,0 0-9,0 0 3,0 0 2,0 0-1,0 0 1,0 0 2,0 0-4,0 0 3,0 0-5,0 0 7,0 0-6,0 0 11,0 0-9,0 0 4,0 0 2,0 0-4,0 0-2,0 0 4,0 0-2,0 0-2,0 0 1,0 0-1,0 0-2,0 0 15,0 0-19,0 0 8,0 0 1,0 0-5,0 0-3,0 0 2,0 0-1,0 0 5,0 0-4,0 0-6,0 0 9,0 0 1,0 0-10,0 0 10,0 0 1,0 0-3,0 0 1,-9 5 6,9-5-3,0 0-1,0 0-2,0 0 6,0 0-5,0 0 3,0 0 0,0 0-2,0 0 0,0 0 0,0 0-2,0 0 4,0 0 3,0 0-3,0 0 1,0 0-1,0 0-1,0 0-2,0 0 4,0 0-4,0 0-2,0 0 8,0 0-7,0 0 2,0 0 2,0 0-6,0 0 3,0 0 2,0 0 2,0 0-5,0 0-2,0 0 4,0 0 2,0 0-3,0 0-12,0 0 11,0 0 0,0 0 2,0 0-4,0 0 4,0 0-1,0 0-3,0 0 2,0 0 2,0 0-4,0 0 4,0 0 3,0 0 2,0 0-7,0 0 7,0 0-4,0 0-1,0 0 1,0 0 0,0 0 2,0 0-4,0 0 1,0 0 2,0 0-8,0 0 5,0 0-4,0 0 0,0 0 4,0 0-2,0 0-2,0 0 4,0 0-6,0 0 3,0 0 1,0 0 8,0 0-11,0 0 2,0 0 4,0 0-1,0 0-5,0 0 4,0 0 0,0 0-1,0 0-1,0 0 1,0 0 1,0 0 1,0 0-2,0 0 0,0 0 0,0 0 2,0 0-4,0 0 10,0 0-9,0 0 0,0 0 2,0 0 2,0 0-3,0 0-1,0 0 0,0 0 0,0 0 1,0 0-1,0 0 1,0 0 3,0 0-2,0 0 5,0 0-8,0 0 1,0 0 10,0 0-10,0 0-3,0 0-4,0 0 6,-3-26 3,3 26-7,0 0 8,0 0-1,0 0-2,0 0 1,0 0 1,-6-8 5,6 8-4,0 0 1,0 0 4,0 0-3,0 0 0,0 0 1,0 0-1,0 0 3,0 0-3,0 0 4,0 0-3,0 0 0,-11-6-7,11 6 6,0 0 4,0 0-3,0 0 1,0 0 2,0 0 2,0 0 1,0 0-1,0 0 1,0 0-2,0 0 4,0 0 2,0 0-3,0 0 2,0 0 1,0 0-5,0 0 1,0 0-3,0 0 1,0 0-1,0 0-4,0 0 3,0 0-1,0 0-3,0 0 5,0 0-5,0 0-1,0 0 1,0 0-3,0 0 1,0 0 3,0 0 5,0 0-5,0 0 1,0 0 1,0 0 3,0 0 0,0 0 6,0 0-2,0 0 1,0 0-2,0 0 2,0 0-3,0 0 3,0 0-7,0 0 2,0 0 0,0 0-4,0 0 5,0 0-1,0 0-3,0 0 0,0 0-2,0 0 5,0 0-1,0 0 5,0 0 1,0 0 2,0 0 2,0 0 1,0 0 2,0 0 1,0 0-1,0 0-1,0 0 0,0 0 1,0 0-5,0 0-2,0 0 3,0 0-7,0 0 3,0 0-6,0 0 4,0 0-2,0 0 3,0 0-5,0 0 2,0 0 4,0 0-5,0 0-4,0 0 4,0 0-5,0 0-1,0 0 2,0 0-3,0 0 3,0 0-2,0 0 2,0 0-2,0 0 3,0 0-3,0 0 0,0 0-1,0 0 1,0 0 2,0 0-2,0 0-1,0 0 6,0 0-3,0 0 0,0 0 0,0 0-4,0 0 2,0 0 0,0 0 0,0 0 0,0 0 2,0 0-5,0 0 8,0 0-2,0 0-3,0 0 5,0 0 0,0 0 1,0 0 0,0 0 1,0 0 3,0 0-2,0 0 0,0 0 0,0 0 0,0 0 0,0 0 1,0 0-2,0 0-1,0 0 0,0 0-3,0 0 6,0 0-4,0 0 2,0 0 0,0 0-3,0 0 4,0 0 0,0 0-2,0 0 0,0 0-1,0 0 2,0 0-1,0 0 0,0 0-3,0 0 1,0 0-5,0 0 5,0 0-3,0 0-1,0 0 4,0 0 0,0 0-2,0 0 0,0 0-2,0 0 5,0 0-4,0 0-3,0 0 9,0 0-10,0 0 1,0 0 4,0 0-6,0 0 1,0 0-1,0 0 0,0 0-2,0 0 4,0 0-3,0 0 0,0 0-2,0 0 4,0 0-5,0 0 4,0 0-2,0 0 9,0 0-10,0 0 1,0 0 6,0 0-1,0 0 0,0 0-3,0 0 1,29-5-2,-29 5 3,0 0-3,13 0 6,-13 0-5,0 0 3,0 0-4,15-2 5,-15 2-3,0 0 0,0 0 3,13 0-5,-13 0 2,0 0 2,0 0-1,0 0-2,0 0 3,0 0-3,0 0-3,0 0 4,15 2 1,-15-2 1,0 0 0,12 0 1,-12 0-6,0 0 3,10 2 0,-10-2 4,0 0-4,0 0 8,0 0-8,17-4-1,-17 4-2,0 0 5,13-2-1,-13 2-3,0 0-1,0 0 6,14 2-6,-14-2 0,0 0 2,0 0 0,0 0 1,15 0 2,-15 0-2,0 0-1,0 0 0,0 0 3,0 0-2,15 0 0,-15 0 0,0 0 3,0 0-3,14-4 1,-14 4-6,0 0 6,0 0 0,12 6 1,-12-6 0,0 0-7,0 0 3,0 0 0,0 0 1,0 0 1,13-2 2,-13 2 3,0 0-5,0 0-1,13-5 2,-13 5 0,0 0-2,13 0 8,-13 0-7,14-2 1,-14 2-1,0 0 1,15 0-4,-15 0 3,0 0 1,0 0 1,16 0-2,-16 0 0,0 0-2,14 2 5,-14-2-4,0 0 3,11 0 3,-11 0-4,0 0-3,0 0 2,16-4 0,-16 4 0,0 0-1,14 2 0,-14-2 1,7 3-1,-7-3 1,0 0 2,18-1-2,-18 1-2,0 0 2,11 0-1,-11 0 3,0 0-1,17 0 0,-17 0-4,9 1 5,-9-1-4,0 0 2,15-1 0,-15 1 3,13 0-3,-13 0 0,0 0 1,17-2 0,-17 2-1,0 0 2,15 0 5,-15 0-10,0 0 4,15 0 1,-15 0-7,0 0 6,14-3 1,-14 3-5,12-2 4,-12 2 0,12-2-2,-12 2 1,0 0 5,20 4-3,-20-4-1,13 0-3,-13 0 3,14 0 0,-14 0 1,0 0-3,15 0 0,-15 0 0,0 0-2,18-2 4,-18 2 1,15-2-1,-15 2 1,11-1-2,-11 1 3,13 1-5,-13-1 2,0 0 0,14 0-5,-14 0 6,0 0-2,0 0 2,13 2-1,-13-2-1,0 0 2,14 0 2,-14 0 0,0 0-4,15 2 3,-15-2-5,0 0 3,14-4 2,-14 4 0,0 0-2,13 0-2,-13 0 2,0 0 7,14 0-9,-14 0 2,0 0 0,12-1-2,-12 1 2,0 0 1,0 0-2,0 0 1,15 1-3,-15-1 0,0 0 0,0 0 5,15-1-4,-15 1 1,0 0 5,15 0-4,-15 0-1,0 0 1,14 1-1,-14-1 2,0 0-1,13-1 7,-13 1-11,0 0 1,15 1 5,-15-1-5,0 0 5,14 0-2,-14 0 0,0 0 2,14 0-1,-14 0-4,0 0 6,0 0-3,15-1 0,-15 1 2,0 0-4,10-4 1,-10 4 2,0 0 2,0 0 3,0 0-6,14 4 1,-14-4 0,0 0-4,0 0 4,15-2 2,-15 2-4,0 0 1,0 0 0,15-2 0,-15 2 0,0 0 8,12-1-8,-12 1 0,0 0-3,0 0-1,0 0 5,0 0 0,14 1-5,-14-1 4,0 0-1,0 0-1,0 0 2,0 0-2,0 0 2,0 0 0,13 0 0,-13 0 5,0 0-3,0 0-1,0 0 0,12-5 3,-12 5-3,0 0 2,0 0-2,0 0-4,0 0 2,0 0-2,12-2 6,-12 2-3,0 0 3,0 0 0,0 0 3,0 0 7,0 0 8,0 0 7,0 0 10,0 0-6,0 0 5,0 0 5,0 0-5,0 0 4,0 0-1,0 0 2,0 0 1,0 0 0,0 0 11,0 0-3,0 0-16,0 0 4,0 0-13,0 0 6,0 0 0,0 0-7,0 0-7,0 0-1,0 0-7,0 0 8,0 0 1,0 0 9,-43 4-16,43-4 2,0 0-3,0 0-8,-11 2 5,11-2 1,0 0-6,-13 1 7,13-1-6,0 0 5,0 0-9,0 0 2,0 0 0,-19 0 1,19 0 6,0 0-3,0 0-4,0 0 4,-13 0-6,13 0 20,0 0-20,0 0 0,-15 0 6,15 0-7,0 0-3,0 0 3,-18-1-2,18 1 5,-12 3 1,12-3-4,0 0-3,0 0 7,-17 0-1,17 0-5,-14 0-4,14 0 9,0 0-1,-18 0-4,18 0 6,-12 2-1,12-2-1,0 0 12,-16 0-15,16 0 1,-13 1-1,13-1 1,0 0-1,-15 0 2,15 0 1,0 0-6,-18-1 3,18 1-1,-13 0 3,13 0 3,-18 1-7,18-1 10,-17 2-9,17-2 0,-17 0-4,17 0-5,-16 2 13,16-2-4,-17 0-3,17 0 12,-18 1-13,18-1 3,-20 0-5,20 0 5,-16-1-2,16 1-4,-20 0 1,20 0 3,-16 1-15,5-1 7,11 0 6,-20-1-1,20 1 0,-16 0 1,16 0-6,-15 1 5,15-1-1,-15 0 0,15 0 0,-11 2-1,11-2 1,0 0 3,-17 0 0,17 0 1,-13 0-5,13 0 8,0 0-5,0 0 3,-15 2 2,15-2 0,0 0-3,0 0 0,-14 3-7,14-3 6,0 0 2,0 0-1,-13-2 4,13 2-7,0 0-2,0 0 7,0 0-1,-16 0-6,16 0-2,0 0 7,0 0-2,-16 0 2,16 0 1,0 0-2,0 0 10,-15 0-11,15 0-4,0 0 4,-18 0 1,18 0 2,0 0 0,-14-1-3,14 1 1,0 0 0,0 0-2,-21 0 1,21 0 2,-15 1-16,15-1 3,-14 2 6,14-2-3,-13 0 0,13 0 4,-16 0 0,16 0 0,-13 0 0,13 0 5,-15 2-4,15-2 3,-14 0-2,14 0-3,-13 0-1,13 0 4,-14 0 0,14 0-4,-11 2 3,11-2-3,0 0 0,-18 2-2,18-2 2,0 0 0,0 0-8,0 0 1,-13 2-6,13-2-16,0 0-25,0 0-34,-18 0-41,18 0-52,0 0-47,-9 3-54,9-3-64,0 0-90,-8 5-429,8-5-951,0 0 420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23.2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156 8 58,'0'0'120,"0"0"15,0 0-7,0 0-14,0 0-4,0 0-4,0 0-5,0 0-11,0 0-3,0 0-8,0 0-7,0 0-5,0 0 1,0 0-7,0 0 2,0 0-6,0 0-3,0 0-6,0 0-8,0 0-4,0 0-2,0 0-3,9 1-2,-9-1-1,0 0 2,0 0-4,0 0-1,0 0-1,0 0 2,0 0 0,0 0 2,0 0 2,0 0 2,0 0 6,0 0 0,0 0 3,0 0 1,0 0-5,0 0 7,12-6 1,-12 6-4,0 0 5,0 0 5,0 0-2,0 0-5,0 0 8,0 0 0,0 0 1,0 0 1,0 0-2,0 0-1,0 0-1,0 0 2,0 0 2,0 0-1,0 0-1,0 0-2,0 0 3,0 0-5,0 0 1,0 0-2,0 0 3,0 0-3,0 0-5,0 0 1,0 0 6,0 0-5,0 0 8,0 0-5,0 0-7,0 0-4,0 0 3,0 0 9,0 0-7,0 0-4,0 0 4,0 0-4,0 0 5,0 0 8,0 0-19,0 0 11,0 0 4,0 0 5,0 0 3,0 0 8,0 0-4,0 0 5,0 0 2,0 0 9,0 0-6,0 0 2,0 0 7,0 0 2,0 0 3,0 0-1,0 0-5,0 0 1,0 0-4,11-3 1,-11 3-10,0 0-2,0 0-5,0 0-8,0 0-1,0 0-9,0 0-3,0 0-3,0 0 0,0 0-7,0 0 2,0 0-5,0 0-3,0 0 2,0 0 2,0 0-3,0 0 3,0 0 5,0 0 1,0 0 0,0 0 1,0 0 2,0 0 1,0 0-1,0 0 1,0 0 2,0 0-5,0 0 2,0 0 0,0 0-3,0 0-1,0 0 0,0 0-2,0 0-1,0 0-6,0 0 1,0 0 0,0 0-2,0 0-5,0 0 3,0 0 0,0 0-1,0 0 1,0 0-3,0 0 0,0 0-4,0 0 3,0 0-1,0 0 1,0 0-1,0 0 2,0 0-4,0 0 0,0 0 3,0 0 2,0 0-2,0 0-1,0 0 2,0 0 2,0 0-2,0 0-3,0 0 3,0 0 0,0 0 3,0 0-5,0 0 4,0 0-2,0 0 0,0 0-5,0 0 0,0 0 0,0 0 3,0 0-4,0 0-6,0 0 5,0 0 1,0 0 1,0 0-5,0 0 1,0 0-1,0 0 1,0 0-3,0 0-3,0 0 8,0 0-5,0 0 0,0 0 1,0 0 2,0 0-2,0 0 0,0 0-1,0 0 0,0 0 0,0 0-4,0 0 2,0 0 0,0 0-1,0 0 6,0 0-3,0 0 7,0 0-4,0 0-4,0 0 4,0 0 2,0 0 2,0 0-3,0 0 1,0 0 5,0 0-1,0 0 3,0 0-8,0 0 5,0 0-1,0 0-1,0 0 1,0 0 3,0 0-6,0 0 1,0 0-4,0 0 5,0 0-1,0 0 2,0 0-5,0 0 9,0 0-6,0 0 4,0 0-3,0 0 1,0 0 3,0 0-2,0 0 1,0 0 0,0 0 2,0 0-1,0 0 4,0 0 1,0 0-9,0 0 2,0 0 0,0 0-2,0 0 1,0 0 0,0 0-3,0 0 4,0 0-9,0 0 4,0 0 4,0 0 0,0 0-3,0 0 4,0 0-1,0 0-6,0 0 0,0 0 4,0 0-5,0 0 3,0 0-4,0 0 10,0 0-2,0 0 12,0 0-7,0 0 2,0 0-6,0 0-1,0 0 14,0 0-9,0 0-14,0 0 20,0 0-16,0 0 3,0 0 1,0 0 4,0 0-18,0 0 15,0 0-6,0 0 0,0 0 2,0 0 1,0 0-3,0 0-1,0 0 1,0 0 1,0 0-6,0 0 0,0 0 7,0 0-1,0 0 3,0 0-3,0 0 8,0 0-10,0 0 3,0 0-1,0 0 0,0 0 0,0 0 1,0 0-8,0 0 5,0 0 4,0 0-8,0 0 5,0 0 8,0 0-12,0 0 6,0 0 8,0 0-6,0 0 1,0 0-2,0 0 0,0 0 4,0 0-2,0 0-3,0 0 1,0 0-3,0 0 1,0 0 2,0 0-5,0 0-2,0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0,-6 25 0,6-25 0,-3 12 0,3-12 0,3 13 0,-3-13 0,0 0 0,-5 19 0,5-19 0,0 19 0,0-8 0,0-11 0,0 19 0,2-8 0,-2-11 0,0 21 0,-2-12 0,2 5 0,0-14 0,2 19 0,-2-10 0,0-9 0,0 15 0,3-7 0,-3-8 0,0 0 0,-3 17 0,3-17 0,0 0 0,0 12 0,0-12 0,0 0 0,0 0 0,0 0 0,0 0 0,0 13 0,0-13 0,0 0 0,0 0 0,-2 11 0,2-11 0,0 0 0,0 15 0,0-15 0,0 0 0,-1 17 0,1-17 0,0 9 0,0-9 0,0 0 0,1 16 0,-1-16 0,-1 11 0,1-11 0,1 10 0,-1-10 0,0 0 0,0 18 0,0-18 0,0 11 0,0-11 0,0 17 0,2-10 0,-2-7 0,0 15 0,0-15 0,-2 15 0,2-15 0,2 14 0,-2-14 0,0 10 0,0-10 0,0 0 0,0 15 0,0-15 0,0 11 0,0-11 0,3 16 0,-3-16 0,0 14 0,0-14 0,0 14 0,0-14 0,1 13 0,-1-13 0,0 0 0,-1 16 0,1-16 0,0 14 0,0-14 0,-3 13 0,3-13 0,0 12 0,0-12 0,0 14 0,0-14 0,3 13 0,-3-13 0,1 9 0,-1-9 0,0 13 0,0-13 0,0 0 0,-1 18 0,1-18 0,1 7 0,-1-7 0,0 13 0,0-13 0,0 0 0,-1 15 0,1-15 0,-3 15 0,3-15 0,3 14 0,-3-14 0,0 12 0,0-12 0,1 11 0,-1-11 0,0 11 0,0-11 0,0 19 0,2-10 0,-2-9 0,0 15 0,0-15 0,-2 14 0,2-14 0,2 15 0,-2-15 0,0 0 0,0 13 0,0-13 0,0 11 0,0-11 0,0 0 0,0 15 0,0-15 0,3 9 0,-3-9 0,0 0 0,0 0 0,0 15 0,0-15 0,0 0 0,0 0 0,0 12 0,0-12 0,0 0 0,0 0 0,-6 12 0,6-12 0,-3 9 0,3-9 0,-2 15 0,2-15 0,0 19 0,0-19 0,-3 14 0,3-4 0,0-10 0,-3 18 0,3-18 0,0 13 0,0-13 0,0 13 0,0-13 0,0 0 0,0 11 0,0-11 0,0 0 0,0 13 0,0-13 0,0 0 0,0 0 0,-1 11 0,1-11 0,0 0 0,0 0 0,1 14 0,-1-14 0,0 0 0,0 10 0,0-10 0,0 0 0,0 0 0,3 17 0,-3-17 0,0 0 0,2 7 0,-2-7 0,0 0 0,0 0 0,0 0 0,0 0 0,-5 15 0,5-15 0,0 0 0,0 0 0,0 0 0,0 0 0,3 11 0,-3-11 0,0 0 0,0 0 0,0 0 0,-3 14 0,3-14 0,0 0 0,0 0 0,-1 10 0,1-10 0,0 0 0,0 0 0,0 0 0,4 11 0,-4-11 0,0 0 0,0 0 0,0 0 0,0 0 0,0 0 0,0 0 0,0 0 0,0 0 0,0 0 0,0 0 0,0 0 0,0 0 0,0 0 0,0 0 0,-3-48 0,2 33 0,1-8 0,-5-2 0,5-11 0,-1-2 0,2-2 0,-1-5 0,0-1 0,0-2 0,-1 0 0,1 0 0,0 0-105,1 1-313,-1 3-56,-1 6-61,-1-1-19,-1 11 55,2 0 54,-5 4 44,0 2 31,-2 7-25,8 15-272,-20-22-720,20 22 319</inkml:trace>
  <inkml:trace contextRef="#ctx0" brushRef="#br0" timeOffset="5095">197 116 98,'-8'17'123,"8"-17"-3,0 0-4,0 0-13,0 0 1,0 0-5,0 0-14,0 0-10,0 0-7,0 0 0,0 0-1,0 0-7,0 0-1,0 0 1,0 0 0,0 0-9,0 0 2,0 0-8,0 0-3,0 0-5,0 0 2,0 0 1,0 0-1,0 0 4,0 0 5,0 0-2,0 0 3,-21-6-1,21 6-3,0 0 3,0 0-3,0 0 0,0 0-2,0 0-3,0 0 2,0 0-1,0 0-6,0 0-6,0 0 3,0 0-3,0 0-5,0 0-1,0 0-4,0 0-2,0 0-2,0 0-2,0 0-1,0 0-1,0 0 1,0 0-4,0 0-2,0 0 2,0 0 0,0 0-1,0 0-1,0 0 1,0 0-4,0 0 8,0 0-8,0 0 0,0 0 0,0 0 3,0 0 2,0 0 4,0-15-9,0 15 2,0 0-2,0 0 1,0 0 1,0 0 5,0 0-2,0 0-2,0 0 9,3-16 0,-3 16-3,0 0 5,0 0-3,0 0 0,0 0-3,0 0 0,0 0 2,0 0 3,0 0-7,0 0 5,0 0-6,0 0 3,0 0-1,0 0 0,0 0 0,0 0 2,0 0 0,0 0 1,0 0 0,0 0 3,0 0 0,0 0 2,0 0-4,0 0 0,0 0 0,0 0-1,0 0 0,0 0 6,0 0 1,0 0 0,0 0-1,-13 33-5,10-25 7,-2 1-10,1 6 0,1-4-1,-5 1 0,2 4 0,0-3-4,1 1 1,1 3-2,-2-1 1,0-1 1,0 2 0,0 1-1,-2-3 1,1 4 0,2-4 3,-4-1-4,4 3 1,-1-4 0,0 0-2,5-6-2,-4 3 0,5-10-3,-3 16 4,-3-10-2,6-6 1,-6 14-3,6-14 2,-3 11 0,3-11 2,-6 12-1,6-12 1,-5 7-1,5-7-2,0 0 3,-3 10-2,3-10-1,0 0 10,0 0-8,0 0-3,0 0 6,-6 6-7,6-6 1,0 0 0,0 0 1,0 0 1,0 0 0,0 0-3,0 0 0,0 0 3,0 0-5,0 0-1,0 0 2,20-29 3,-17 23-5,3-5-3,0 2-1,0-4-1,0 1-4,2-2 2,-1-2-6,1-1 2,0 4-1,-1-3 1,2 2 3,-4-2 8,1 2-7,0 0-2,0 1 5,0 0 6,-2 6-5,-1-3 1,-1-2-1,-2 12 3,6-13-1,-6 13-2,5-11 5,-5 11 1,6-8-1,-6 8-1,0 0-2,0 0 3,3-11-1,-3 11 5,0 0 4,0 0-6,0 0-3,0 0 2,3-11 1,-3 11-2,0 0 5,0 0 0,0 0 2,0 0 2,0 0-4,0 0 7,0 0 1,0 0 3,0 0 6,0 0-3,0 0 6,0 0 2,0 0 5,0 0 2,0 0-3,0 0 1,0 0 4,0 0 0,0 0-2,0 0-5,0 0 6,0 0-4,0 0-3,0 0-3,0 0 1,0 0 10,0 0-4,0 0 5,0 0 9,0 0 2,22 17 3,-16-12-2,-6-5-2,10 17 5,0-7 7,-4 2-1,2-2-9,-2 2-9,4 5 6,-1 0-1,-1-3-7,0 8-2,-1-6-6,1 0 0,-2-3-10,0 2 9,1-1-2,-2-6-1,-2 3-6,1-6-3,1 4-1,-5-9-3,3 14-3,2-9 1,-5-5 6,3 9-7,-3-9 3,0 0-14,0 0-14,4 8-11,-4-8-16,0 0-19,0 0-20,0 0-36,0 0-43,0 0-63,0 0-83,0 0-301,0 0-659,-35-4 292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17.1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1175 92 52,'0'0'137,"0"0"-6,0 0-10,0 0-9,0 0-6,0 0 0,0 0-10,0 0 0,0 0-13,0 0-2,0 0-9,0 0-7,0 0-3,-14-9-2,14 9-7,0 0 0,0 0-5,0 0 0,0 0-4,0 0-1,0 0-3,0 0 0,0 0 0,0 0-2,0 0 2,0 0 1,0 0-4,0 0 3,0 0 2,0 0 1,0 0-4,0 0 0,0 0-1,0 0 3,0 0 3,0 0 5,0 0 7,0 0 5,0 0 7,0 0 9,0 0 4,0 0 8,0 0 5,0 0 5,0 0-1,0 0 1,0 0 2,0 0 3,0 0-7,0 0-6,0 0-7,0 0-4,0 0-8,0 0-1,0 0-8,0 0-7,0 0-4,0 0-5,0 0-8,0 0-2,0 0-3,0 0-1,0 0 0,0 0-1,0 0-3,0 0 7,0 0 1,0 0 8,0 0 5,0 0 8,0 0 7,0 0 1,0 0 8,0 0 4,0 0 2,0 0 0,0 0 4,0 0-1,0 0-4,0 0 2,0 0-4,0 0-2,0 0-2,0 0-5,0 0 2,0 0-6,0 0-4,0 0-6,0 0 0,0 0-6,0 0 3,0 0 1,0 0-3,0 0 0,0 0 3,0 0 1,0 0-2,0 0 5,0 0 1,0 0-1,0 0 5,0 0 2,0 0-3,0 0 6,0 0 0,0 0-4,0 0 2,0 0 11,0 0-11,0 0-6,0 0-4,0 0-3,0 0-3,0 0-1,0 0-2,0 0 0,0 0-6,0 0-15,0 0 13,0 0-10,0 0-1,0 0-3,0 0-3,0 0 1,0 0-4,0 0-1,0 0-3,0 0-5,0 0 5,0 0-4,0 0 1,0 0-1,0 0 4,0 0 7,0 0 12,0 0-13,0 0 4,0 0 0,0 0 1,0 0 2,0 0-8,0 0-2,0 0 1,0 0-2,0 0 6,0 0 2,0 0 3,0 0-9,0 0-2,0 0 1,0 0-3,0 0 5,0 0-7,0 0-1,0 0-3,0 0 4,0 0 1,0 0-4,0 0-3,0 0 0,0 0 0,0 0-2,0 0 6,0 0-5,0 0-1,0 0-17,0 0 23,0 0-4,0 0-5,0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0,15-21 0,-15 21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0,-27 17 0,27-17 0,0 0 0,-15-1 0,15 1 0,-15 0 0,15 0 0,-14 1 0,14-1 0,-16 0 0,16 0 0,-17 2 0,17-2 0,-20 0 0,7 2 0,13-2 0,-20 2 0,20-2 0,-20-2 0,8 2 0,12 0 0,-21 0 0,8 0 0,0-2 0,13 2 0,-21 2 0,9-4 0,-1 0 0,13 2 0,-28 2 0,13 0 0,0 0 0,-2-2 0,2 0 0,2 0 0,-5-2 0,2 2 0,1 0 0,-3 2 0,3-2 0,-2 0 0,1 0 0,-4 2 0,2-4 0,1 4 0,-1-4 0,-2 4 0,-1-4 0,2 4 0,0-2 0,1 2 0,0-4 0,0 4 0,1-4 0,1 4 0,-2-2 0,1 1 0,2-2 0,0 1 0,-2-2 0,0 2 0,17 0 0,-25 0 0,10 0 0,2 0 0,13 0 0,-19 0 0,19 0 0,-15 0 0,15 0 0,-17 0 0,17 0 0,-14 0 0,14 0 0,0 0 0,0 0 0,-13 3 0,13-3 0,0 0 0,0 0 0,0 0 0,-12-5 0,12 5 0,0 0 0,0 0 0,0 0 0,0 0 0,0 0 0,0 0 0,0 0 0,0 0 0,0 0 0,0 0 0,0 0 0,0 0 0,-17 0 0,17 0 0,0 0 0,-15 0 0,15 0 0,-17 2 0,17-2 0,0 0 0,-21-2 0,21 2 0,-14 2 0,14-2 0,-15 0 0,15 0 0,-13 0 0,13 0 0,-14 2 0,14-2 0,-13 0 0,13 0 0,0 0 0,0 0 0,0 0 0,-19 0 0,19 0 0,0 0 0,0 0 0,0 0 0,0 0 0,0 0 0,-12 1 0,12-1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0,-13-3 0,13 3 0,0 0 0,0 0 0,0 0 0,0 0 0,0 0 0,0 0 0,0 0 0,0 0 0,0 0 0,0 0 0,0 0 0,0 0 0,0 0 0,0 0 0,-12 3 0,12-3 0,0 0 0,0 0 0,0 0 0,0 0 0,0 0 0,0 0 0,0 0 0,0 0 0,0 0 0,0 0 0,0 0 0,0 0 0,0 0 0,0 0 0,0 0 0,0 0 0,0 0 0,0 0 0,0 0 0,0 0 0,0 0 0,0 0 0,0 0 0,0 0 0,0 0 0,0 0 0,0 0 0,0 0 0,0 0 0,0 0-141,0 0-141,0 0-67,18 19-39,-6-8-49,4 2-50,10-1-59,-5 1-382,5-3-1003,-8-9 444</inkml:trace>
  <inkml:trace contextRef="#ctx0" brushRef="#br0" timeOffset="13361">1021 44 93,'0'0'116,"0"0"-10,0 0-5,-14 0-9,14 0-4,0 0-4,0 0-10,0 0-8,-12 2-2,12-2 3,0 0-16,0 0 3,0 0 10,0 0-6,0 0-4,-17-2 1,17 2-3,0 0-1,0 0 1,-10-6-9,10 6 3,0 0 3,0 0-2,0 0-5,-9-7 0,9 7-5,0 0 8,0 0 3,0 0 0,0 0 2,0 0-1,-6-10-3,6 10 0,0 0-1,0 0-3,0 0 1,0 0-1,0 0 3,-8-6-6,8 6 0,0 0 1,0 0-1,0 0-3,0 0 5,0 0-5,0 0 1,0 0 5,-8-7-2,8 7 4,0 0 2,0 0 7,0 0-2,0 0-2,0 0 7,-7-8-4,7 8-4,0 0 0,0 0-1,0 0-4,0 0-5,0 0-2,0 0 0,0 0-9,0 0 3,0 0-8,0 0-2,0 0-3,0 0 5,0 0 0,0 0-2,0 0 6,0 0-3,0 0 2,0 0 1,0 0-2,0 0-4,0 0 4,0 0-3,0 0-1,0 0-6,0 0-1,0 0 2,0 0-5,0 0-5,0 0 0,0 0-2,0 0 2,0 0-2,0 0 1,0 0 2,0 0 9,0 0-10,0 0-1,0 0 1,0 0 0,32 0 1,-32 0 3,0 0 0,18 4-4,-18-4 3,0 0-4,15-6-6,-15 6 6,0 0 2,14 6-5,-14-6 4,0 0-1,12 4-3,-12-4-1,7 3 3,-7-3-1,11 5-1,-11-5 2,9 5-2,-9-5 0,10 8 2,-10-8-3,10 3 3,-10-3-4,12 6 2,-5-3-1,-7-3 3,12 3-4,-12-3 3,14 4 0,-14-4-1,9 3-1,-9-3 0,12 4 0,-12-4-3,9 2 5,-9-2 3,11 5-6,-4-1 2,-7-4-1,0 0 3,15 5 1,-9-2-2,-6-3 0,11 5-3,-11-5 1,11 2 1,-11-2 0,10 6-4,-10-6 3,12 3 12,-12-3-13,9 2-2,-9-2 3,11 3 3,-11-3-6,0 0 3,0 0 1,0 0 0,0 0 0,14 2-4,-14-2 3,0 0-2,0 0 2,0 0 0,0 0 1,0 0 0,7 4 3,-7-4-4,0 0 2,0 0 2,0 0-2,0 0-3,0 0 0,0 0 6,0 0-2,0 0-6,0 0 3,0 0 4,0 0 1,-30 11-3,30-11-1,0 0 2,-14 0-4,14 0-4,0 0 4,0 0 6,0 0-7,-16 0-1,16 0 5,0 0-3,-17 5 0,17-5-1,-14 5 3,7-2 0,7-3 2,-15 8 2,4-6-4,1 5 0,-1-3-2,-4 2 14,0 0-9,-3 2 9,-1-3 6,3 2-1,-4 0 2,0-2 6,-4 4 6,6-4 0,-2 2 0,4-2-2,1 3-2,0-3-7,1 2 0,2-3 2,0-1-1,12-3-2,-17 6-8,8-3 10,9-3-22,-9 3-24,9-3-20,0 0-9,-8 7-15,8-7-32,0 0-42,0 0-47,0 0-59,0 0-94,3 16-187,-3-16-574,0 0 254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40.4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2 963 95,'0'0'110,"0"0"-4,0 0-10,0 0 2,0 0-17,0 0-1,0 0-6,0 0-1,0 0-2,0 0-5,0 0-2,0 0-9,0 0-2,0 0-12,0 0-1,0 0-2,0 0 2,0 0-10,0 0-4,0 0 5,0 0 3,0 0 2,0 0 5,32 3-3,-32-3-6,0 0 11,12-5-4,-12 5 1,10-3 0,-10 3-6,8-7 4,-8 7-2,12-5 0,-12 5-5,14-10 2,-4 7-6,-10 3-2,11-7 3,-2 4-5,-9 3-7,17-7 1,-10 3-1,1-2-10,-8 6 7,16-8 3,-8 3-2,-8 5-4,14-9-1,-7 5 3,4-1-6,-2 0 7,-2 0-9,-7 5-1,17-10 3,-13 9-4,-4 1-2,14-7 5,-8 2-2,-6 5-1,12-5-1,-4 1 4,-8 4-6,10-6 3,-10 6 0,9-5-3,-9 5 2,0 0-1,0 0-3,11-7 6,-11 7 0,0 0-2,0 0-1,0 0 1,0 0-1,0 0 1,0 0 0,14 0-1,-14 0-1,0 0 1,0 0-3,0 0 5,0 0-2,0 0 2,0 0-2,0 0-3,0 0-1,0 0-2,0 0 4,4-8 2,-4 8-1,0 0-1,0 0 3,0 0 1,0 0-2,0 0 3,0 0-3,0 0 0,-29 15-1,29-15-1,-9 7 4,9-7-1,-13 6-2,2-3 0,11-3 0,-15 7-3,8 0 2,-4-2 0,-1 3 2,-2-1-8,4 1 3,-4 0-7,0-1 1,1 1-4,1-1 1,-2 1-2,0 0-9,1-1 3,2 2 5,2-2-2,-1-2 0,5 2-1,-6-4-6,11-3 6,-13 11-8,7-7 2,6-4 7,-9 5-6,9-5 4,-11 5-7,11-5 7,0 0 1,-7 5 3,7-5 8,0 0-4,0 0 3,0 0-1,0 0-3,0 0 3,-10 4 6,10-4 2,0 0-3,0 0-4,0 0 2,0 0 3,0 0-7,0 0 5,0 0 1,0 0 2,0 0-6,0 0 5,0 0-6,0 0 2,0 0-8,0 0 13,-6 9 0,6-9 1,0 0-5,0 0 4,0 0 2,0 0 0,0 0 1,0 0 2,0 0-4,0 0 3,0 0 3,0 0-2,0 0 3,0 0 2,0 0 7,0 0 3,0 0-6,0 0 4,0 0-1,0 0 1,0 0-4,0 0 9,0 0-8,0 0 3,0 0 8,0 0 2,0 0 3,0 0 4,0 0 2,0 0-1,0 0 5,0 0-6,0 0 4,0 0 3,0 0-7,0 0-3,0 0-2,0 0-1,0 0-5,0 0-1,0 0 0,0 0-3,0 0 0,0 0-9,0 0 3,0 0-2,0 0 1,0 0-3,0 0 4,0 0-4,0 0 7,0 0 8,0 0 12,0 0-2,0 0-1,17 8-8,-17-8 11,0 0-3,17 2 2,-17-2-4,12 0-3,-12 0-2,13 0-2,-13 0 3,0 0-2,16 3-5,-9 0-5,-7-3 5,12 3-6,-12-3 1,9 5-1,-9-5 0,11 6-1,-11-6 0,10 6-5,-10-6 3,11 6-4,-11-6 1,12 5 1,-7-1-3,-5-4 2,12 7 1,-6-4 0,-6-3-3,13 5 2,-13-5-2,13 8 1,-6-6 0,-7-2-1,15 3-1,-15-3 2,12 3-3,-12-3 0,11 4 0,-11-4-4,14 3 3,-14-3 8,9 4-1,-9-4 2,12 3-1,-12-3 2,0 0-4,10 8-1,-10-8-5,0 0 6,11 1-4,-11-1-2,0 0 10,7 4-8,-7-4-1,0 0 0,0 0-1,0 0 1,8 5-1,-8-5 2,0 0-1,0 0-2,0 0 1,11 3-2,-11-3 3,0 0-2,0 0 1,0 0 3,7 5-3,-7-5 1,0 0-2,0 0 1,0 0 1,0 0 1,0 0-4,0 0 1,0 0 1,0 0 1,0 0 0,0 0 0,0 0-3,0 0 1,0 0 0,0 0 2,0 0 1,0 0-2,0 0 0,6 8 0,-6-8 0,0 0 2,0 0-2,0 0 1,0 0-1,0 0 3,0 0-3,0 0 3,0 0-4,0 0 8,0 0-7,0 0 0,0 0 0,0 0 1,0 0-1,0 0-2,0 0 1,0 0-1,0 0 3,0 0 1,0 0-3,0 0 6,0 0-3,0 0 1,0 0-5,0 0 4,0 0 0,0 0-3,0 0 3,0 0 3,0 0-3,0 0 2,0 0-1,0 0 2,0 0 2,0 0 9,0 0 1,0 0 3,0 0 5,0 0 0,0 0 1,0 0-3,0 0-1,0 0 3,0 0-8,0 0 0,0 0-2,0 0-5,0 0 2,0 0-1,0 0-2,0 0 1,0 0-1,0 0-26,-32-13-38,32 13-54,-22 4-87,-4-3-283,6 4-519,-5-4 230</inkml:trace>
  <inkml:trace contextRef="#ctx0" brushRef="#br0" timeOffset="34441">592 75 52,'0'0'195,"0"0"-12,0 0-17,0 0-16,0 0-13,0 0-9,0 0-10,0 0-14,0 0-4,0 0-9,0 0-3,0 0-12,0 0-3,0 0-6,0 0-5,0 0-1,0 0-9,0 0-5,0 0-2,0 0-3,0 0 14,0 0 7,0 0 5,-8 23-3,4-10-3,-2 0-2,0 4 4,0 1-2,1 7-1,-4-1-4,3-1-1,-3 4-5,1-1 1,1-2-3,-1-1-4,2 1-1,-1-2-7,1-5 2,0 2-12,1-3 2,2 0-8,-3-2 5,3-4-7,0 0-3,3-10 0,-5 15 1,2-8-6,3-7 6,0 0-7,-3 14-5,3-14-4,0 0-14,-1 10-13,1-10-22,0 0-42,0 0-45,0 0-48,0 0-83,0 0-148,0 0-448,-9-29 198</inkml:trace>
  <inkml:trace contextRef="#ctx0" brushRef="#br0" timeOffset="34895">562 113 177,'9'-9'189,"-9"9"-8,9-8-12,-3 2-13,1-1-9,4 4-9,-2-2-10,2 0-7,1-5-9,1 5-9,1-2-8,3 2-9,-4-2-7,-1 1-2,2 1-6,0 0-8,-5 0-9,1 3-1,-1-3-6,-9 5-7,14-6-1,-14 6-3,15 0-8,-15 0 1,0 0 1,14 6 8,-14-6 5,6 11 0,-6-1-2,0-10-3,-2 19-3,1-5-4,-4 0-6,4 3 3,-5-2-5,-2-1 0,0 2-1,-2 1-3,1 5-2,-3-4 0,0 2-3,-4 0 0,3-7-2,-1 5 2,1-4-7,-1 0-4,2-2 0,-2-1 2,1-1-5,2-3 0,1 1-2,-1-1 0,2-4 0,-2 2 3,11-5-1,-18 3-3,18-3-1,-15 2 1,15-2-6,0 0 7,-14-5-1,14 5 0,0 0 1,-7-8 0,7 8 3,0 0 10,0 0-2,-2-13 7,2 13 4,0 0 0,0 0-2,0 0 1,0 0-5,0 0 0,0 0 3,0 0 5,0 0 0,0 0 3,0 0 0,0 0 2,0 0 4,32 16 0,-26-11 5,2 0-1,-2 3-3,1-1 5,1-1 6,-1 1-3,6 3-2,-3-2-4,2 2 6,0 1-5,0 1-7,-1-2 1,0-2-4,2 2-2,-1 0 3,-3-4-8,2 1-1,0 0 0,-1 1-3,-2-3-3,-1 0-1,-7-5 3,12 8-6,-4-3-1,-8-5 0,6 3-8,-6-3-3,0 0-3,8 7 0,-8-7-5,0 0-8,0 0-7,0 0-4,0 0-4,0 0-19,0 0-14,0 0-18,0 0-17,0 0-15,0 0-19,0 0-18,0 0-27,0 0-56,-28 7-192,28-7-468,0 0 208</inkml:trace>
  <inkml:trace contextRef="#ctx0" brushRef="#br0" timeOffset="35723">1099 405 72,'0'-12'223,"0"12"-15,0 0-12,0 0-11,0 0-6,0 0-9,0 0-10,0 0-6,0 0-9,0 0-8,-6-15-6,6 15-11,0 0-4,0 0-9,0 0-5,0 0-13,0 0-1,0 0-7,0 0-10,0 0-2,0 0-9,0 0-3,0 0-3,0 0-4,0 0 0,0 0-2,0 0 3,0 0 1,-26 22 6,21-17-15,5-5 4,-13 12 1,7-5-1,1 2 2,-2-1-4,-2 2-1,-1 2 6,6 0-6,-7 0 0,5 2-4,0-3 0,-1 2-7,4 0 4,-2 1-1,4-3-7,1-11 4,-3 15-12,3-15 1,3 18 3,3-13 6,-6-5-3,10 11 5,8-7-5,-6-4-4,8-2-8,3-2-19,-2 0-12,3-1-21,-4 0-25,4-2-29,-6 6-44,-4-4-52,4-2-83,-10 2-302,-1 2-620,-7 3 275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06.98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4 111 123,'0'0'156,"0"0"-12,-6-10-3,6 10-2,0 0-9,0 0-2,0 0-10,0 0-3,0 0-3,0 0-5,0 0-2,0 0-9,0 0-7,0 0-1,0 0-4,0 0-7,0 0-2,0 0-1,0 0-7,0 0-3,0 0-5,0 0-4,0 0-5,0 0-3,0 0-6,0 0-1,0 0-5,0 0 1,0 0-7,0 0-5,0 0-8,0 0 3,0 0 12,0 0 14,0 0-3,5 36-3,-5-20-5,-3 7 13,3-2-8,3 5 2,-3 1-1,0-3 3,1 3-7,-2-3-3,4 3 2,-5-3-8,4 1-2,-1-3-2,4-4-1,-1-2-3,-2 1-1,2-2-3,-2-2 2,1-3-1,0 0-4,-3-10 1,3 12-4,-3-12-1,4 11-3,-4-11-3,2 10 5,-2-10 5,0 0-9,0 0 2,14-2 1,-14 2 0,0 0-1,10-13-1,-10 13 1,8-15-4,-5 5 0,1 1 0,1-3 1,-2-4 3,3 0-5,0 0-2,0-1 5,0-1-3,-1 2 2,1 1 1,0 0-4,0 5 2,-2 2-3,-1-2 1,-3 10 1,6-12-3,-6 12 0,5-7 3,-5 7-3,3-9 1,-3 9-3,0 0-1,0 0-3,4-10 6,-4 10-2,0 0-1,0 0 1,0 0 0,0 0 1,0 0 0,0 0 2,20 17 1,-14-9 2,-6-8 0,9 13 5,-3-3-2,-3-2 0,3 1-3,0 0 3,2 3-1,-2-4-3,5 3 2,-2 1 0,1-1 3,-1 0-4,-1-6 3,3 1-3,-5 0 1,-6-6 1,13 11 1,-8-8 0,-5-3-1,12 7 3,-12-7-1,7 3 5,-7-3 0,0 0-2,0 0 9,0 0 6,20-10 7,-20 10 5,3-14 1,-1 5 4,-2 9 1,0-19-3,1 5 0,4-2-6,-5-1-1,1-6-1,-1 0-7,0-2-1,0 0 5,2 3-8,1-4-1,0 0 4,-2 3-9,4 0 0,-1 0 1,1 7 4,-1 0 7,2 0-16,0 3 5,1 0 2,0 1-5,-1 2-4,-3 2-3,2-1 12,-5 9-16,6-11 0,-6 11 2,3-10-5,-3 10 4,0 0-3,0 0-3,6-7 5,-6 7 0,0 0 2,0 0-1,0 0 6,0 0-4,0 0-5,0 0 1,0 0 0,0 0 7,0 0-3,0 0 0,0 0-6,0 0 6,0 0 1,0 0-25,0 0-24,0 0-28,0 0-37,-6 34-53,6-34-68,-3 8-110,3-8-198,-8 8-583,8-8 259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50.02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291 12 128,'0'0'177,"0"0"-7,-13-2-9,13 2-6,0 0-12,0 0-13,0 0-11,0 0-4,0 0-8,0 0-7,0 0-6,0 0-7,-3-10-8,3 10-3,0 0-6,0 0-4,0 0-1,0 0-9,0 0-1,0 0-3,0 0-7,0 0-2,0 0-6,0 0-1,0 0 1,-16 20 4,14-8 4,-4-1 3,0 6 1,-3 7 3,-1-1-1,-1 4-6,-1 6 5,-2 2-2,2-7-4,-3 5-1,-2 1-9,8-11 3,-3 1-4,3-1 2,-2 0 2,2-2-4,3-6 0,0 1-7,3-1-1,0-5 1,-3-1-5,5 0-2,1-9-3,-3 13 0,3-13-4,-5 12 2,5-12 0,-4 11-3,4-11-2,-5 11 0,5-11 0,-4 9 3,4-9-3,-7 14-2,1-9-2,6-5-1,-6 12-11,6-12-6,-6 11-5,6-11-13,-7 8-12,7-8-12,-6 8-16,6-8-18,-2 10-22,2-10-28,0 0-38,-9 9-72,9-9-155,0 0-438,0 0 195</inkml:trace>
  <inkml:trace contextRef="#ctx0" brushRef="#br0" timeOffset="547">201 91 189,'0'0'174,"0"0"-5,3-10-15,-3 10-7,0 0-13,6-9-7,-6 9-11,0 0-6,9-7-7,1 3-6,-10 4-5,10-10-2,-1 7-9,0-3-3,0 1-5,3-4-6,-4 6-5,4-2-5,0 0-4,0 4-5,-12 1-8,22-5-4,-13 3 0,-9 2-4,21 0-6,-21 0-4,18 2-3,-9-1-1,-9-1-1,14 4-2,-5-1-3,-9-3-1,9 13 1,-5-6-2,-2 2-1,-2-9 1,-2 19 0,-1-3-3,0-3 0,-4 4 0,-2-2 1,-2 5 0,-1 1-1,-3 0 0,1-1-1,-2 2-1,-1-4-2,0-1-1,1 0 0,-3 1-5,7-6 3,2 1-4,-2-3-2,-2-1-2,6-2-4,-4 2-1,5-2 2,-1-4 4,8-3 1,-12 9 0,12-9 4,-9 2-3,9-2 0,-11 4 2,11-4-2,0 0 5,0 0-3,-13 1 7,13-1 5,0 0 2,0 0 7,0 0-2,0 0 3,0 0-2,0 0-5,-14-7-3,14 7 2,0 0-4,0 0-1,0 0 0,0 0 0,0 0 14,0 0 1,0 0 2,0 0 3,23 19 0,-23-19 11,12 9 10,-4-5 1,1 1 0,-2 2-3,7-2-4,-7 3 1,6-3-1,0 0 0,2 2 0,3-2-5,-2 2-5,2 0 5,-2-2-10,3-1-3,-3 3 1,-2-3-5,-1 1 0,-1-4 0,-1 3-15,-2-1-13,-9-3-13,15 4-11,-15-4-10,9 4-6,-9-4-10,0 0-9,8 5-12,-8-5-34,0 0-27,0 0-29,0 0-56,0 0-183,0 0-441,-36 5 196</inkml:trace>
  <inkml:trace contextRef="#ctx0" brushRef="#br0" timeOffset="1328">749 409 152,'0'0'165,"0"0"-8,0 0-4,-6-13-10,6 13-10,0 0-8,0 0-7,0 0-8,0 0-10,-9-5-9,9 5-14,0 0-3,0 0-3,0 0-4,0 0 1,0 0-3,-26 7 0,26-7 3,-12 6-4,4-3-1,8-3 0,-13 11 3,4-5 6,0 0-3,1 1 1,-1 3-3,1 3 9,-4-1 12,2 3-7,2-2-5,1 3-1,-1-2-4,4 0-5,0 0-8,4-1 1,0 0-6,4 0 1,5-1-6,0-2-3,3-2-1,7-3 1,4 0-11,4-1-17,4-4-27,-3-2-33,1-3-52,1 3-67,1-3-80,-7-3-254,-8 3-537,1 2 238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52.79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202 42 175,'0'0'179,"0"0"-9,-4-11-14,4 11-14,0 0-13,0 0-8,0 0-14,0 0-3,0 0-16,0 0-7,0 0-10,0 0-8,0 0-6,0 0 17,0 0 5,0 0 3,0 0-4,-6 30 2,4-16-5,-2 2-1,-2 0 0,1 5 1,-5 2 0,0 3-4,0-1-5,2-1-8,-1 2-4,-1-3-4,2 0-5,-1 3-5,0-3-4,1 0-3,1-3 1,1-7-11,0 4 3,3-5-7,-5-1 0,4-1 1,-1-2 0,5-8-5,-3 16-4,-1-10-5,4-6-8,-2 10-11,2-10-10,0 0-27,-9 9-15,9-9-26,-6 6-17,6-6-17,0 0-38,0 0-48,0 0-157,0 0-397,-21-17 175</inkml:trace>
  <inkml:trace contextRef="#ctx0" brushRef="#br0" timeOffset="390">155 75 69,'10'-7'163,"2"-2"-8,-3 2-10,3-1-12,0 1-7,2-2-9,-1 3-7,-4 1-5,3 0-10,-1 2-7,-11 3-15,17-6-6,-7 4-5,-10 2-7,14-2-5,-14 2-2,0 0-6,16 4-5,-16-4-9,8 6 3,-8-6-3,9 8-4,-9-8 2,5 12 0,-5-12-1,0 16 1,0-7-5,0-9-1,-5 21-1,1-9-2,-4 1-1,0 0 1,-1 4-5,2-4 2,-4 2-1,1-3-2,-3 2-2,4-2 3,-3-1-2,3-1-4,-1 1-1,1-4 2,1 0-1,0-2-2,2 2 3,6-7-2,-12 8 0,12-8 0,-10 6 2,10-6 0,0 0 6,-8 7 1,8-7 8,0 0 0,0 0 3,-7 5-4,7-5 1,0 0-1,0 0-4,0 0-6,-3 9 6,3-9 6,0 0 6,0 0 2,0 0 10,13 17 6,-8-12 9,-5-5 3,12 8 4,-2-3-3,-1 0-3,-1 1-3,3 0-4,-2-1-4,1 0-2,1-2-4,2 2-4,0-3-5,-1 0-2,-3 2-2,1-1-2,-10-3 1,17 4-11,-8-3-18,-9-1-19,14 5-16,-14-5-19,9 2-11,-9-2-14,0 0-19,0 0-29,0 0-32,0 0-34,0 0-212,0 0-441,0 0 195</inkml:trace>
  <inkml:trace contextRef="#ctx0" brushRef="#br0" timeOffset="1250">485 336 17,'0'0'167,"0"0"0,0 0-12,0 0-5,0 0-8,-10 38-4,7-33-10,3-5-13,-8 16-5,4-2-6,-1-3-8,0 1-7,-1 4-5,-3-4-9,6-1-5,-3 1-5,2 2-2,1-5-8,-3 2-6,4-2-5,2-9-6,-7 16-4,4-9-2,3-7 2,-8 13-6,8-13-3,-6 11 0,6-11-2,0 0-2,-6 7-1,6-7 2,0 0-4,0 0-3,-6 10 1,6-10-2,0 0-3,0 0-1,0 0-2,0 0-3,0 0-1,0 0-1,0 0-2,0-39 0,6 28-10,-3-5-4,4 0 2,0-3-1,0-4 4,1 2-7,-1-3 2,1 1 6,-1 0-3,4-1 0,1 1 3,-3 0-1,2 7 13,-4 0 5,-1 1 10,3 2 6,-3 3 0,0 3 2,-2-1 0,-4 8-1,9-11-6,-9 11-5,4-7 2,-4 7 9,0 0 6,0 0 3,0 0-3,12 18 5,-12-18 0,5 20 10,-5-10-1,1 5-6,-1 0-5,2 1 2,-2 0-1,3-1-8,-2 0 1,1 2-1,-1-2-8,4-3 3,-1 3-7,-1-6 1,-1 2-2,4-4-2,-3 2-3,-3-9 6,9 12-9,-7-7-5,-2-5-8,6 7-7,-6-7-4,6 7-11,-6-7-3,0 0-15,0 0-9,0 0-16,0 0-13,0 0-31,1 11-40,-1-11-46,0 0-212,0 0-447,0 0 198</inkml:trace>
  <inkml:trace contextRef="#ctx0" brushRef="#br0" timeOffset="1797">419 412 82,'0'0'219,"0"0"-15,0 0-15,0 0-16,42-14-17,-28 11-16,4-5-14,-2 3-21,4 2-38,-2-1-41,0 1-59,-2-2-69,-3-1-124,2 1-244,-3 3 109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55.24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215 100 157,'0'0'195,"0"0"-6,0 0-11,0 0-8,-17 30-12,11-19-11,0 2-9,2 0-4,-2 2-12,1 0-8,-1 1-7,0 0-10,0 0-13,2-2-8,1 1-3,0 0-8,-2 0-8,0-2-7,1-3-4,2-1-2,2-9-7,-6 17 2,5-10-8,1-7-3,-5 12-1,5-12 0,0 0-2,-4 9 0,4-9-7,0 0-1,0 0 2,0 0-2,0 0-1,0 0-5,0 0-1,-17-1-1,17 1 2,0 0-5,0 0-4,2-33-1,1 21-6,0-4-7,1 0 0,1-2-8,-2-5 3,3 0-3,-2-1 0,4 0 5,-1-3 0,3 4 2,-3 2 1,-1 5 4,3-1 7,-4 3 9,1-1 3,1 3 7,-2 4 3,-5 8 3,8-14-2,-4 8-2,-4 6-6,3-11-1,-3 11-4,0 0-1,8-7-2,-8 7 15,0 0 6,0 0 4,0 0 0,9 25 4,-9-12 9,0 0 3,-3 4 1,3 1-7,0 4 9,0 2 1,3 1-1,-6 0 5,3-1-14,0-1-1,4-1-6,-2-2-6,-1-2 1,2-3-5,0 1-4,2 0 0,1-4-1,-3 3-1,1-6-2,-2 0 2,3-2-4,-5-7-10,3 13-7,-3-13-7,4 10-10,-4-10 5,0 0-8,6 7-10,-6-7-6,0 0-6,0 0-16,0 0-21,0 0-25,0 0-32,0 0-35,0 0-43,0 0-229,0 0-481,0 0 214</inkml:trace>
  <inkml:trace contextRef="#ctx0" brushRef="#br0" timeOffset="562">0 294 139,'0'0'211,"0"0"-4,0 0-21,38-20-17,-21 14-15,8-1-16,3-1-11,-3 1-43,3 4-54,-4-3-66,-6 2-200,-4-1-253,2 1 112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08.8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0 126 135,'0'-17'160,"0"17"-5,0 0-2,0 0-3,3-14-6,-3 14-3,0 0-3,0 0 3,2-12-11,-2 12-9,0 0-3,0 0-10,0 0-4,0 0-6,4-11-8,-4 11-6,0 0-4,0 0-3,0 0-10,0 0-8,0 0-5,0 0-6,8-5-7,-8 5-5,0 0-3,0 0-3,0 0-6,0 0-3,0 0 1,0 0 11,0 0 2,9 20 4,-9-20 0,1 18-2,4-5-1,-1 1 2,0 2-2,-4-1 3,0 5-5,1 3 0,-1-2 0,0-2-4,3-2-4,-3 0-3,2-1-1,-1-1-3,2 1-3,-1-2-2,-1-4-4,-1 1 2,0-11 1,3 17-6,-3-8 0,5-2 7,-5-7-4,0 0-5,3 12-5,-3-12-1,0 0-3,1 10 4,-1-10-2,0 0-3,0 0 9,0 0-6,0 0 0,0 0 1,0 0-2,21-23 4,-21 23-3,5-18 2,1 6 2,-1-1 1,-1 2-3,2-2 2,2 0-1,-2 1-5,0 1 5,0 0-1,0-2-3,1 4 5,0 1-3,-3-3 0,5 3 1,-6 0-1,-3 8 0,11-12-6,-11 12 6,9-9-4,-9 9-2,10-4 2,-10 4 1,0 0 1,16 2 1,-16-2 2,13 6 0,-7 0 4,2 0 3,-8-6-1,12 13-15,-6-5 2,1-1 6,1 0-4,1 4 3,2-3 0,-4 1 3,1-2-2,-1 1-1,4-2 4,-5 0 1,3-1 6,-1 0-9,-1 0-2,1 1 0,-8-6 1,9 9 2,-3-6 0,-6-3-1,0 0 4,9 7 0,-9-7 5,0 0-1,0 0 11,0 0 7,0 0-6,0 0-2,0 0-4,0 0 3,0 0 4,0 0-1,0-28-6,0 28 6,-6-22-1,6 9-8,-3-5 4,3 1-2,0 0 2,0-4-5,0 4 3,1-2 0,2 3-2,0-1 1,4 0-1,-3 0 8,1 3-6,-4 0 0,5 0-3,-1 8-3,-2-4 2,-3 10-1,4-12 3,-4 12-2,6-11 3,-6 11-9,2-9 1,-2 9 8,0 0-8,4-10-2,-4 10-3,0 0 2,0 0-4,0 0 6,0 0-2,0 0 1,6-9 0,-6 9-7,0 0 13,0 0-9,0 0 4,0 0 6,0 0-6,0 0-2,0 0 2,0 0 1,0 0-6,0 0 11,0 0-8,0 0-6,0 0-2,0 0-9,0 0-17,0 0-21,0 0-38,0 0-51,0 0-47,0 0-85,0 0-241,-22 21-557,22-21 248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1:56.96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41 228 115,'-4'11'183,"4"-11"-23,-2 16-8,1-5-5,-1-2-15,2 8-18,-3-4-1,1 3-7,1 0-8,-2 0-12,1 2-7,2-1-8,0 0-3,0-2-6,0 3-3,2-3-6,-2 0-7,-2-4 1,2 1-2,0 4-10,0-16-6,0 14 2,0-14-2,0 13-6,0-13 0,0 0-3,-1 13-1,1-13 4,0 0 8,0 0 0,0 0 8,0 0-5,-5 11 3,5-11-7,0 0-5,0 0-3,0 0 1,0 0-4,0 0-2,0 0 4,-13-26-6,13 26-3,-2-22-4,4 11-2,-4-6-4,2-7-6,5 2-4,-2-5 1,3-1-1,1-8-1,1-2 2,0 12-1,2-9 1,2 7 2,-1 2 1,1-3-3,0 6 6,2 1 3,-5 6 4,4-5 6,-2 6 3,-2 2 5,2 1-1,-5 2 1,1 3-3,-1 1 0,-6 6-6,9-12 0,-9 12 1,14-5-4,-14 5 1,12 0 1,-12 0-2,0 0-1,12 14 0,-10-5 0,-2-9 0,3 20 0,-3-8-1,0 4 2,-2-1-3,1 0-2,-5 1-14,0-1-7,0 3-4,-2-3-9,-1 0-2,-2-1-2,-1 0-1,3 0-2,0 1 4,-3-6 1,1 2 1,4-3 6,-2-2 1,1 1 2,-1-1 1,9-6 11,-14 7-8,7-3 3,7-4 6,0 0 8,-14 3 1,14-3 12,0 0 7,0 0 6,-9 4 2,9-4-1,0 0-2,0 0 6,0 0-3,0 0 1,0 0 7,0 0-2,0 0-4,0 0 1,27 11 0,-19-9 9,-8-2-3,15 11 4,-4-6-3,-1 3-2,-1-3-5,5 3 7,0-2-1,-1 1-2,1 4-5,-1-5 6,1 3-12,-2 0-1,-3-4-3,0 0 5,0 0-7,-1 1-9,0-3-13,-8-3-18,12 9-25,-12-9-22,3 5-30,-3-5-34,0 0-32,0 0-52,0 0-167,0 0-418,0 0 185</inkml:trace>
  <inkml:trace contextRef="#ctx0" brushRef="#br0" timeOffset="922">471 386 70,'0'0'173,"0"0"-4,-6 34-1,6-34-12,-2 18-20,2-18-10,-3 20-16,3-9-13,0 0-8,3 3-12,-6 2 2,3-5-10,0 4-9,0-2-6,3 3-2,-3-3-8,0-2-1,0-11-8,-3 17-2,3-17-4,0 13-1,0-13-5,-1 11-2,1-11 3,0 0-6,-2 15-1,2-15 1,0 0 2,0 0-6,0 0 2,0 0-4,0 0 0,-7 7 0,7-7 5,0 0 1,0 0-9,0 0 6,0 0 1,-19-24-3,19 24-4,-4-18 6,2 9-7,1-5-2,-1 0 2,2 0-5,2-2-3,-2-2 8,1 3 1,-1-1 5,5-1 8,-2-2-3,3 5-1,0-2-3,0 2 5,0 0 7,2-2-3,-1 3 3,1-1-2,-1 2-3,4-1 1,-3 5-2,1-3-4,1 1 1,-2 3 1,-1 1-4,1 1-4,1-3 1,-9 8-4,11-7 3,-11 7-5,13-2 8,-13 2-4,0 0-5,14 4 2,-14-4-5,4 13 5,-4-13-1,0 18-1,-1-8-5,-4 3-5,2 1-4,-1-5-6,-4 2-6,1 2-2,-3 0-2,6-2 1,-2-2 0,-2-1 4,-1 3-1,2-3 1,4 0 0,3-8 2,-14 10 4,14-10 2,-9 7-1,9-7 2,-5 10 3,5-10 2,0 0 4,0 0 3,-6 7 5,6-7 5,0 0 2,0 0-3,0 0 1,0 0 1,0 0-2,0 0 2,0 0 1,28 0-1,-28 0 0,15 2-2,-15-2-2,15 0 2,-5 3-2,-10-3 3,17 5-4,-8 0 6,0-1-4,-1 1-1,-1 1 0,2-1 2,-4 1-3,0 3 0,-5-9-2,7 15 3,-7-7-2,0-8 2,-3 17-1,-1-7-3,-3-1 2,0 6 1,-2-4-4,0-2-5,0 0-18,-3-1-28,3-3-27,-5 4-50,0-3-44,-4-2-207,0-1-406,-5 1 180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18.21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165 85 57,'0'0'213,"0"-11"-10,0 11-9,0 0-15,0 0-13,0 0-11,0 0-13,0 0-10,0 0-14,0 0-8,0 0-8,0 0-3,0 0-4,0 0 1,0 0 0,0 0-3,-15 26-5,9-14 1,-1 2 0,-1 2-4,0 0-6,-2 7 2,1-3-8,-3 1-2,6-3-5,-2 4 6,2-5-7,0-1-11,0 3-3,1-3-9,1 0 0,-2-1 0,3-1-8,-2 0-6,1-3 2,2-2-9,2-9 1,-1 16 1,1-16-7,-3 13-7,3-13-9,-3 9-13,3-9-9,0 0-15,-5 14-15,5-14-15,0 0-16,0 0-15,-3 10-26,3-10-25,0 0-45,0 0-71,-14 1-138,14-1-438,0 0 194</inkml:trace>
  <inkml:trace contextRef="#ctx0" brushRef="#br0" timeOffset="359">28 140 112,'6'-7'182,"4"-1"-6,1 0-16,-2 1-9,3-1-13,0-2-14,2 2-2,1-1-12,0 0-8,2-1-6,-2 1-11,0 2-10,2-2-2,-4 2-16,2 2-5,0 0 1,-4 1-13,1 0-1,-3 3-4,-9 1-8,20-4-1,-11 3 8,-9 1-12,18 1 0,-18-1-6,14 5 0,-5-1-2,-9-4-4,10 9 2,-5-4 0,-2 4-1,-3-9-2,-2 18-1,2-18 1,-7 23-4,-4-12-5,-1 4 2,3-3-10,-9 6 0,1-3 0,-2 3-3,4-6 2,-2 1-2,2-3 2,0 2 1,1-3-1,-3-2 4,4 0 5,4 0-7,-2-3 5,4-1 2,7-3 8,-16 7 4,16-7-1,-7 6-2,7-6 2,-8 5-3,8-5 1,0 0-4,0 0 12,0 12 1,0-12 7,0 0 2,17 14 3,-10-9 8,1 2 7,3-2 3,-2 3-5,3 0-1,0 1-2,-3-2 3,5 2-1,-2 0 6,-2 1-8,1-1-2,-1-2-5,-2 0-2,0 2-6,-2-2 1,0 0-6,1 0-1,-1-1 1,-6-6-6,9 11 1,-4-4 0,-5-7-1,6 13-2,-6-13-6,6 8-17,-6-8-11,2 9-11,-2-9-10,3 8-15,-3-8-15,0 0-14,3 10-18,-3-10-21,0 0-23,0 0-39,0 0-171,-8 12-390,8-12 173</inkml:trace>
  <inkml:trace contextRef="#ctx0" brushRef="#br0" timeOffset="953">513 349 12,'0'0'221,"0"0"-16,-7-14-18,7 14-16,0 0-10,0 0-12,0 0-10,0 0-10,-14 24-11,14-24-4,-6 18-11,0-6-2,1 1-9,1 0-9,-1 2-5,-1-3-8,0 2-7,0 1-3,3-4-9,-1-4-4,4-7-4,-6 18-2,4-11-10,2-7 1,-1 12-2,1-12-5,-5 11-2,5-11 2,0 0-6,-6 9-1,6-9 1,0 0 4,0 0-3,0 0-1,0 0 4,0 0-2,-5 6-1,5-6-5,0 0-3,0 0-7,0 0-2,0 0 3,0 0-7,10-38-2,-4 24-6,-3 0-7,3 0-3,1-3 2,-2 0 0,7-7 1,-2 1-1,1 2 2,1 0 3,-1-2 1,2 4 0,-2 5 1,1-2 9,-3 4 7,-1 1 1,-2 1 8,1 3 2,-1-2 3,-6 9-1,11-11-2,-7 6-5,-4 5 1,11-5 3,-11 5 3,0 0-2,0 0 8,0 0-1,18 7 0,-18-7 6,3 17 4,-3-4 15,0-3 5,2 6-2,-2-1 1,3 2-4,-3 0-2,1 0 0,-2 1 4,1 0-5,1-1-4,-1 1-4,2-3 0,1 1-5,-6-1-2,7-2-5,-2-2-1,-1 0-4,4-1-3,-4-1 0,-1-9-1,6 16-5,-4-10 2,-2-6 2,6 11-4,-6-11-3,3 11 7,-3-11-9,0 0-3,3 8 0,-3-8-5,0 0-12,0 0-5,0 0-9,0 0-5,0 0-11,0 0-13,0 0-25,0 0-26,0 0-23,-9 11-29,9-11-20,0 0-22,0 0-46,-18 4-174,18-4-455,0 0 202</inkml:trace>
  <inkml:trace contextRef="#ctx0" brushRef="#br0" timeOffset="1609">500 479 145,'0'0'266,"0"0"-19,0 0-10,0 0-15,0 0-20,0 0-17,0 0-18,39-6-15,-24 4-16,3-3-11,2 2-33,-5 0-38,3-1-56,-4 1-54,-4-1-75,-10 4-210,19-4-368,-19 4 163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21.46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55 213 50,'0'0'183,"0"0"3,-3 36-5,-2-24-16,5 5-14,-1-2-18,-1 1-8,2 3-10,-3 5-3,0 0-12,-1-8-5,2 3-11,-2-1-5,1-4-11,-2 2-3,4-7-6,-1 2-8,2-11-1,-6 19-5,6-11-3,0-8-6,-5 12-3,5-12 5,-1 10 4,1-10 5,0 0 9,0 0 2,0 0-8,-5 9-5,5-9-3,0 0-6,0 0-6,0 0 1,0 0-4,0 0-2,3-42-1,0 29-11,2-4-4,-3-2 0,2 2-10,-1-8 0,2-1-6,-2-2-3,3-7 2,-2 4-3,2 3 2,3-7 1,-3 9-7,2 0-1,-3 0 13,2 4 7,1 5 8,-1 1-1,1-1-3,4 4 10,-5-1-1,4 4 1,-5 1 2,-3 3-2,-3 6 4,12-13-11,-6 10 0,-6 3-4,14-2 2,-14 2 0,0 0 0,20 5 0,-13-1-4,-7-4 4,9 13 0,-3-4 1,-3 0-7,-3-9 9,3 17-21,-1-7-2,-2-10-5,-2 16-2,2-7-7,0-9 5,-6 19-9,0-10-3,0 2 1,2-1-3,-2-2 10,-2 0-6,-3 1 4,4-3 2,-1 3 7,-2-5 1,1 1 2,9-5 2,-14 11-5,14-11 12,-12 8 1,12-8 5,-8 5 1,8-5 6,0 0-5,-9 4 2,9-4-4,0 0-1,0 0 12,-4 11 9,4-11-1,0 0 2,9 16 1,-9-16 5,12 10 3,-6-5-3,3 3 1,0-1-2,-1-3 3,4 5 3,1-3-2,-4 0 0,4-3-3,-4-1 0,7 1-8,-7 3 6,0-3-1,2 1-9,-3-2-1,1 2 1,-9-4-13,13 6-12,-13-6-16,11 5-23,-11-5-19,0 0-23,7 6-34,-7-6-34,0 0-29,0 0-214,0 0-434,0 0 192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22.34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96 165 94,'0'0'234,"0"0"-13,0 0-20,0 0-20,0 0-19,0 0-14,0 0 4,0 0-4,0 0-13,0 0-10,-9 37-9,8-22-12,-4 2-9,2-1-9,-1 1-8,-2 3-5,4-4-9,-2 3-4,0 0-10,0-3-5,2-3-3,4 2-4,-4-6-4,2 4-1,-3-2-4,3-11 4,-1 15-10,1-15 0,-2 15-7,2-15 2,-4 8-2,4-8-5,0 0 1,-2 11 2,2-11-1,0 0 2,0 0-1,0 0 11,0 0-13,0 0 0,0 0-6,0 0 9,0 0-11,0 0 4,0 0-5,0 0-1,-7-38 1,7 38-4,0-22-8,1 9 1,4-4-5,-4-6 2,5 6-1,-3-7 1,3-2-3,1 4 6,3-1-1,-2-2-2,1 4 2,4 1 1,-1-2 2,-4 6 0,6-5-1,-2 6 0,0-1 2,-3 2 5,2 3 3,-2-3-3,3 6 0,-3-3 0,-2 4 0,7-1-2,-8 5 1,2-1-2,-8 4 2,12-5-1,-12 5-1,13 0 1,-13 0 0,0 0 3,12 8-3,-12-8 0,5 14 3,-5-14-3,-3 18-2,-3-3-4,1-1-7,-1-1-5,-1 1-6,-4-3-2,-1 11-8,3-8 2,-3-3 1,3 3-2,-5-3-2,5 0 4,-2-2 3,5 0 4,-1-5 2,1 3 1,6-7 5,-11 9-1,11-9 1,-4 10 6,4-10 3,0 0 9,-9 6 6,9-6 10,0 0-1,0 0 0,0 0-1,0 0-4,0 0 3,0 0 6,0 0-1,0 0-2,0 0 1,0 0 4,37-10-3,-37 10 2,14-1-2,-14 1 5,15 0 4,-15 0-5,18 1 1,-9 3 4,3-3 1,-4 3-2,-8-4-3,18 7 1,-9-3-5,-1-2 0,-2 6-5,1-1 0,0 1-3,-4 1 2,-2 2-2,-1-11 2,-8 20 1,1-5-3,-4-1-1,-2 0 0,-5 4-2,-1-3 5,0 0-1,-1 1-1,2-6-4,1-3 12,1 4-10,1-5-1,-4 0 4,4-3 0,2-1-17,-3-1-23,3 4-37,-1-2-52,14-3-75,-22 2-260,13-2-488,9 0 216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41.09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109 76 114,'0'0'236,"0"0"-13,0 0-8,0 0-11,0-15-12,0 15-13,0 0-15,0 0-13,0 0-17,0 0-12,0 0-12,0 0-9,0 0-11,0 0-10,0 0-11,0 0-7,0 0-8,0 0 1,0 0 19,0 0 14,0 0-1,-13 34-6,11-18-9,-4 1-3,1 3-2,-1 5 2,3-2 9,-1 5-12,-2 0-5,-2-2 5,2 9-2,3-5-3,-7 5 2,5-6-8,0-3-8,5 1-3,-6 1 0,5-2-4,-4-3-3,2-6-7,-1-2-11,2-2 8,2-3-4,0-10 4,-3 19-9,2-10-13,1-9-13,0 12-4,0-12 1,0 0-4,-2 13-3,2-13 1,0 0-1,0 0-9,0 0-7,0 12-11,0-12-9,0 0-10,0 0-18,0 0-42,0 0-41,0 0-28,0 0-38,0 0-256,0 0-527,0 0 233</inkml:trace>
  <inkml:trace contextRef="#ctx0" brushRef="#br0" timeOffset="407">59 91 183,'14'-13'231,"-5"7"-12,5-2-13,-1 0-11,5-1-18,-1 1-12,9-3-13,-2 4-13,-1 0-15,2 1-12,-8 2-12,3 2-11,-2 2-8,-3-2-8,-3 0-8,-12 2-8,24 0-2,-15 4-9,-9-4-12,18 2-6,-10 0-13,-8-2-4,14 0-6,-14 0-9,7 5-3,-7-5-4,0 0-12,0 0-17,3 10-17,-3-10-25,0 0-24,0 0-34,-17 16-39,10-11-141,7-5-344,-14 11 152</inkml:trace>
  <inkml:trace contextRef="#ctx0" brushRef="#br0" timeOffset="688">47 367 109,'0'0'265,"0"0"-11,0 0-14,20 1-18,-20-1-14,21-6-20,-6 1-18,3 1-16,5 1-15,0-3-16,-1-1-24,-2 4-27,6-1-41,-7 0-44,0 1-42,-1 0-68,0 3-80,-11-2-111,-7 2-339,20-3 150</inkml:trace>
  <inkml:trace contextRef="#ctx0" brushRef="#br0" timeOffset="1047">728 207 178,'0'0'220,"0"0"-24,0 0-20,0 0-10,0 0-25,0 0-17,0 0-8,0 0-2,0 0-7,-20 32-4,13-18-9,5 3-9,-10 6-7,3 2-8,-2-2-10,4 4 5,-1-5 1,1 6-1,-4-5-8,3 3-4,2-1-11,5-8 6,-5 0-11,1 0-3,4-1-6,-1-4 4,-2-3-8,4-9 1,-2 12-4,2-12 3,0 11-4,0-11 2,0 0 10,-1 14 7,1-14-3,0 0 6,0 0-8,0 0-5,0 0-3,0 0-4,0 0-5,0 0 4,-18-34-5,16 20-1,2-1-3,2-2-2,-2 0-2,4-6 1,1 1-5,1-5-4,-2 1-4,8-9-5,2-2 2,-3 2-2,-1 8 1,4 0 1,4 3-1,-3 1 2,-3 0-1,-1 8 4,-1 1-3,-1 2 1,3 1 0,-4 2-4,0 3 2,2 2 1,1 0 1,-11 4-1,18 0 2,-18 0 1,20 6 2,-13 0-1,-1 1-1,-1 3 1,-4-1 1,1 4-1,-5 1-4,-2 1-3,1 2-4,-1-3-7,-5 5-5,2-4-1,-1 2-7,-3-5-1,1 0 3,-2 2-1,-1-3-1,0 3-1,2-4 6,5-4 0,-1 1 4,1 1 1,-1-2 3,8-6 3,-14 11 5,14-11 1,-7 8-5,7-8 13,0 0 7,-6 4 4,6-4-2,0 0 3,0 0 0,0 0 6,0 0-1,22 6 2,-22-6-3,19 4 2,-12-3-2,-7-1-1,21 5-3,-7 3 4,-2-4 2,3 4 1,2-1 2,-4 2-4,1 0 1,0 0 1,-7 3-5,5-2-1,-4 3-3,-2-3 1,-3 5-1,-3-2 0,0 2 2,-6-3 0,-8 9-3,-1-2 0,0-2 1,-5 0 2,1-1-5,-2-3 3,-1 1-2,4-5 21,0-2-5,3-2 0,0 0-1,3 0-1,0-5-2,12 0-2,-20 1-3,11-1-9,9 0-19,0 0-16,-14-11-17,14 11-21,-4-10-26,4 10-28,0 0-44,10-25-235,-4 19-434,-1-4 192</inkml:trace>
  <inkml:trace contextRef="#ctx0" brushRef="#br0" timeOffset="1813">1218 167 225,'-2'-13'262,"2"13"-28,0 0-12,0 0-11,0 0-9,0 0-17,-16 29-14,10-16-11,1 2-18,-5 8-5,1 1-16,2 1-9,0 5-10,2-4-9,-2 2-7,1 6-6,0 4-12,3-13-7,-2 3-4,4-6-7,-5 2-11,3-2-13,3-6-7,-2 0-10,1-5-12,-1 0-6,2-11-12,0 18-11,0-18-15,-3 13-18,3-13-14,-6 10-34,6-10-27,0 0-23,-11 2-36,11-2-169,0 0-398,0 0 177</inkml:trace>
  <inkml:trace contextRef="#ctx0" brushRef="#br0" timeOffset="2095">1120 218 206,'9'-5'265,"-9"5"-10,16-11-13,-2 5-17,0 3-21,-1 1-11,1 2-15,2 2-15,0 1-14,-1 3-16,1 5-12,-2 0-8,3 6-15,-5 2-6,-3 2-12,0 3-4,-6 3-11,1 2-4,-4-1-7,-6 10-6,2-1-2,-4 0 0,-4-2-11,3-11-1,-5 3-4,2-3-1,-3-1-4,2-4-1,-4 2-6,2-1-1,1-6-9,1-2-8,-3 0-15,0-3-9,2 2-12,-2-3-15,-1-1-20,-1-1-17,0 1-26,-2-4-24,0-1-30,1 0-28,-3-4-210,0 2-439,-1-2 195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43.7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59,'-10'4'252,"10"-4"-17,0 0-14,0 0-20,0 0-14,0 0-25,0 0-14,0 0-13,0 0-13,0 0-9,0 0-14,0 0-7,35 1-18,-20-2-16,-2-3-13,-13 4-18,28 0-13,-18 2-23,-10-2-22,17 0-26,-17 0-35,18 0-30,-18 0-48,14 0-125,-14 0-317,0 0 141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44.08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81 114 47,'0'0'187,"0"0"-10,4-17-8,-4 17-17,0 0-10,3-11-8,-3 11-4,6-5-4,-6 5-4,0 0-2,6-11-1,-6 11-1,0 0 0,0 0-6,8-10-9,-8 10-8,0 0-9,7-11-4,-7 11-2,11-7-1,-11 7-5,9-8-4,-9 8-7,14-6 26,-7-1-2,1 3-5,-8 4-13,18-7 4,-11 6-5,-7 1-12,17-5-8,-17 5-4,15-5 1,-15 5-6,14 2-9,-14-2-5,12 4 2,-12-4 2,11 9-9,-7-2 2,1 0-2,-2 2-4,-2 7 2,-1-5-4,-3 8 4,-3-2-3,-3 4-4,-8 4-3,2-1 4,-6 8-1,1-9-3,-4 7 3,8-9-4,-4 1 4,0-1-6,5-3 0,-2 2 3,7-8 5,-2-1 4,1 0-3,2 1-2,3-2 8,0-6-8,6-4-3,-8 13 2,2-8 8,6-5 17,0 0-5,0 0 18,19 9-2,-19-9-8,27-5 10,-12 5-14,6-4-4,0 0-2,8 1-6,-2-4-3,2 3 3,-2 1-5,-1-5-6,1 4-12,-1 0-32,-2-3-28,-6 6-34,-4-1-44,-5 2-54,-9 0-65,18 2-88,-18-2-190,0 0-579,0 0 256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36.1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141 50 96,'0'0'134,"0"0"-14,0 0-5,-2-13-12,2 13-10,0 0 0,0 0-2,0 0-1,0-13-4,0 13-4,0 0-2,0 0-3,0 0-3,0 0-3,-1-11 0,1 11-4,0 0-3,0 0 1,0 0 0,0 0 0,0 0 2,0 0-9,-3-13-1,3 13 2,0 0-6,0 0-1,0 0 0,0 0 3,0 0-4,0 0-1,0 0-4,0 0-1,0 0-4,0 0-2,0 0-1,0 0-3,0 0-6,0 0-1,0 0-5,0 0-2,0 0-2,0 0 6,0 0 15,0 0 4,-8 32 3,2-16 1,0 6 9,3 1 5,-4 15 6,-4-4-1,3 1-6,1 4 4,-2-2-6,0-2 2,1 4 0,2-4-10,0-7 11,1 7-16,1-10 3,-1 4-6,-2-2-1,1-4-5,4-4-6,1-4 5,1 2-15,-2-3 3,-2-5-7,4-9 4,1 15-5,-1-15 3,-3 13-16,3-13 12,0 10-7,0-10 5,0 0 1,0 0-1,0 0-5,0 14 2,0-14-6,0 0-8,0 0 6,0 0-6,0 0-7,-3 10-6,3-10-5,0 0-12,0 0-3,0 0-12,0 0-12,0 0-9,0 0-14,0 0-19,0 0-20,0 0-22,0 0-31,0 0-32,0 0-82,0 0-152,0 0-480,0 0 213</inkml:trace>
  <inkml:trace contextRef="#ctx0" brushRef="#br0" timeOffset="656">132 131 167,'0'0'199,"0"0"-14,0 0-8,0 0-13,0 0-9,0 0-11,0 0-9,0 0-4,0 0-8,0 0-2,0 0-9,0 0-6,0 0-6,0 0-5,0 0-2,0 0-4,0 0-3,0 0-8,0 0 1,0 0-8,-11-7-7,11 7 0,0 0-7,0 0-6,12-8-3,-12 8-5,11-5-5,-11 5 2,13-5-8,-13 5 6,16-6-10,-9 4-6,-7 2 2,21-1 0,-9 0-3,2-2-2,4 7-2,-7-4-2,5 0-1,0 0-3,-3-1 2,2 2-1,-1 0-3,-2-1 1,2 2-5,-1 2-3,-13-4-6,21-2-4,-8 0-9,-13 2-8,19 0-3,-19 0-3,14-2-6,-14 2-5,0 0-6,18 0-2,-18 0-10,0 0-10,0 0-3,0 0-29,11 0-30,-11 0-28,0 0-46,0 0-167,0 0-405,0 0 179</inkml:trace>
  <inkml:trace contextRef="#ctx0" brushRef="#br0" timeOffset="1156">102 404 145,'0'0'204,"0"0"-11,0 0-15,0 0-12,45-11-15,-32 6-12,6 2-12,0-3-9,-2 2-13,3-1-12,-2-1-9,-2 1-8,3 1-10,-4 2-14,-5-1-26,2 1-18,-12 2-28,19 0-29,-19 0-17,16 2-30,-16-2-36,6 3-130,-6-3-283,0 0 126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37.57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53 74 95,'0'0'194,"0"0"-21,0 0-19,0 0-14,0 0 0,0 0 1,0 0-7,0 0-7,0 0-15,0 39-5,0-24-7,-2 1-3,2 2-12,-3 4-7,3 5-7,-3-1-1,2-1 2,-2 3-7,3-3-3,-3-3-4,0-2-2,3 4-3,-2-6-8,2-2-2,-3-1-3,3-1-4,-3-3-3,3-11-5,0 14-5,0-14 1,-3 14-2,3-14-1,-3 11 1,3-11-2,0 0-1,0 0-3,0 0-10,0 0-1,0 0-5,0 0 2,0 0-4,-3-37 2,3 23 0,2-4 0,-2-1 0,1 2-2,2-8 4,0-2-5,2 1 0,1-4 3,0 2-3,3-7 1,0 9 1,0-1-2,-1 3 2,-1 1-1,2 2 6,0 6 0,2-2-2,0 5 1,-2 0 2,-2 5 5,-1-2-2,2 1 1,2 4-3,-2-3 1,-8 7 0,18-5-4,-10 2 4,-8 3-3,15 3 0,-15-3-1,12 10 1,-6-4 0,-3 2-3,0 3 2,-3-11-2,0 23-5,-5-8-4,-2 1-6,-1 0-4,-2 4-2,-4 0-1,2-4 0,3-2 1,-5 0 1,2-2-1,3 1-1,-3-1 2,3-4 5,0 2-3,1-5 2,2 2-1,6-7 6,-10 10 0,10-10 8,-6 7-7,6-7-2,0 0 3,-6 9 4,6-9 4,0 0 9,0 0 2,0 0 6,0 0 0,0 0 0,0 0-1,27 2 2,-27-2-3,13 5 4,-5-3-5,-8-2 3,20 1 4,-10 0-3,-1 3 0,5-1-4,-2 0 2,-3 2-3,-1-1-4,2 9-1,-4-7 3,0 3-2,-4 2 2,1 3-1,-3-2 2,-2 4-6,-1-2 3,-7 0-2,1 2 2,-2-1-2,-4 3-1,-3 0-1,1-1 2,-1 1-2,4-6-2,1 0 2,-1-1-2,1-5 0,1 0 2,2-2-1,0 1 1,10-5 1,-15 5-4,15-5 4,-12 2-3,12-2-13,0 0-15,0 0-12,-14-10-6,14 10-3,0 0-14,0 0-15,0 0-23,0 0-31,0 0-36,17-26-60,-17 26-122,4-6-376,-4 6 167</inkml:trace>
  <inkml:trace contextRef="#ctx0" brushRef="#br0" timeOffset="797">537 36 84,'0'0'279,"-8"-12"-15,8 12-18,0 0-27,0 0-21,0 0-21,0 0-17,0 0-14,0 0-14,0 0-8,-19 18-10,14-7-12,4 0-10,-1 1-2,-1 3-8,2 2 7,1-3 11,-2 5-10,2 1-6,-4 6-5,2-4-6,-4 6-3,3-2-10,3-1-1,-3-6-3,2 3-9,1-3-4,-2-1-5,-1-1-3,1-3-4,1 1-1,-4-5-5,4 4-2,1-14-3,-2 17 1,2-17-13,-4 11-10,4-11-7,0 10-9,0-10-1,0 0-12,-8 7-17,8-7-14,-7 5-16,7-5-20,-8 6-14,8-6-28,0 0-26,0 0-45,-24-11-222,24 11-469,-14-13 208</inkml:trace>
  <inkml:trace contextRef="#ctx0" brushRef="#br0" timeOffset="1141">470 46 80,'0'0'261,"11"-7"-7,-6 2-14,-5 5-13,19-6-15,-11 4-13,8 2-16,-2 0-15,1 2-10,3 0-13,-4 2-13,1 3-12,3-2-10,-1 6-9,-3-3-8,-1 3-12,1 3-4,-2 2-7,-5 0-3,5 6-11,-1-1-4,-8 3 0,2 0-9,-4-2-4,-1 5-5,-1-1-1,-7-1 0,-3 0-2,-1 3 0,2-2-10,-7-1 0,1 6-1,-3-8-2,1 0-3,-3 0-1,0-4 0,0-1-3,-4 1 0,4-2-2,2-2-6,2-4-3,0-2-3,4 0-5,-2-2-3,6-2-4,-2-1-7,2 0-7,9-4-15,-17 2-5,17-2-9,-15 2-25,15-2-26,-9 3-49,9-3-53,0 0-246,0 0-495,0 0 220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39.42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0 287 16,'0'0'259,"0"0"-10,0 0-16,0 0 1,0 0-18,0 0-19,0 0-10,0 0-5,0 0-14,0 0-15,33 0-15,-18-2-11,-1 2-17,4-2-8,-3 2-10,0-4-14,-1 2-23,2 2-17,1 2-23,-5 0-18,-12-2-15,20-2-22,-20 2-23,16 6-16,-7-6-15,-9 0-17,14 0-11,-14 0-18,0 0-22,14 0-31,-14 0-111,0 0-330,0 0 146</inkml:trace>
  <inkml:trace contextRef="#ctx0" brushRef="#br0" timeOffset="313">558 14 8,'0'0'279,"0"0"-13,0 0-13,0 0-12,0 0-17,0 0-21,-3-14-15,3 14-17,0 0-10,0 0-16,0 0-13,0 0-14,0 0-7,0 0-7,0 0-11,0 0-3,0 0-3,0 0-8,0 0-8,0 0-7,0 0 7,0 0 25,0 0 2,0 0 3,-8 42-1,5-25 4,-1-2-4,-1 9 2,0 3 2,-1-1-11,2 1-1,-2 0-4,0 3-5,1-5-2,1 2-9,-2-4-7,3 6-2,0-4-1,0-6-11,-2 2 0,4-3-6,1-5 2,-2 4-5,4-6-8,-2-11-6,-2 17-2,2-7-1,0-10-5,-3 11 3,3-11-2,0 0-3,0 13-1,0-13-10,0 0-6,0 0 4,0 0-6,3 12-3,-3-12-4,0 0-4,0 0-15,0 0-9,0 0-19,0 0-19,0 0-21,0 0-29,0 0-35,0 0-54,0 0-74,-15 6-104,15-6-216,0 0-657,-18-5 291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2:45.72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140 104 1,'5'-10'148,"-5"10"-5,9-13-8,-6 6-11,-3 7-3,7-16 0,0 9-9,-1 0-4,-6 7 1,4-12 6,-4 12 4,3-12 3,-3 12-7,0 0-1,6-9-7,-6 9-5,0 0-3,0 0-11,0 0-9,3-11-8,-3 11-10,0 0-2,0 0 0,0 0 0,-16 25-2,10-14 4,-1 2 2,0 2 5,1 2 5,-3 4-3,-2 2-4,4 2-3,-2 1-1,3 0 3,-5 1-1,5 1-1,3-2 2,-5 1-3,5 1-4,-3-2-4,-1-1-6,7-2-4,-3 0-4,0 2-5,0-7-1,3 0-4,0-1-7,0-3 1,0 2 0,0-2-2,0-4-8,0-10 1,0 20-10,0-10-14,0-10-5,0 15-7,0-15-8,0 0-7,0 13-4,0-13-8,0 0-13,0 0-25,-6 7-28,6-7-33,0 0-35,0 0-29,0 0-54,-25-15-169,25 15-469,-9-20 207</inkml:trace>
  <inkml:trace contextRef="#ctx0" brushRef="#br0" timeOffset="422">95 115 222,'0'0'220,"14"-8"-5,-8 6-13,-6 2-16,19-1-14,-2-3-14,0 4-13,-1-3-11,4 3-12,-1 0-9,1 0-12,-3-2-11,2 1-5,1 2-12,0 1-8,-1 0-8,-2-2-4,0 3-9,-2-1-15,-5-2-16,1 1-15,-11-1-18,15 4-15,-7-2-20,-8-2-17,0 0-16,16 1-14,-16-1-16,0 0-14,6 6-44,-6-6-108,0 0-307,0 0 137</inkml:trace>
  <inkml:trace contextRef="#ctx0" brushRef="#br0" timeOffset="703">0 409 53,'0'0'242,"0"0"-8,0 0-15,19 5-13,-19-5-19,23-2-19,-9 1-19,5-1-15,4 2-14,4-2-9,2 1-7,-2-1-15,2 0-19,-6-1-30,1 1-32,-6 2-31,-1-2-31,-1 2-35,1 0-40,-7 2-178,-10-2-332,13-2 147</inkml:trace>
  <inkml:trace contextRef="#ctx0" brushRef="#br0" timeOffset="1203">753 86 31,'0'0'257,"0"0"-22,0 0-18,0 0-22,9-5-18,-9 5-6,0 0 4,0 0-5,0 0-13,0 31-13,0-16-7,-3 1-12,0 3-8,0 4-6,0 1-7,-2 3-8,-1-1-7,3 2-13,0-3-3,-1 11-8,-2-11-6,3 1-5,0-1-8,0-2-5,0-4-4,1-5-1,-4 4-5,3-3-7,0 0-6,0 0-5,-2-7-3,5-8-3,0 12 0,0-12 0,-6 8-2,6-8-5,0 0 3,-9 3-1,9-3 1,0 0-4,0 0 0,-13-18-2,13 18-1,-6-19-2,6 6 1,0-1-2,0-2 0,0-1 3,1-1-5,4-7 1,-5-1-6,6-1-4,3 3 1,1-10 0,-2 7 2,10-7-1,-4 8 3,2 3-2,1 0 6,0 1 1,-1 2-4,4 3 2,0-2 4,-1 6 0,-5 5 0,-2-3 1,5 2 2,-4 4-3,-4 1-1,5 1-1,-5-1 4,-9 4 0,20 0 1,-20 0 1,18 7-2,-12-3 3,-3 3 2,-3-7-6,6 16-4,-6-4-7,0-12-3,-12 23-3,1-10-3,1 2-6,-5 4-1,-5-3-2,6-2 2,1-2 3,-4-1 5,2 1-1,1-2 3,1 0 5,1-2-3,1-3 3,5-1-3,6-4 6,-11 9-1,11-9 5,-6 7-3,6-7 4,0 0 5,-3 8 8,3-8 9,0 0 5,0 0 3,0 0-3,0 0 1,20 10 2,-11-7-2,-1 0-2,-8-3 4,15 5-4,-9 0 1,4 1 3,-2 0 1,1-1-2,-3 2 6,2 1-6,1 2-2,-3-2 1,-2 5-3,5-1-2,-6-1-1,2 1-1,-5 1 1,0-2-1,0 1-1,-3 3-2,-5 0 2,-1-2-2,2 0-1,-5 0-1,-2-1-2,0-2-1,1 1 0,-2-1-8,-2 1-4,0-2-3,1-1 0,-1-2-9,3 0 0,-1 0-3,2-1-8,4-3-13,1 2-13,8-4-18,-17 3-26,17-3-37,0 0-40,0 0-216,0 0-425,0 0 189</inkml:trace>
  <inkml:trace contextRef="#ctx0" brushRef="#br0" timeOffset="1938">1190 176 188,'6'-9'290,"-6"9"-18,3-9-20,-3 9-23,0 0-30,0 0-19,0 0-11,0 0-20,0 0-14,0 0-13,14 21-11,-17-5-12,1-2-9,-1 4-10,-3-1-7,3 3-6,-3 1-5,2 4-5,-2-5-9,-1 5-2,3-2-5,-2 0-3,3-6-5,0 0-5,0 1-1,3-2-6,0-2-18,-3 2-18,3-6-22,0-10-23,-3 17-26,3-9-24,0-8-21,0 15-22,0-15-30,0 0-206,0 0-422,0 0 186</inkml:trace>
  <inkml:trace contextRef="#ctx0" brushRef="#br0" timeOffset="2219">1134 155 2,'0'0'285,"15"-4"-12,-4 1-13,-11 3-13,20 0-11,-1 3-21,-5 1-19,2 3-12,1 0-13,0 2-12,-5 1-14,4 3-16,4 2-11,-6-2-14,2 4-7,-2 2-12,-5-1-6,-3-2-8,0 6-2,-4-2-10,-4-1-5,1-1-10,-7 3-8,-1 2-9,-2-3-12,-1 0-5,-1 1 2,-4-1-14,0-2-10,-5 1-11,5-11-11,-3 8-12,-1 3-11,2-7-10,3-1-14,-3 0-10,5-3-12,2-1-16,5 1-21,-3-2-25,10-6-34,-13 4-176,2-1-404,11-3 179</inkml:trace>
  <inkml:trace contextRef="#ctx0" brushRef="#br0" timeOffset="2610">1526 386 154,'0'0'229,"24"3"-16,-16-6-19,4 1-22,-12 2-16,27-1-15,-10 1-17,-1 0-25,1-2-33,-3 0-32,-2 2-41,-12 0-41,19-1-63,-19 1-125,14-4-256,-14 4 113</inkml:trace>
  <inkml:trace contextRef="#ctx0" brushRef="#br0" timeOffset="2922">1824 160 163,'9'-10'252,"-9"10"-14,11-10-9,-2 5-13,-2 0-14,2 0-15,8 0-16,-6 0-13,4-1-13,0 2-12,-3-1-11,5 2-12,-1 3-9,1-2-9,-2 2-11,-15 0-7,23 4-3,-16-3-14,2 4-1,-1 1-7,-2 1-6,-6-7-9,4 19-10,-5-8-7,1-11-10,-9 25-7,3-10-15,-5-1-8,1-2-12,-2 1-2,1 1 3,-1 0 0,3-4-5,-3-1 5,6 0 1,-3-2-6,4-2 4,5-5 2,-12 11 6,12-11 3,-6 5 4,6-5 6,0 0 9,-5 10 9,5-10 3,0 0 9,0 0 4,0 0 7,0 0-1,17 11 0,-17-11-3,11 6 2,-4-3-2,-1 4-5,-6-7-1,14 8-2,-11 0 1,3-3 0,0 2 4,0 1-10,-6-8 0,7 15 3,0-7 0,-4 2-4,-3-10 2,3 16-1,-3-16-1,-3 14-2,3-14 2,-11 15-1,3-8-1,-4 2-1,0 1 1,-3-5-22,1-1-26,1 0-36,-1 2-44,-2-6-59,-1 2-245,0-2-459,2 0 204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3:02.97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987 0 15,'0'0'227,"0"0"-16,0 0-20,0 0-9,0 0-10,0 0-8,0 0-8,0 0-4,0 0-8,0 0-7,0 0-11,0 0-8,0 0-13,0 0-5,0 0-4,0 0-1,0 0-10,0 0 4,0 0-6,0 0-3,0 0-2,0 0-3,0 0 0,0 0-8,0 0 2,0 0-6,0 0-6,0 0-2,0 0-3,0 0-1,0 0-6,0 0 12,0 0-14,0 0-1,0 0 3,0 0 4,0 0-10,0 0-1,0 0 6,0 0 8,0 0-8,0 0 0,0 0-1,0 0 8,0 0-3,0 0-3,0 0 16,0 0-15,0 0 4,0 0 4,0 0-1,0 0-5,0 0 3,0 0 2,0 0-4,0 0 2,0 0-4,0 0 4,0 0 1,0 0 9,0 0-2,0 0 2,0 0 5,20 18-2,-20-18 2,0 0-6,0 0 0,0 0 0,0 0 1,0 0-6,0 0-3,0 0 2,0 0-6,0 0-6,0 0-2,0 0 0,0 0-3,0 0-4,0 0 4,0 0-3,0 0 4,0 0 0,0 0 4,0 0-3,0 0 0,0 0-1,0 0 0,0 0 2,0 0-1,0 0 0,0 0 2,0 0-1,0 0 2,0 0 2,0 0-2,0 0-3,0 0 2,0 0-6,0 0 1,0 0 1,0 0-2,0 0-5,0 0 1,0 0-1,0 0 2,0 0-1,0 0 1,0 0-7,0 0 5,0 0 0,0 0-5,0 0 1,0 0 0,0 0-1,0 0 2,0 0-5,0 0 4,0 0 1,0 0 1,0 0-6,0 0 6,0 0-4,0 0 0,0 0-1,0 0-4,0 0 5,0 0 0,0 0-2,0 0-3,0 0-2,0 0 7,0 0-10,0 0 5,0 0-1,0 0-1,0 0 11,0 0-4,0 0-5,0 0 8,0 0-2,0 0 9,0 0-8,0 0 2,0 0 11,0 0-21,0 0 6,0 0 1,0 0-6,0 0-3,0 0 11,0 0-9,0 0 7,0 0-9,0 0 6,0 0-3,0 0-2,0 0 5,0 0 4,0 0-6,0 0 6,0 0 10,0 0 5,0 0-35,0 0-6,0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0,-39 4 0,39-4 0,0 0 0,0 0 0,-14 0 0,14 0 0,0 0 0,0 0 0,0 0 0,-17 0 0,17 0 0,0 0 0,-13 3 0,13-3 0,-12 0 0,12 0 0,0 0 0,0 0 0,-14 2 0,14-2 0,0 0 0,0 0 0,-20 0 0,20 0 0,0 0 0,-13 2 0,13-2 0,0 0 0,-12 4 0,12-4 0,0 0 0,0 0 0,-14-3 0,14 3 0,0 0 0,0 0 0,-11 6 0,11-6 0,0 0 0,0 0 0,0 0 0,0 0 0,-15 2 0,15-2 0,0 0 0,-7 4 0,7-4 0,0 0 0,0 0 0,0 0 0,-20-6 0,20 6 0,0 0 0,0 0 0,-12 4 0,12-4 0,0 0 0,0 0 0,-14 0 0,14 0 0,0 0 0,-13 2 0,13-2 0,0 0 0,-14 0 0,14 0 0,-12 3 0,12-3 0,0 0 0,0 0 0,0 0 0,-17-2 0,17 2 0,0 0 0,0 0 0,-13-1 0,13 1 0,-12 3 0,12-3 0,0 0 0,-17 0 0,17 0 0,0 0 0,0 0 0,-17 2 0,17-2 0,0 0 0,-13 1 0,13-1 0,0 0 0,-14 0 0,14 0 0,0 0 0,0 0 0,-15 0 0,15 0 0,0 0 0,0 0 0,0 0 0,-17 0 0,17 0 0,0 0 0,0 0 0,0 0 0,-13 0 0,13 0 0,0 0 0,-17 0 0,17 0 0,-14 0 0,14 0 0,-19 2 0,6 0 0,13-2 0,-21 1 0,9-1 0,12 0 0,-20 0 0,10 2 0,10-2 0,-17 0 0,17 0 0,-19 0 0,19 0 0,-16 0 0,16 0 0,-10 2 0,10-2 0,-11 4 0,11-4 0,0 0 0,-15 0 0,15 0 0,0 0 0,0 0 0,-20 0 0,20 0 0,0 0 0,-13-2 0,13 2 0,0 0 0,-17 2 0,17-2 0,-14 2 0,14-2 0,0 0 0,-19 0 0,19 0 0,-9 0 0,9 0 0,0 0 0,-20-2 0,20 2 0,0 0 0,-14 2 0,14-2 0,-16 3 0,16-3 0,-14 2 0,14-2 0,-18-2 0,18 2 0,-11 0 0,11 0 0,-13 2 0,13-2 0,-14 0 0,14 0 0,-15 2 0,15-2 0,-14 1 0,14-1 0,-16 0 0,16 0 0,-14 0 0,14 0 0,-15 0 0,15 0 0,0 0 0,-17-1 0,17 1 0,-13 1 0,13-1 0,0 0 0,-14 2 0,14-2 0,0 0 0,0 0 0,-17 0 0,17 0 0,0 0 0,0 0 0,0 0 0,0 0 0,0 0 0,0 0 0,0 0 0,-12 0 0,12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0,40 0 0,-40 0 0,0 0 0,0 0 0,13 0 0,-13 0 0,0 0 0,0 0 0,0 0 0,0 0 0,0 0 0,0 0 0,0 0 0,0 0 0,15 2 0,-15-2 0,0 0 0,0 0 0,0 0 0,0 0 0,0 0 0,0 0 0,0 0 0,0 0 0,0 0 0,0 0 0,0 0 0,0 0 0,0 0 0,0 0 0,11 2 0,-11-2 0,0 0 0,0 0 0,0 0 0,0 0 0,20-2 0,-20 2 0,9-2 0,-9 2 0,0 0 0,19-2 0,-19 2 0,0 0 0,14 2 0,-14-2 0,0 0 0,14-2 0,-14 2 0,19 0 0,-19 0 0,14-1 0,-14 1 0,15-2 0,-15 2 0,11-2 0,-11 2 0,0 0 0,19 0 0,-19 0 0,0 0 0,0 0 0,14 0 0,-14 0 0,0 0 0,0 0 0,15 0 0,-15 0 0,0 0 0,14 0 0,-14 0 0,0 0 0,13 0 0,-13 0 0,0 0 0,17 0 0,-17 0 0,14 0 0,-14 0 0,12-1 0,-12 1 0,0 0 0,16-2 0,-16 2 0,0 0 0,17 0 0,-17 0 0,0 0 0,0 0 0,17 0 0,-17 0 0,0 0 0,0 0 0,0 0 0,13-2 0,-13 2 0,0 0 0,16 2 0,-16-2 0,0 0 0,0 0 0,13-2 0,-13 2 0,0 0 0,17-2 0,-17 2 0,10 0 0,-10 0 0,0 0 0,19 0 0,-19 0 0,0 0 0,0 0 0,13 0 0,-13 0 0,0 0 0,0 0 0,14-2 0,-14 2 0,0 0 0,0 0 0,0 0 0,0 0 0,0 0 0,17 2 0,-17-2 0,0 0 0,12 0 0,-12 0 0,0 0 0,0 0 0,13 0 0,-13 0 0,0 0 0,14 0 0,-14 0 0,0 0 0,0 0 0,17-2 0,-17 2 0,0 0 0,0 0 0,0 0 0,12-2 0,-12 2 0,0 0 0,0 0 0,0 0 0,0 0 0,13 0 0,-13 0 0,0 0 0,0 0 0,0 0 0,17 0 0,-17 0 0,0 0 0,12-2 0,-12 2 0,0 0 0,0 0 0,0 0 0,17-1 0,-17 1 0,0 0 0,0 0 0,0 0 0,0 0 0,0 0 0,0 0 0,0 0 0,13 0 0,-13 0 0,0 0 0,0 0 0,0 0 0,0 0 0,0 0 0,14 1 0,-14-1 0,0 0 0,0 0 0,0 0 0,0 0 0,0 0 0,0 0 0,0 0 0,0 0 0,14-1 0,-14 1 0,0 0 0,0 0 0,0 0 0,0 0 0,0 0 0,0 0 0,0 0 0,0 0 0,0 0 0,0 0 0,0 0 0,0 0 0,0 0 0,12 0 0,-12 0 0,0 0 0,0 0 0,0 0 0,0 0 0,0 0 0,0 0 0,0 0 0,0 0 0,13 1 0,-13-1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0,17-1 0,-17 1 0,0 0 0,0 0 0,0 0 0,0 0 0,0 0 0,0 0 0,9-4 0,-9 4 0,0 0 0,0 0 0,0 0 0,0 0 0,0 0 0,0 0 0,0 0 0,0 0 0,0 0 0,0 0 0,0 0 0,0 0 0,0 0 0,0 0 0,14-1 0,-14 1 0,0 0 0,0 0 0,0 0 0,0 0 0,0 0 0,0 0 0,0 0 0,0 0 0,0 0 0,0 0 0,0 0 0,0 0 0,0 0 0,0 0 0,0 0 0,0 0 0,13 0 0,-13 0 0,0 0 0,0 0 0,0 0 0,0 0 0,0 0 0,0 0 0,0 0 0,0 0 0,0 0 0,0 0 0,0 0 0,0 0 0,0 0 0,0 0 0,0 0 0,0 0 0,0 0 0,0 0 0,0 0 0,0 0 0,0 0 0,0 0 0,0 0 0,0 0 0,0 0 0,0 0 0,0 0 0,0 0 0,0 0 0,0 0 0,0 0-22,0 0-369,0 0-76,0 0-101,0 0-78,0 0-371,0 0-1100,0 0 486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3:12.03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30 25 57,'0'0'124,"0"0"-9,0 0-11,0 0-6,0 0 0,0 0-13,0 0-4,0 0-10,0 0 2,0 0 3,0 0-5,0 0-4,0 0 1,0 0-1,0 0-8,0 0-5,0 0 5,0 0-5,0 0 1,0 0 2,0 0-3,0 0-12,0 0 6,0 0-6,0 0-3,0 0-5,0 0-6,-9-7 0,9 7-3,0 0-1,0 0-4,0 0 1,0 0 2,0 0-1,-8-11-6,8 11-1,0 0 3,0 0 2,-9-7 2,9 7 4,0 0 7,0 0 7,0 0-1,-11-5 2,11 5 2,0 0-3,0 0 1,0 0-1,0 0-6,0 0 1,0 0 1,0 0-4,0 0 0,0 0-5,0 0-3,0 0-1,0 0-4,0 0 0,0 0-3,0 0 0,0 0-2,0 0 2,0 0-5,0 0 1,0 0-6,0 0 3,0 0 0,0 0-4,0 0 3,0 0 2,0 0 4,0 0 5,0 0 0,0 0-2,0 0 0,0 0-1,0 0-2,22 23 1,-22-23-2,9 5 2,-9-5-1,10 7-1,-10-7-3,9 7 1,-9-7 6,14 7-1,-8-3-4,-6-4 2,14 7-5,-8-2-1,-6-5 0,13 6 0,-4-2 1,-9-4 2,20 9-4,-6-7 2,-1 1-5,2-3 2,2 2-3,-3 0 2,2-1-2,-2-1 5,3 2-10,-2 0 7,-2-2 1,1-2 0,-14 2-4,23 2-2,-13 0 5,-10-2-1,17 1-7,-17-1 3,15 0-1,-7 3 2,-8-3 4,13 1-4,-13-1 1,9 2-1,-9-2-1,0 0-3,0 0-3,17 2-2,-17-2-1,0 0 1,12 2-4,-12-2 1,0 0-3,0 0 3,14 0-5,-14 0 4,0 0-1,0 0 3,0 0-2,10 3 4,-10-3-2,0 0-1,0 0 4,0 0 1,0 0-4,0 0 4,9 5 2,-9-5 1,0 0-1,0 0 2,0 0-1,0 0 0,0 0 3,0 0 1,0 0 0,0 0-1,0 0 3,0 0-1,0 0-2,0 0 3,0 0 0,0 0 0,0 0-1,0 0-1,0 0 0,0 0-2,0 0-1,0 0 2,0 0-1,0 0 1,0 0-2,0 0 3,0 0 0,0 0-3,0 0 4,0 0-2,0 0-6,0 0 3,0 0 3,0 0 0,0 0 1,0 0 3,0 0-4,0 0 1,0 0-2,0 0 2,0 0-3,0 0 1,0 0 3,0 0-5,0 0 4,0 0 2,0 0-3,0 0 6,0 0-1,0 0 7,0 0 2,0 0 8,0 0 2,0 0 3,0 0 6,0 0-4,0 0-4,0 0-5,0 0 0,-33 5-7,33-5 2,-18 2-2,4 0-4,4-1 4,-7 4-6,2-2 2,-2 0-1,-10 2-1,10-1-6,-11 3 3,5 0 0,-7 0 1,4 0-1,3 2-1,-4-4 2,7-1 1,4 1-6,-1 0 3,5 0 0,1-1-2,2 0-2,9-4 0,-16 3-2,16-3 10,-8 5-8,8-5 2,-6 7-4,6-7 0,0 0-13,0 0-15,0 0-15,0 0-32,0 0-41,20 13-64,-20-13-113,0 0-150,0 0-483,0 0 213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3:17.99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171 62 96,'0'0'154,"0"0"-13,0 0-11,0 0-8,0-12-10,0 12-8,0 0-7,0 0-3,0 0-9,0 0-6,0 0-2,0 0-8,0 0-3,0 0 2,0 0 12,0 0 6,0 0-8,0 0-6,0 0-4,-10 36-1,10-21 9,-4-1 1,1 3-2,-4 6 0,-2-2 5,3 7 1,-5-2-7,-2 2-8,0 6-2,3-1-8,-4-8-5,5 0-6,3-3-6,-4-1 1,7-1-3,-4-5-4,3 1-5,1-1-6,0-3 4,0-2-6,3-10-3,-3 21 0,3-14-3,0-7-1,-8 13 0,8-13-1,0 10-1,0-10-4,0 0-2,0 13-6,0-13-6,0 0-3,0 0-5,0 0-9,-6 10-6,6-10-10,0 0-9,0 0-17,0 0-28,-6 7-40,6-7-71,0 0-203,0 0-441,0 0 195</inkml:trace>
  <inkml:trace contextRef="#ctx0" brushRef="#br0" timeOffset="454">282 57 191,'7'-7'184,"7"-1"0,-5 1-13,1 1-11,2 1-19,-4 1-12,4-2-9,-4 3-7,4-2-14,-12 5-5,16-4-8,-16 4-8,14 0-8,-14 0-9,14 4-7,-8-1-2,-6-3-6,12 15 1,-11-4-11,-1-1 0,3 0-5,-3-10-5,3 23 3,-3-9-4,-3 0-4,0 0-2,0 0 0,-7 0-4,4 0-6,-5 0-14,2 0-10,-2 0 4,-2-1-4,1-2-2,-2-1-6,0 0 2,2-1 6,-1-2-10,-1 0 1,2-2 5,1-1-4,11-4 7,-16 3 2,16-3 11,-14 0 4,14 0 1,0 0 2,-12-7 1,12 7 11,-3-8 1,3 8 10,0 0 5,0 0 8,0 0-1,0 0 3,0 0-2,9-20-1,-9 20 2,0 0 0,0 0-2,0 0 5,0 0-3,30 15 1,-30-15 3,9 13 1,-5-4-2,3 3-4,2 0 3,-1 3-6,-2-3 4,3 0-5,-2 0-5,2 3-1,-1-3-6,-2 0 3,3 0-1,-4-3-4,1 0-4,0 0-2,-3-2 1,-3-7-3,10 12-2,-4-5-1,-6-7 4,8 12-5,-8-12-1,3 9-9,-3-9-16,6 5-11,-6-5-21,6 7-16,-6-7-22,0 0-20,0 0-27,2 10-43,-2-10-26,0 0-200,0 0-435,0 0 193</inkml:trace>
  <inkml:trace contextRef="#ctx0" brushRef="#br0" timeOffset="1250">626 352 90,'0'0'169,"0"0"-10,0 0-8,0 0-9,0 0-23,0 0 5,-15 0-12,15 0-7,0 0-2,0 0-2,0 0-7,0 0-4,-16 13 3,16-13 0,-9 10 3,-2-3 3,5-1-4,-5 5-2,-2 0 0,4-1-4,-2 3-3,2-1-3,3 2-5,-5 0 0,5-2-10,-1 0-8,4 3 0,-3-5-9,6 0-6,0 3 3,0-13-3,6 21-8,4-14 0,2 0-5,2-4-13,3 2-32,2-3-41,7 1-48,0-6-57,-2 0-91,-4-3-177,-1 3-462,1 0 204</inkml:trace>
  <inkml:trace contextRef="#ctx0" brushRef="#br0" timeOffset="2423">362 39 118,'0'0'132,"0"0"-11,0 0-6,-5-15-8,5 15-2,0 0-6,0 0-9,0 0-7,0 0 3,0 0-5,0 0 1,0 0-11,0 0 7,0 0-10,0 0-4,0 0-1,0 0-4,0 0-3,0 0 0,0 0-11,0 0 3,0 0-9,0 0-2,0 0-5,0 0 2,0 0-2,0 0 0,0 0-8,0 0-1,0 0 7,-26 6-3,26-6 3,0 0-1,-19 7-8,10-5 2,1 1-3,8-3-2,-20 8-9,11 0-1,-4-4-28,2 5-41,2-5-61,-4 6-227,-1-2-378,-1 2 168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4:53.0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1092 47,'0'0'164,"0"0"-18,0 0-5,0 0 2,21-21-13,-21 21-6,0 0-7,12-1-8,-12 1-6,0 0-4,0 0-8,0 0-5,0 0-5,14-4-10,-14 4 4,0 0-1,0 0-3,0 0-4,0 0-10,0 0-1,0 0 2,17 4 5,-17-4 7,0 0-3,0 0-3,0 0-9,6 7 1,-6-7 1,0 0 2,0 0 0,0 0 1,0 0-3,10 2-1,-10-2-5,0 0 2,0 0-3,0 0 3,0 0-5,0 0 2,0 0-1,0 0 3,0 0 2,0 0-2,0 0-3,0 0 0,0 0-1,0 0-3,0 0 0,0 0 0,0 0-11,0 0 0,0 0 3,0 0-1,0 0-5,0 0 5,0 0-1,0 0-5,12 3 1,-12-3-1,0 0 5,0 0 0,0 0 3,0 0-6,0 0 0,0 0-1,0 0 2,0 0-3,0 0-8,0 0 4,0 0-2,0 0-7,0 0 3,0 0 3,0 0-6,0 0 0,0 0 1,0 0 3,0 0 2,0 0-5,0 0-8,0 0 2,0 0 7,0 0-8,0 0 7,0 0-10,0 0 4,0 0-4,0 0 13,0 0-15,0 0 0,0 0-3,0 0 3,0 0-1,0 0-4,0 0-2,0 0 0,0 0 2,0 0 15,0 0-16,0 0 2,0 0 2,0 0 0,0 0-9,0 0 2,0 0 1,0 0 10,0 0-15,0 0 4,0 0-6,0 0 8,0 0 3,0 0-5,0 0 0,0 0 1,0 0 2,0 0-6,0 0 4,0 0 1,0 0-5,0 0 1,0 0 5,0 0-3,0 0 6,0 0 2,0 0 3,0 0 4,17-3-1,-17 3-4,0 0 3,0 0 4,0 0-9,11-4 2,-11 4-3,0 0 3,0 0 3,0 0-2,0 0 9,0 0 7,0 0-5,0 0-1,0 0 4,0 0 6,0 0-2,0 0 12,0 0-9,0 0 2,0 0 0,0 0 3,0 0-2,0 0-5,0 0 5,0 0 3,9-4-2,-9 4 9,0 0-7,0 0 5,0 0-12,0 0 0,0 0-2,0 0-7,0 0 4,0 0 1,0 0 0,0 0 0,0 0-3,0 0-2,0 0-1,0 0-1,0 0 0,0 0-4,0 0 0,0 0-6,0 0 4,0 0-2,0 0-3,0 0 5,0 0-4,0 0 2,0 0 3,0 0 3,0 0 0,0 0 1,0 0 6,0 0 0,0 0 1,0 0 7,0 0-2,0 0-2,0 0 5,0 0-1,0 0 4,0 0-8,0 0 0,0 0-3,0 0 4,0 0-4,0 0 1,0 0-1,0 0 1,0 0-3,0 0 0,0 0-1,0 0 2,0 0 3,0 0-1,0 0-2,0 0 2,0 0 1,0 0 1,0 0-1,0 0 3,0 0-4,0 0 8,0 0 2,0 0-1,0 0-1,0 0 1,0 0 0,0 0 2,0 0-2,0 0 0,0 0-1,0 0-2,0 0 0,0 0-2,0 0-1,0 0-3,0 0 3,0 0-2,0 0-4,0 0-1,0 0 2,0 0-4,0 0 1,0 0 4,0 0-2,0 0-2,0 0 2,0 0 12,0 0-11,0 0 1,0 0 5,0 0-4,0 0 4,0 0-8,0 0-4,0 0 5,0 0-7,0 0 0,0 0 0,0 0-2,0 0 7,0 0-13,0 0-3,0 0 5,0 0 1,0 0-4,0 0 5,0 0-3,0 0 0,-14-24 0,14 24 6,0 0-9,0 0 6,0 0-1,0 0 11,0 0-17,0 0-2,0 0 4,0 0-1,5-11 3,-5 11-3,0 0-3,0 0 6,0 0-2,0 0 0,0 0-4,0 0 8,0 0-7,0 0 0,0 0 4,0 0-4,0 0 2,0 0 3,0 0-9,0 0 2,0 0 2,0 0-1,0 0-7,0 0 10,0 0 1,0 0-2,0 0 7,0 0 2,0 0 3,0 0-5,0 0 7,0 0-6,0 0-13,0 0 14,0 0-9,0 0 9,0 0 17,0 0-17,0 0-7,0 0 3,0 0-2,0 0 13,0 0-19,0 0 4,0 0 10,0 0-8,0 0 2,0 0 2,0 0-6,0 0 4,0 0-2,0 0 1,0 0-4,0 0 9,0 0-5,0 0 6,0 0-6,0 0 6,0 0-8,0 0 1,0 0 3,0 0 2,0 0 6,0 0-9,0 0 10,0 0-4,0 0-5,0 0 7,0 0-8,0 0 9,0 0-17,0 0 16,0 0-5,0 0 3,0 0-2,0 0 0,0 0 4,0 0-15,0 0-1,0 0 0,0 0 0,0 0 0,6-11 0,-6 11 0,0 0 0,0 0 0,-3-17 0,3 17 0,0-13 0,0 13 0,0 0 0,0-16 0,0 16 0,3-10 0,-3 10 0,0-15 0,0 15 0,0-12 0,0 12 0,0-14 0,0 14 0,0-14 0,0 14 0,-3-16 0,3 16 0,0-18 0,0 18 0,3-18 0,-3 11 0,0 7 0,0-20 0,0 11 0,0 9 0,0-17 0,0 17 0,0-16 0,0 16 0,0-17 0,0 6 0,0 11 0,0-17 0,0 17 0,0-18 0,0 18 0,0-16 0,0 16 0,0-15 0,0 15 0,0-11 0,0 11 0,0 0 0,0-14 0,0 14 0,0 0 0,0 0 0,0 0 0,0-16 0,0 16 0,0 0 0,0-12 0,0 12 0,0 0 0,0 0 0,0-14 0,0 14 0,0 0 0,-3-12 0,3 12 0,0 0 0,0 0 0,-3-14 0,3 14 0,0 0-2,0 0-5,-2-16 10,2 16 0,0 0-6,0 0-3,-3-11 0,3 11 2,0 0 3,0 0-10,0 0 2,0-15 0,0 15-6,0 0 0,0-16 4,0 16-3,0 0-1,0-17-1,0 17 4,0-11 3,0 11 2,0 0-4,0-17 9,0 17-4,0-13-7,0 13 6,0 0-11,0-15 21,0 15 0,0 0-3,-3-13-3,3 13 5,0 0-4,0-15 6,0 15-19,0 0 15,0-13 2,0 13-6,0 0-10,0-13 14,0 13 13,0 0-10,0 0-5,0-16 1,0 16-10,0 0 14,0-14-4,0 14 4,0 0-6,0-13 3,0 13-3,0 0 0,0-12 5,0 12-5,0 0-10,0-14 14,0 14-2,3-10-4,-3 10-7,0 0 11,0-16-11,0 16 13,0 0 6,-3-14-7,3 14 1,0 0 3,3-13 1,-3 13-2,0 0 1,3-10 0,-3 10-4,0 0 0,0 0 3,-3-16-4,3 16 3,0 0 0,0 0 1,0-12-4,0 12-2,0 0 2,-3-13 7,3 13-6,0 0-6,3-13 11,-3 13 2,0 0-7,0 0-1,0-14-1,0 14-2,0 0 5,0 0-1,0 0-3,0 0 3,0-16 0,0 16 6,0 0-9,0 0-14,0-12 16,0 12 4,0 0-1,0 0-3,0-16 3,0 16-2,0 0 1,0-12-4,0 12-1,0-12 2,0 12 5,0 0-5,3-11 4,-3 11 2,0 0-5,0 0-2,-3-17 3,3 17 3,0 0-1,0-15-2,0 15 1,0 0-4,0 0 4,0 0 4,0-13-3,0 13-7,0 0 10,0 0-13,0 0 13,0 0-3,0 0-1,0 0-6,0-11 4,0 11 1,0 0 3,0 0-2,0 0 1,0 0-4,0 0 2,0 0 1,0 0-5,0 0 4,0 0-3,0 0 0,0 0 2,0 0 8,0 0-12,0 0 4,0 0 1,0 0-2,-3-12 7,3 12-2,0 0-3,0 0-1,0 0 1,0 0 0,0 0 0,0 0-2,0 0 3,0 0 4,0 0-11,0 0 3,0 0 20,0 0-15,0 0-3,0 0-2,3-13 2,-3 13-2,0 0 2,0 0 0,0 0 0,0 0 0,0 0-9,0 0 10,0 0 10,0 0-13,0 0-2,0 0 4,0 0 4,0 0-2,0 0-5,0 0 4,-3-12 9,3 12-4,0 0-15,0 0 14,0 0 4,0 0-9,0 0 14,0 0-16,0 0 6,0 0-9,0 0 7,0 0 1,0 0 8,0 0-15,0 0 5,0 0-7,0-12 3,0 12-2,0 0 9,0 0-11,0 0 7,0 0 3,3-12-3,-3 12-2,0 0 3,0 0-2,0 0 0,0 0 0,0 0 2,0 0 0,0 0 0,0 0-13,0 0 14,0 0-6,0 0 8,0 0-8,0-12 7,0 12-2,0 0 1,0 0 2,0 0 3,0 0-7,0 0 9,0 0-11,0 0 12,0 0-15,0 0 8,0 0-6,0-13 4,0 13 2,0 0-5,0 0-2,0 0 3,0 0-4,0 0 7,0 0-2,0 0-3,0 0 10,0 0-6,0 0-3,0 0 3,0 0 3,0 0-6,0 0 3,0 0 1,0 0 17,0 0-5,0 0-14,0 0 11,0 0-11,0 0 0,0 0 5,0 0-4,0 0-9,0 0 9,0 0 3,0 0-4,0 0-6,0 0 5,0 0-1,0 0-1,0 0-1,0 0-4,0 0 1,0 0-4,0 0-1,0 0 7,0 0-6,0 0 4,0 0-3,0 0-5,0 0 7,0 0-3,0 0 1,0 0-2,0 0 6,0 0 7,0 0-8,0 0 2,0 0-6,0 0 5,0 0-5,0 0 6,0 0-2,0 0 1,0 0-3,0 0 6,0 39 5,0-39-9,0 0 5,0 10 3,0-10-14,0 0 4,0 0-13,0 15-3,0-15-16,0 0-21,0 0-27,0 0-30,0 0-37,0 0-34,0 0-48,5 6-45,-5-6-44,0 0-54,0 0-65,0 0-430,0 0-951,0 0 421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4:59.79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20 592 132,'0'0'132,"0"0"-10,0 0-2,0 0-15,0 0-7,0 0-7,0 0-5,0 0-12,0 0 0,0 0-4,0 0 5,0 0-5,0 0 2,0 0 1,0 0-2,0 0-2,0 0 1,0 0-4,0 0-2,0 0-4,-4-16-4,4 16-6,0 0-8,0 0 1,0 0 0,0 0 1,0 0-3,0 0-2,0 0 2,0 0 1,0 0 0,-9-7-2,9 7 2,0 0 0,0 0-2,0 0-1,0 0 1,0 0-3,0 0 0,-3-11 1,3 11 1,0 0-2,0 0-3,0 0 0,0 0 2,-2-12 1,2 12 0,0 0-1,0 0-5,0 0 5,-3-11-1,3 11-2,0 0-1,0 0 1,0 0-2,0 0 5,0 0-6,0-13-1,0 13-3,0 0 0,0 0-1,0 0-1,0 0-4,0 0 3,0 0-3,0 0-2,0 0 4,0 0-1,0 0-4,0 0-1,0 0-1,0 0 2,0 0-2,0 0 2,0 0-3,0 0 5,0 0-5,0 0-6,0 0 3,0 0-1,5-12 0,-5 12 4,0 0-7,0 0-2,0 0 2,0 0-1,0 0 0,0 0 0,0 0-3,0 0 0,0 0-2,0 0 2,0 0-4,0 0 1,0 0 0,0 0 0,0 0 6,0 0-4,0 0-1,0 0 2,0 0 1,0 0 4,0 0 2,9 28 1,-9-28-3,6 12 7,-6-12 10,1 13-2,2-7-3,0 5 0,-3-11 4,0 18-3,3-8 1,0 1 5,-3-1-3,0 0-4,3 1 0,-3-11-1,3 19-1,-3-8-2,0-2-1,0-9-3,2 17-2,-2-17 4,3 14-6,0-6 1,-3-8-1,3 12 2,-3-12-4,3 10 2,-3-10-4,5 9-2,-5-9 2,0 0-3,6 10 7,-6-10-6,0 0 6,3 11-4,-3-11 1,0 0-4,6 9 3,-6-9-2,0 0 2,0 0-5,0 10 5,0-10-4,0 0 5,0 0-5,0 0-3,0 0 6,3 11 0,-3-11 0,0 0 4,0 0-3,0 0-5,0 0-1,0 0 5,0 0 3,0 0-2,0 0-1,0 0 2,0 0-3,0 0 3,0 0-1,0 0-2,0 0 2,0 0 3,0 0-1,0 0-2,0 0-2,0 0 1,0 0 2,0 0-2,0 0-4,0 0 2,0 0-1,0 0 1,0 0 0,0 0-1,0 0-1,16-21 2,-16 21-3,8-11 2,-2 4-3,0 0 0,0-1 3,2-5-5,1 3 2,-2-3-3,5 1-5,2-2 3,0 2-2,-5-3 4,4 3-2,-2 0 0,1-2-3,-2 4 2,1-3 1,1 3-1,-4-1 1,1 1 12,-3 1-15,1 0 4,-1 0 2,5 1-3,-2-2 1,-3 5-4,-6 5 1,8-12 0,-2 7-2,-6 5 2,6-9-1,-6 9 5,7-7-3,-7 7 0,0 0-1,0 0 1,6-7 0,-6 7 1,0 0-3,0 0 2,0 0-7,8-5 7,-8 5-9,0 0 4,0 0 1,0 0-1,9-11 7,-9 11-5,0 0 5,0 0 2,9-7 2,-9 7-2,0 0-1,0 0 4,0 0-1,0 0 2,0 0 1,0 0 1,0 0-6,0 0 5,0 0-2,0 0-3,0 0 2,0 0 1,0 0 5,0 0-8,-32 25 1,25-18-1,-2 3 5,-2-1 2,-1 3 4,1 1 4,2-1 2,-1 2 3,-2-2-5,4 0 5,-2 3 1,4-1-1,-4-2-7,3 4 6,1-4 0,0 0-5,3 1-3,-2-1 0,-1-1 1,3-1-5,-1-1-10,4-9-25,-6 17-20,3-10-29,0 3-38,3-10-45,-8 11-63,8-11-78,-6 11-201,6-11-549,-6 11 244</inkml:trace>
  <inkml:trace contextRef="#ctx0" brushRef="#br0" timeOffset="1516">779 158 121,'0'0'199,"0"0"-13,-1-12-9,1 12-8,0 0-14,0 0-11,0 0-12,0 0-9,0 0-9,0 0-7,1-12-10,-1 12-5,0 0-8,0 0-7,0 0-5,0 0-10,0 0 2,0 0 9,0 0 2,0 0-7,-7 35 4,0-21-1,0 3 8,1 3-8,0 3-1,-2 1-1,2 1-6,-3 0-1,5-2-9,-2 0-4,0 0-4,1 0-4,-1-5 1,3-1-6,0 0-4,-3-2-1,1 1-5,2-4-1,-3-1 0,6-3-2,0-8-5,-4 15 1,4-15-6,-3 12 5,3-12-3,0 10-3,0-10 2,0 0-1,0 0 0,-6 11 8,6-11 6,0 0 4,0 0-3,0 0-3,0 0-3,0 0 1,0 0-2,0 0-5,0 0-4,0 0-3,0 0-2,-6-33-3,6 33 3,3-20 3,0 4-13,0 3-2,3-4-5,-2 0-2,5-7 2,2 1 5,-2-2-5,2-1-4,-2-1 4,4 3 3,1-3-4,-2 1-2,2 1 3,-1-1 0,-1-1 2,2 5 1,-1-1 4,4 2-5,-5 0 2,2 7 1,-4 1 0,-1 1 1,-1 6 1,4-7-5,-4 4 3,-2 4-1,3-2 0,-2 1 1,-7 6 1,9-3-1,-9 3 2,0 0-3,20 2 2,-20-2 3,0 0-2,8 7 1,-8-7 4,3 12-5,-3-12 4,0 14 0,0-3-3,0-11 2,3 20 0,-6-5-2,-5-1 4,8-3 0,-3 4-2,-3-2 1,0 0 0,3 0-1,-5 1 3,2-2-2,-1-1 0,-2 1 6,3-1-9,-2-3 6,2 0-3,-2-1 1,2-1-3,-3 1 3,2-1 1,7-6-1,-12 9 4,12-9-6,-14 5 4,14-5 1,-11 2-3,11-2-1,0 0 1,-16-4-1,16 4 2,0 0-1,-18-2-3,18 2 3,0 0-2,-8-5 2,8 5-1,0 0 4,0 0-3,0 0 3,0 0-3,0 0-1,-13-1 2,13 1 3,0 0-4,0 0 0,-6 12-1,6-12-1,-7 12 4,7-12-3,-4 14 4,4-14-5,-3 14 0,3-14 8,0 12-3,0-12 3,0 16 0,0-16 2,4 14 8,-1-7 2,4 1 5,-1-2 12,-2 1-2,2 3 3,3-2 3,-1-1-4,-2 0-6,0 0-3,4 2 1,-4-2 3,5-1-12,-2 2-3,-4-1 0,4-2 3,-2 0-6,2 1-1,0-3-2,-9-3-2,14 7 6,-8-3 7,-6-4-14,8 7 3,-8-7-12,6 3-11,-6-3-10,0 0-9,0 0-7,13 6-12,-13-6-10,0 0-16,0 0-21,0 0-21,0 0-25,0 0-31,0 0-35,0 0-62,0 0-216,0 0-526,0 0 233</inkml:trace>
  <inkml:trace contextRef="#ctx0" brushRef="#br0" timeOffset="2579">1178 388 199,'0'0'217,"0"0"-4,0 0-9,0 0-13,0 0-7,0 0-13,-9 33-13,6-23-3,0 0-9,0 3-13,-2 0-12,-1 2-6,3-2-13,0 2-7,-4-3-9,4 2-7,0 0-8,0 0-4,3-5-11,-3 1-4,3-10-2,-2 18-7,2-18-6,-3 14-3,3-14-3,-3 9-4,3-9-1,0 0-1,-3 12-5,3-12 1,0 0 0,0 0-1,-3 11 0,3-11-1,0 0 1,0 0 6,0 0-5,0 0-1,0 0-4,0 0 2,0 0-6,0 0-1,0 0-1,0 0-1,0 0 6,-7-32-13,7 32 5,1-19-2,2 4 0,3 2-2,-6-3 3,6 0-6,2-2 3,-5 2 0,7 1-3,2-6-2,-1-1 4,-2 9 1,2-3-4,-2 0-1,1 2 3,-4 0 0,5 1 1,-2 3-1,5-1 0,-8-1 4,1 5-6,2 0 4,-3-2-1,5 4 2,-2-2-2,-2 1-3,-7 6 2,14-5-3,-14 5 8,12-3-7,-12 3 1,0 0 0,14 2 2,-14-2-2,0 0 1,9 12 0,-9-3 1,0-9-2,0 18 2,-3-6-2,3-12 1,-6 19 0,0-7 7,-2-1-6,2-1 1,0 2-3,-4-1 2,3 0-3,0-3 1,-2 0 0,1 0 0,2-1 1,-3-2-3,9-5-1,-10 10 2,10-10 1,-11 6 1,11-6 0,-9 4 0,9-4-2,0 0 2,0 0 0,0 0-1,-11 1-5,11-1 4,0 0 2,0 0-3,0 0 1,0 0 3,0 0-1,0 0-3,0 0-1,0 0 2,0 0-1,0 0 1,0 0 1,0 0-4,0 0 3,0 0-1,0 0-2,0 0-1,0 0 0,0 0 2,0 0 1,0 0 4,0 0 6,0 0-4,0 0 3,0 0 1,25-21 1,-25 21 3,12-2 0,-12 2 0,13-1-3,-13 1 0,14-2 1,-14 2 2,12-2 2,-12 2 3,11-1-11,-11 1 3,0 0-2,16 0-1,-16 0 0,0 0 0,14 1 0,-14-1-3,0 0 0,9 5-4,-9-5 6,0 0-3,9 8 4,-9-8-3,1 10 2,-1-10-3,3 11-1,-3-11 0,0 11-1,0-11 1,0 0 7,-4 19-3,1-10-2,3-9 0,-9 18 3,6-10 0,-2 2 0,-1 1 4,-6 0 2,8-3-2,-2 1 7,-5 0-2,5-1-2,-3 0 1,-5-1 6,4 1-3,-2-1 0,1-1 5,2-1 6,9-5 1,-17 5 2,10-1 3,7-4 2,-17 3-2,17-3-3,-12 2-1,12-2-2,0 0-9,0 0-12,-20-5-23,20 5-33,0 0-48,-13-4-62,13 4-99,-11-1-339,11 1-647,0 0 286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6:35:22.72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125 902 84,'-6'8'85,"6"-8"-14,0 0-5,0 0-4,0 0-14,0 0 5,0 0-7,0 0-7,0 0-7,-7 7-3,7-7 6,0 0-6,0 0-4,0 0-3,0 0 4,0 0-1,0 0 4,0 0 2,0 0 2,0 0 0,0 0 13,0 0-1,0 0-1,0 0 2,0 0 1,0 0 0,0 0 5,0 0 4,0 0 1,0 0 5,0 0-6,0 0 6,0 0-3,0 0 7,0 0 3,0 0 2,0 0 2,0 0 6,0 0 2,0 0 5,0 0 3,0 0 1,0 0 0,0 0 4,0 0 1,0 0 3,0 0-3,0 0 2,0 0 0,0 0 3,0 0-1,0 0 5,0 0-7,0 0-6,0 0 8,0 0-6,0 0 1,0 0-3,0 0 3,0 0-7,0 0-6,0 0 6,0 0-8,0 0 6,0 0-1,0 0-2,0 0-1,0 0-10,0 0 8,0 0-1,0 0-1,0 0 4,0 0-4,0 0-1,0 0-1,0 0-4,0 0 5,0 0-4,0 0-3,0 0-2,0 0-3,0 0 0,0 0-3,0 0-3,0 0 3,0 0-6,0 0 2,0 0-6,0 0-2,0 0-5,0 0-3,0 0 2,0 0-6,0 0-1,0 0 4,0 0 0,0 0-2,0 0 0,-7 7-2,7-7-4,0 0 4,0 0 0,0 0-2,0 0-1,0 0 5,0 0 1,0 0-1,0 0 2,0 0-3,0 0-3,0 0 5,0 0-2,0 0-5,0 0-2,0 0-2,0 0-1,0 0-1,0 0 2,0 0 0,0 0-5,0 0-2,0 0 0,0 0-4,0 0-3,0 0 3,0 0-2,0 0 1,0 0-5,0 0 3,0 0-1,0 0 0,0 0-2,0 0 6,0 0-3,0 0 10,0 0-3,0 0 2,0 0 8,0 0-17,0 0 7,0 0 6,0 0-6,0 0 5,0 0-3,0 0-2,-12 4-5,12-4 6,0 0-2,0 0-1,0 0 1,0 0 11,0 0-16,0 0 2,0 0-4,0 0 7,0 0-14,0 0 8,0 0-6,0 0 3,0 0-4,0 0 7,0 0-9,0 0 8,0 0-4,0 0-1,0 0 7,0 0-9,0 0 1,0 0 3,0 0-1,0 0-5,0 0 5,0 0-4,0 0-2,0 0 5,0 0-4,0 0 1,0 0 5,0 0-5,0 0 2,0 0 2,0 0 0,0 0 8,0 0 0,0 0-11,0 0-1,0 0-5,0 0 16,0 0-12,0 0-2,0 0 0,0 0-4,0 0 13,0 0-9,0 0-4,0 0 11,0 0-10,0 0 3,0 0-1,0 0 0,0 0 11,0 0-7,0 0-16,0 0 16,0 0 1,0 0-5,-7 7-22,7-7-39,-3 14-10,3-14-39,-5 11-55,5-11-61,-6 8-60,6-8-47,-6 9-56,6-9-82,-7 9-112,7-9-325,-13 2-982,13-2 435</inkml:trace>
  <inkml:trace contextRef="#ctx0" brushRef="#br0" timeOffset="1250">21 924 42,'0'0'121,"0"0"-1,0 0-3,0 0-11,0 0 4,0 0 4,-3 13 3,3-13 4,0 0 3,0 0-1,0 0-4,0 0 0,0 0-1,0 0-7,0 0-6,0 0-5,0 0 2,0 0-4,0 0 0,0 0-6,0 0 1,0 0-8,0 0 3,0 0-4,0 0 0,0 0 2,0 0-3,0 0-4,0 0 7,0 0-5,0 0 2,0 0 5,0 0-4,0 0 0,0 0 1,0 0-1,0 0 2,0 0 3,0 0 7,0 0 0,0 0-2,0 0 11,0 0-5,0 0 3,0 0 0,0 0-4,0 0-6,0 0-2,0 0 2,0 0-2,0 0-1,0 0-2,0 0-6,0 0-2,0 0-7,0 0 0,0 0-3,0 0-6,0 0-4,0 0 1,0 0-3,0 0-7,0 0-1,0 0-2,0 0-5,0 0 1,0 0-1,0 0-3,0 0 1,0 0-2,0 0 0,0 0-1,0 0-2,0 0 1,0 0-1,0 0-5,0 0 0,0 0-3,0 0 1,0 0-3,0 0 5,0 0-5,0 0-1,0 0 1,0 0 0,0 0-5,0 0 1,0 0 0,0 0 2,0 0 1,0 0-4,0 0 4,0 0-7,0 0 5,0 0 0,0 0-4,0 0 4,0 0 0,0 0 4,0 0-2,0 0-1,0 0 0,0 0-1,0 0-2,0 0 5,0 0 0,0 0-6,0 0 0,0 0 5,0 0-4,0 0-4,0 0 8,0 0-11,0 0 0,0 0 5,0 0-8,0 0 2,0 0-2,0 0-2,0 0 1,0 0 1,0 0-7,0 0-3,0 0 15,0 0-16,0 0 5,0 0-1,0 0-1,0 0 4,0 0-6,0 0-1,0 0 4,0 0-2,0 0 2,0 0 0,0 0-4,0 0 6,0 0-3,0 0-5,0 0 4,0 0-4,0 0 4,0 0 3,0 0-4,0 0-3,0 0 5,0 0-1,0 0 1,0 0-2,0 0-2,0 0 1,0 0-6,0 0 5,0 0 1,0 0 2,0 0-2,0 0-2,0 0 7,0 0-6,0 0 5,0 0-6,0 0 4,0 0-1,0 0-6,0 0 19,0 0-15,0 0 5,0 0-5,0 0 3,0 0 0,0 0 0,0 0 0,0 0-2,0 0 0,0 0 1,0 0-2,0 0 1,0 0 1,0 0-4,0 0 9,0 0-7,0 0 0,0 0 2,0 0-1,0 0-6,0 0 4,0 0 5,0 0-3,0 0-3,0 0 6,0 0-6,0 0 4,0 0-5,0 0 5,0 0-4,0 0 3,0 0 0,0 0 6,0 0-6,0 0 2,0 0-2,0 0 2,0 0 1,0 0-3,0 0 2,0 0 5,0 0-5,0 0 1,0 0-5,0 0 1,0 0 1,0 0 0,0 0 2,0 0-1,0 0 2,0 0 3,0 0-6,0 0 2,0 0-4,0 0 6,0 0-5,0 0 1,0 0 9,0 0-4,0 0-5,0 0 11,0 0-14,0 0 6,0 0-3,0 0 0,0 0 1,0 0 1,0 0-3,0 0 0,0 0 11,0 0-9,0 0-3,0 0 1,0 0 1,0 0-3,-18-23 3,18 23-1,0 0-4,0 0 3,0 0 6,0 0-4,0 0-2,0 0-1,0 0 12,0 0-7,0 0 1,0 0-1,0 0 2,0 0-4,0 0 3,0 0 0,0 0 1,0 0-3,0 0 3,0 0 4,0 0-3,0 0 0,0 0-2,0 0 5,0 0-6,0 0 7,0 0-5,0 0 5,0 0-3,0 0 1,0 0-1,0 0 3,0 0-1,0 0 3,0 0 1,0 0 4,0 0-21,0 0 15,0 0 0,0 0-1,0 0-2,0 0 5,0 0-7,0 0 4,0 0-5,0 0 0,0 0 4,0 0 0,0 0-5,0 0-5,0 0 8,0 0-1,0 0 9,0 0-8,0 0-3,0 0 1,0 0-3,0 0 7,0 0 0,0 0-8,0 0 1,0 0 2,0 0 5,0 0-7,0 0-1,0 0 2,0 0 4,0 0 0,0 0-6,0 0 2,0 0 0,0 0-3,0 0-3,0 0 5,0 0 2,0 0-3,0 0 0,0 0 3,0 0 2,0 0 1,0 0-6,0 0 2,0 0-2,0 0 4,0 0-2,0 0 0,0 0 2,0 0-4,0 0 0,0 0 1,0 0 1,0 0-2,0 0 2,0 0 4,0 0-4,0 0-2,0 0 4,0 0 1,0 0-1,0 0-6,0 0 9,0 0 3,0 0-12,0 0 13,0 0-4,0 0-3,0 0-6,0 0 2,0 0 5,0 0-2,0 0-5,0 0 7,0 0-1,0 0-2,0 0 10,0 0-13,0 0 5,0 0-8,0 0 5,0 0-1,0 0 2,0 0-3,0 0-1,0 0 5,0 0 0,0 0 2,0 0-13,0 0 10,0 0-6,0 0 9,0 0 0,0 0-5,0 0 2,0 0-7,0 0 6,0 0 1,0 0-1,0 0-3,0 0 1,0 0 3,0 0-2,0 0-2,0 0 0,0 0 4,0 0 1,0 0-4,0 0-4,0 0 16,0 0-17,0 0 3,0 0-1,0 0 6,0 0-6,0 0 1,0 0 2,0 0-2,0 0-3,0 0 4,0 0 4,0 0 0,0 0 1,0 0-2,0 0 7,0 0-6,0 0-3,0 0-1,0 0 6,0 0-6,0 0-2,0 0 3,27-5 5,-27 5-4,10-2-1,-10 2-2,14 0 2,-14 0 6,15 0-8,-15 0 2,0 0-1,17 0 2,-17 0-7,0 0 14,16 2-7,-16-2 0,9 0 0,-9 0 0,17 0 3,-17 0-1,0 0-4,17-4 2,-17 4-3,10 2 1,-10-2-1,14 0 15,-14 0-10,0 0-5,0 0 2,17 0 0,-17 0 4,0 0 6,12 0-12,-12 0 1,0 0 0,12 3-1,-12-3 7,0 0-3,18-3-1,-18 3-5,0 0 5,17 2 7,-17-2-9,12 0 1,-12 0 5,0 0-1,16-2-2,-16 2 3,0 0 0,11-2 0,-11 2-4,0 0-2,0 0 3,0 0-3,20 0 3,-20 0-1,12 2 3,-12-2-6,0 0 3,16-2 3,-16 2-2,0 0-1,17 0 5,-17 0 1,11 0-9,-11 0 3,0 0 3,16 0-4,-16 0-4,15 0 8,-15 0-1,0 0 2,12-1-5,-12 1 0,0 0 2,0 0 3,0 0-2,0 0-3,14 0 1,-14 0-4,0 0 9,0 0-6,11-5-1,-11 5 1,0 0 4,19 0-2,-19 0-6,11-1 1,-11 1 8,0 0 13,15 0-17,-15 0 0,14-2-1,-14 2 1,13-2-1,-13 2-3,0 0 8,17-2-3,-17 2-4,9-3 1,-9 3 3,0 0 0,20 2-9,-20-2 12,9-2-8,-9 2 6,0 0-8,13-2 9,-13 2-8,0 0 6,0 0 1,14-1-2,-14 1 4,0 0-10,0 0 2,0 0 14,0 0-14,0 0 4,0 0 3,0 0-1,14-2-10,-14 2 8,0 0-2,0 0 7,0 0 6,0 0-5,0 0-9,0 0 6,19 0-9,-19 0 6,0 0-2,12 0 6,-12 0 2,0 0-2,14 0-3,-14 0 7,0 0-9,14-2-2,-14 2 2,0 0-1,16 0 0,-16 0 0,0 0 1,0 0 4,15 2-5,-15-2 4,0 0 3,14 0 7,-14 0-20,0 0 15,0 0-7,14-3-5,-14 3 5,0 0 1,0 0-4,0 0 4,0 0-2,0 0 3,13 0 2,-13 0-2,0 0-6,0 0 5,14-2-2,-14 2 4,0 0 0,12 2-1,-12-2-4,0 0 9,0 0-3,17-4 2,-17 4-1,0 0-6,12 2 5,-12-2-1,0 0-4,0 0 8,0 0-5,13 0-4,-13 0 4,0 0 1,0 0-1,0 0 7,0 0-5,0 0 4,0 0-11,14 2 3,-14-2 3,0 0 0,0 0-8,0 0 8,16 0-8,-16 0 4,0 0 3,0 0-3,11 0 11,-11 0-10,0 0 4,0 0-6,18-2 9,-18 2 1,0 0-14,14 0 9,-14 0-2,0 0 6,0 0 6,13 0-13,-13 0-5,0 0 8,0 0-3,0 0 2,14 0-3,-14 0 1,0 0 11,0 0-10,0 0-3,17 0 9,-17 0 3,0 0-9,12-2-6,-12 2 3,0 0-2,0 0 12,13 2-9,-13-2 6,0 0-9,0 0 3,16-4 5,-16 4-2,0 0-5,0 0 2,13 4-4,-13-4 8,0 0-6,0 0 4,0 0 1,17 0-4,-17 0 2,0 0 6,0 0-9,13 0 2,-13 0-4,0 0 3,17 0 4,-17 0 10,9 2-1,-9-2-12,0 0-1,0 0 5,14-6-1,-14 6-5,0 0-4,0 0 7,13 0 0,-13 0 2,0 0 3,0 0-5,15 0 5,-15 0-3,0 0-4,0 0 4,0 0-2,14 2 0,-14-2 0,0 0 0,0 0 0,0 0 0,0 0 0,0 0 0,14 2 0,-14-2 0,0 0 0,0 0 0,0 0 0,0 0 0,0 0 0,0 0 0,0 0 0,0 0 0,0 0 0,0 0 0,0 0 0,0 0 0,0 0 0,0 0 0,0 0 0,0 0 0,0 0 0,0 0 0,0 0-1,0 0 2,0 0-6,0 0 1,12-4 4,-12 4 0,0 0-8,0 0 7,0 0 2,0 0 2,0 0-1,0 0-4,0 0 8,0 0-10,0 0 1,0 0 2,0 0 2,0 0 3,0 0-7,0 0-1,0 0 5,0 0 7,0 0-9,0 0-4,0 0 9,0 0 1,0 0-2,0 0 0,0 0-3,0 0 0,0 0 0,0 0 0,0 0 0,0 0 0,0 0 0,0 0 0,0 0 0,0 0 0,0 0 0,0 0 0,0 0 0,0 0 0,0 0 0,0 0 0,0 0 0,0 0 0,0 0 0,0 0 0,0 0 0,0 0 0,0 0 0,0 0 0,0 0 0,0 0 0,0 0 0,0 0 0,-41 4 0,41-4 0,-20 0 0,20 0 0,-19 0 0,8 0 0,11 0 0,-20 0 0,10 0 0,10 0 0,-20 0 0,20 0 0,-17 2 0,17-2 0,-18-2 0,18 2 0,-18 0 0,18 0 0,-18 0 0,18 0 0,-18 2 0,9-2 0,9 0 0,-17 1 0,17-1 0,-20 0 0,20 0 0,-16 2 0,16-2 0,-20 0 0,10 0 0,10 0 0,-20 0 0,20 0 0,-20 2 0,20-2 0,-16 0 0,7 0 0,9 0 0,-20-2 0,20 2 0,-17 2 0,17-2 0,-13 0 0,13 0 0,-12 3 0,12-3 0,-14 0 0,14 0 0,0 0 0,0 0 0,-20 0 0,20 0 0,0 0 0,-13 0 0,13 0 0,0 0 0,0 0 0,-15-2 0,15 2 0,0 0 0,-14-1 0,14 1 0,0 0 0,-20 0 0,20 0 0,0 0 0,-19 0 0,19 0 0,-11 1 0,11-1 0,0 0 0,-20 0 0,20 0 0,0 0 0,-15 0 0,15 0-3,0 0 0,0 0-1,-15-1-2,15 1-3,-15 0 15,15 0-13,-17 1-4,17-1-3,-13 0 8,13 0 6,0 0-1,-17 0-5,17 0-3,-9 2 1,9-2 6,0 0 0,0 0 1,-17 2-4,17-2-3,0 0 5,0 0 6,0 0-3,0 0-2,-13 1 2,13-1-8,0 0 6,0 0 2,0 0-3,0 0 0,0 0-1,0 0 1,0 0 2,0 0 6,0 0-4,-12-5-1,12 5 4,0 0-9,0 0 2,0 0 2,0 0-3,0 0 10,0 0-6,0 0-4,0 0-3,0 0 2,0 0 0,-17 4-1,17-4 0,0 0-4,0 0 3,0 0 5,-17-2-9,17 2 2,0 0-2,0 0 4,-13 2-1,13-2 1,0 0 2,0 0-4,0 0 1,-17 0 4,17 0-4,0 0-2,0 0 7,0 0-2,0 0 6,0 0-2,0 0-5,0 0 2,0 0 2,-12 1 0,12-1 3,0 0-3,0 0-4,0 0 2,0 0-7,0 0 13,0 0-10,0 0 5,0 0-3,0 0 5,0 0-11,0 0 19,0 0-10,0 0-2,0 0 4,0 0 6,0 0-7,0 0 0,0 0 3,0 0-10,0 0 12,0 0-4,0 0 1,0 0 4,0 0 3,0 0-9,0 0 2,-17-1-3,17 1-4,0 0-2,0 0-5,0 0 3,0 0 4,-13-2-5,13 2 4,0 0 0,0 0 4,0 0-3,0 0 5,-14 5-2,14-5 1,0 0-2,0 0 1,0 0 9,0 0-13,0 0 0,-17-2 2,17 2-2,0 0-2,0 0 2,0 0-4,0 0 4,0 0 4,0 0-1,-12 0-1,12 0 4,0 0-3,0 0 1,0 0 0,0 0-1,-13 0 5,13 0-2,0 0-11,-14 2-3,14-2 6,0 0 3,0 0-2,0 0 0,-18-2-1,18 2 2,0 0-2,0 0 6,0 0 1,0 0-5,0 0 2,0 0 5,-14-1-8,14 1 4,0 0 5,0 0-6,0 0 3,0 0-4,0 0 5,0 0-3,0 0-3,0 0 0,0 0 3,0 0-1,0 0 9,0 0-12,0 0-1,0 0 2,0 0-5,0 0-1,0 0-14,0 0-13,0 0-36,0 0-50,-9 5-59,9-5-65,0 0-55,0 0-62,0 0-55,0 0-93,0 0-333,0 0-919,0 0 407</inkml:trace>
  <inkml:trace contextRef="#ctx0" brushRef="#br0" timeOffset="7048">220 922 67,'0'0'104,"0"0"-8,-6 10-3,6-10-7,0 0-4,0 0-5,0 0-7,0 0-5,0 0-1,0 0-6,0 0-5,0 0-8,0 0 3,0 0-5,0 0-1,0 0-9,0 0 6,0 0-4,0 0-2,0 0-6,0 0 0,0 0-12,0 0 6,0 0-6,0 0 4,0 0 0,0 0 4,0 0-2,0 0 9,0 0-1,0 0-5,0 0 10,0 0-3,0 0 1,0 0 4,0 0-1,0 0-5,0 0-2,0 0 0,0 0 1,0 0-1,0 0-2,0 0-4,0 0-10,0 0 8,0 0 0,0 0-2,0 0-5,0 0 2,0 0 6,0 0 0,0 0-1,0 0 7,0 0 8,0 0 4,0 0 2,0 0 5,0 0 5,0 0-1,0 0 4,0 0 3,0 0 0,0 0-2,0 0-5,0 0-1,0 0 2,0 0-7,0 0-6,0 0 0,0 0-4,0 0-2,0 0-2,0 0-2,0 0-3,0 0-3,0 0-2,0 0-3,0 0 3,0 0-6,0 0-1,0 0-1,0 0 1,0 0-3,0 0 2,0 0-3,0 0 1,0 0-5,0 0 4,28-17-2,-28 17-1,0 0-1,15-6 1,-15 6 0,10-5-3,-10 5 1,14-5 2,-14 5-2,9-3-2,-9 3 1,12-7 2,-12 7 1,14-3-1,-14 3-2,10-4-4,-10 4 3,11-3 2,-11 3-3,0 0 1,15-4-1,-15 4 1,17-4 0,-17 4 2,6-5-2,-6 5-1,10-3 1,-10 3-2,0 0 2,11-4-4,-11 4 2,0 0 1,0 0-4,12-5 5,-12 5-2,0 0 0,0 0 1,0 0-4,0 0 2,0 0 1,0 0 0,0 0 0,0 0-2,17 0 1,-17 0 4,0 0-5,0 0 1,0 0 1,0 0 0,12-1-1,-12 1 3,0 0-3,12-4 0,-12 4 2,9-3-1,-9 3-3,0 0-2,14-6-1,-14 6-3,0 0 1,12-2 1,-12 2 1,0 0 1,0 0-2,0 0-1,7-5 4,-7 5-1,0 0 2,0 0-2,0 0 4,0 0-2,0 0 1,0 0-3,0 0 2,0 0 0,0 0 3,0 0 0,0 0 0,0 0-2,0 0 0,0 0-1,15-2 0,-15 2 2,0 0-3,8-8 1,1 2 2,-9 6-2,8-5 1,-8 5 0,9-7 2,-9 7-3,6-7 4,-6 7-3,0 0 3,10-7-4,-10 7-2,0 0 0,0 0 1,0 0-1,0 0 2,8-7-1,-8 7 0,0 0 2,0 0 2,0 0-2,0 0 3,0 0 0,0 0-2,0 0-1,0 0 2,0 0 0,0 0 0,0 0-1,0 0 2,0 0-4,0 0 5,0 0-2,0 0 0,0 0 0,0 0 2,0 0-4,0 0 1,-33 12-1,33-12 4,-8 5-4,8-5 0,-9 6 3,9-6 0,-11 5-1,11-5 0,-13 7-5,13-7 7,-12 7-4,12-7 2,-14 7 0,6-4 0,1 2 0,7-5 0,-15 10 3,9-7-3,6-3 2,-17 10-2,8-6 1,0 3-1,1-1-2,-2-3 3,10-3-2,-18 8 4,10-2-2,-1-2-1,9-4-1,-17 7 5,17-7 0,-7 3 4,7-3-1,-14 5 2,14-5-6,-12 4 4,12-4-4,-14 5 1,14-5 2,-10 4 0,10-4-4,0 0 0,-12 2-1,12-2 3,0 0-5,-14 3 6,14-3-6,0 0 0,0 0 1,-6 5 5,6-5-4,0 0-2,0 0-2,-9 5 4,9-5-1,0 0 2,0 0-1,0 0-1,0 0 0,0 0 0,0 0-1,0 0-1,0 0 1,0 0 0,-11 5 0,11-5 1,0 0-2,0 0 1,0 0 5,0 0-5,0 0-2,0 0 2,0 0-1,0 0 3,0 0 4,0 0 2,0 0 0,0 0 4,0 0-2,0 0 7,0 0-2,0 0 6,0 0-3,0 0 5,0 0-2,0 0 1,0 0 0,0 0 1,0 0-4,0 0-3,40-6-2,-40 6 1,0 0-1,12-6-1,-12 6-2,10-1 0,-10 1 1,0 0 1,14-2-7,-14 2 4,14-2 0,-14 2 0,12 0-2,-12 0-1,13-1 0,-13 1 3,0 0-3,20 0 2,-20 0-6,11 3 6,-11-3-5,12 5 2,-12-5-2,16 5-2,-11 0 4,2-1 1,1 2 2,-8-6-4,14 5-3,-5-2 2,-3 4-1,1-4-1,2 3-1,-1-1 4,-8-5-2,17 7 0,-8-2 1,-2-3 0,-7-2-1,17 8-3,-5-3 0,-6-2 3,-6-3 0,15 7 0,-10-4 0,-5-3-1,13 7-1,-13-7 1,11 8 1,-5-5 0,-6-3-4,11 5 3,-11-5 1,0 0-2,9 5-2,-9-5 2,7 4 0,-7-4 0,0 0-1,12 6 6,-12-6 6,0 0-8,6 5-3,-6-5 0,0 0 1,0 0-2,0 0 1,0 0 0,0 0 3,0 0-1,0 0 1,0 0 8,0 0 5,0 0 13,0 0-12,0 0 6,0 0 0,0 0 0,0 0-9,0 0 11,0 0-7,0 0 3,0 0-4,0 0-5,0 0 2,0 0-4,0 0 2,0 0-3,0 0-1,0 0-1,0 0 0,0 0-2,0 0-1,0 0 3,0 0-3,0 0-2,0 0 2,0 0-1,0 0 2,0 0-3,0 0-3,0 0 6,0 0-2,0 0-6,0 0-1,0 0 3,0 0 8,0 0-13,0 0 4,0 0-4,0 0 1,0 0-1,0 0 1,0 0 3,0 0 13,0 0-13,0 0 0,0 0 2,0 0-1,0 0 1,0 0-3,0 0-4,0 0 2,0 0 4,0 0 4,0 0 0,0 0-5,0 0 1,0 0 1,0 0 3,0 0-4,0 0 3,0 0 1,0 0 5,0 0 1,0 0-8,0 0-1,0 0 6,0 0-3,0 0 1,0 0 0,-25-18-4,25 18 6,-16-5-7,16 5 3,-13-5 0,2 1 1,11 4-11,-16-7 9,10 3 1,-5-1 5,11 5 13,-15-6-17,7 0-3,-1 0-11,-1 1-32,-2-1-33,4 0-48,-7 1-83,0-2-127,-2 2-208,-3 1-586,-4 1 259</inkml:trace>
  <inkml:trace contextRef="#ctx0" brushRef="#br0" timeOffset="9954">754 136 98,'0'-12'174,"0"12"-1,3-11-4,-3 11-9,0 0-5,0 0-9,0-17-2,0 17-9,0 0-4,0-11-4,0 11-11,0 0-1,0 0-6,0-12-8,0 12-2,0 0-5,0 0-9,0 0-1,0 0-6,0 0-9,0 0-8,0 0-7,0 0-7,0 0-4,0-14-4,0 14-2,0 0-10,0 0-1,0 0-2,0 0 1,0 0 6,0 0 9,0 0 5,6 31-1,-6-31-4,-3 25 5,2-11 1,1 2 2,0 7 0,-5-2-1,4 6 1,-5-4-3,3 5 2,-2-1 1,4-1-9,-4-1-1,2-1 3,-4 3-4,2-1-6,1-3-1,-2-5-2,1-1 12,0 1-17,1-5-2,1 2-3,0-5 1,0 1 1,3-11-8,-5 14 5,5-14-6,-3 13 1,3-13-5,-3 8 2,3-8-1,0 0-1,-3 10 15,3-10-20,0 0 1,0 0 12,0 0-12,0 0 7,0 0-27,0 0-2,0 11-12,0-11-10,0 0-6,0 0-10,0 0-9,0 0-7,0 0-10,0 0-11,0 0-17,0 0-17,0 0-18,-9 5-45,9-5-68,0 0-196,0 0-492,0 0 218</inkml:trace>
  <inkml:trace contextRef="#ctx0" brushRef="#br0" timeOffset="10454">759 153 102,'0'0'182,"8"-10"-12,-2 3-9,0 1-17,-6 6-10,13-11-5,-7 4-10,2 2-9,-2-3-3,-6 8 0,13-10-4,-3 5-5,0-5 0,-2 4-1,1 0-8,0 0-1,-9 6-7,17-13-4,-10 9-9,2 1-1,-1-2-6,-8 5-4,15-7-6,-8 1-1,-7 6-5,20-5-1,-11 2-5,-1-1-5,-8 4-5,12-5-3,-12 5-3,13 0-1,-13 0-4,17 0 2,-17 0-6,12 9 3,-7-4-3,1 4 2,-3 1-1,-3-10 0,3 20-6,1-6 0,-1 0 1,-3 0 0,0 2-3,0-3 2,0 2-3,0-5-2,0-10 4,0 25-1,-6-17 0,5 3 0,-2-1-4,-3-1 5,6-9-3,-8 14 2,2-5-3,0-1 2,0-2-4,-2 1 1,-1-2-4,-1-1-1,-2 2 1,1-1-3,-1-2 3,1 1 2,1-1-3,1 0 3,9-3-3,-20 2 2,20-2 2,-14 2-4,14-2 2,-13-2 2,13 2-4,0 0 7,-15 2-8,15-2 1,0 0 3,0 0 0,0 0-1,-14 0 0,14 0-2,0 0 2,0 0 1,0 0-1,0 0-2,0 0-1,0 0 3,0 0-1,0 0 2,-10 1-3,10-1 3,0 0-2,0 0 2,0 0 1,0 0 2,0 0 1,0 0-3,0 0 7,0 0 1,0 0 3,0 0 1,0 0 5,0 0 1,0 0 9,0 0-6,0 0 2,0 0-1,0 0-2,0 0 1,0 0-4,0 0 6,0 0-10,0 0 3,0 0-5,0 0-5,0 0 1,0 0-1,0 0 3,0 0-2,0 0-2,19 18 4,-13-13-3,-6-5 18,11 15 5,-4-8 7,-1 1 2,4 5 0,0-3-5,-1 5 0,-1-3-7,2-1-3,-1 0 0,0 1-2,2-1-4,-5-2 0,2-1-4,4 0 2,-9-1-6,4 0 0,-1 0 8,-6-7-12,6 11 7,-1-5 3,-5-6-8,0 0 1,6 7 1,-6-7-5,0 0-17,0 0-12,0 0-18,0 0-15,-11 16-16,11-16-12,-9 5-26,9-5-28,-13 4-34,4-1-32,9-3-82,-17 2-181,17-2-503,-11 2 222</inkml:trace>
  <inkml:trace contextRef="#ctx0" brushRef="#br0" timeOffset="11313">1237 295 87,'0'0'191,"0"0"-4,0 0-13,0 0-5,0 0-7,0 0-11,0 0-8,3 31-1,-3-31-6,-3 19-12,0-6-14,-2 0-3,2 2-11,0-2-4,-3 3-9,0 0-6,5 0-5,-5 2-9,0-3-5,3 3-2,-2-5-8,2 4-3,0-5-7,0-1 1,3-11-6,-5 17-2,2-8-3,3-9 0,-3 12-6,3-12 1,-6 8-2,6-8 3,-3 10 4,3-10 7,0 0-6,-10 5 1,10-5-4,0 0-3,0 0 2,0 0-5,0 0-2,0 0-1,-15-21 0,15 21-3,-2-17-3,4 2-2,4 1-3,-3-2-2,0-3-6,4-2-4,-1-2-1,3 0 0,-1 6 1,1 0 1,-1 0 0,1-4 1,1 6-1,-1-1 4,-1 0-2,1 2 0,0 4 2,-1 0 3,-2 2 1,1 1 0,-7 7 3,12-11-3,-6 6 2,-6 5-2,11-7 5,-11 7-4,11-7-2,-11 7 0,0 0 0,12-4 2,-12 4-4,0 0 17,0 0-5,16 11 4,-13-4 10,-3-7 2,3 18 3,-1-6-3,4 2 7,-6 0 7,3 4-1,0-1 4,0 0-1,-1 6-3,-1 0-4,-2 0 11,2-1 2,-1-4-7,-1 2 5,2-5-8,1 3-8,-2-2 3,3-2-5,0 0-2,-3-4-7,3-1 0,0 0-5,-3-9-1,4 16 7,-2-9-7,-2-7-6,4 12 2,-4-12 3,6 5 0,-6-5-1,0 0-6,0 0 4,3 11-3,-3-11-7,0 0-9,0 0-4,0 0-19,0 0-25,0 0-18,0 0-15,0 0-18,0 0-26,0 0-25,0 0-23,0 0-41,0 0-58,-25-23-188,25 23-507,-11-7 224</inkml:trace>
  <inkml:trace contextRef="#ctx0" brushRef="#br0" timeOffset="12017">1269 501 263,'0'0'257,"0"0"-23,0 0-18,0 0-10,0 0-6,0 0-13,0 0-17,0 0-17,36 2-14,-19-4-13,-1 4-13,-2-2-40,6 2-57,-10-1-86,-1 1-144,-9-2-132,17 3-373,-17-3 166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5:4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62 76 0 0,'0'0'4680'0'0,"-3"-5"-3702"0"0,3 5-930 0 0,0 0 0 0 0,0 0 1 0 0,0 0-1 0 0,0 0 0 0 0,0 0 0 0 0,0 0 1 0 0,0 0-1 0 0,1 0 0 0 0,-1 0 0 0 0,0 0 0 0 0,0 0 1 0 0,0 0-1 0 0,0 0 0 0 0,0 0 0 0 0,0 0 0 0 0,0 0 1 0 0,0 0-1 0 0,0 0 0 0 0,0 0 0 0 0,0 0 0 0 0,1 0 1 0 0,-1 0-1 0 0,0 0 0 0 0,0-1 0 0 0,0 1 1 0 0,0 0-1 0 0,0 0 0 0 0,0 0 0 0 0,0 0 0 0 0,0 0 1 0 0,0 0-1 0 0,0 0 0 0 0,0 0 0 0 0,0 0 0 0 0,0 0 1 0 0,0 0-1 0 0,0 0 0 0 0,0 0 0 0 0,0-1 1 0 0,0 1-1 0 0,0 0 0 0 0,0 0 0 0 0,0 0 0 0 0,0 0 1 0 0,0 0-1 0 0,0 0 0 0 0,0 0 0 0 0,0 0 0 0 0,0 0 1 0 0,0 0-1 0 0,0 0 0 0 0,0-1 0 0 0,0 1 1 0 0,0 0-1 0 0,0 0 0 0 0,0 0 0 0 0,0 0 0 0 0,0 0 1 0 0,0 0-1 0 0,18 4 111 0 0,-1 0 0 0 0,1-1 1 0 0,0 0-1 0 0,1-2 1 0 0,-1 0-1 0 0,0-1 0 0 0,26-4 1 0 0,23-1 3 0 0,-10 0-104 0 0,-1 2-1 0 0,2 3 0 0 0,59 7 0 0 0,-51 0-43 0 0,92-3 0 0 0,-140-4-12 0 0,34-3-5 0 0,85-14-1 0 0,-93 9 21 0 0,0 2 0 0 0,86 0 0 0 0,-69 8 2 0 0,-27-2-13 0 0,35 5 1 0 0,-47-3-7 0 0,-1-1 1 0 0,1-2-1 0 0,26-2 1 0 0,-20 0 5 0 0,-24 3-7 0 0,1-1-1 0 0,-1 0 0 0 0,1 0 0 0 0,-1 0 1 0 0,1 0-1 0 0,-1-1 0 0 0,0 0 0 0 0,0 0 1 0 0,7-4-1 0 0,10-2 48 0 0,-20 8-35 0 0,1 0-19 0 0,11-4 2 0 0,-11 3 4 0 0,-1 0 0 0 0,1 1 1 0 0,-1-1-1 0 0,1 1 0 0 0,0 0 0 0 0,-1-1 0 0 0,1 1 1 0 0,0 0-1 0 0,-1 0 0 0 0,1 0 0 0 0,0 0 0 0 0,0 0 0 0 0,-1 0 1 0 0,1 1-1 0 0,0-1 0 0 0,-1 1 0 0 0,1-1 0 0 0,-1 1 1 0 0,1-1-1 0 0,0 1 0 0 0,-1 0 0 0 0,1 0 0 0 0,-1 0 0 0 0,2 1 1 0 0,31 7 7 0 0,-34-8 26 0 0,10 4-42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43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0 244 0 0,'0'0'836'0'0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48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42 100 0 0,'0'0'595'0'0,"15"-11"1520"0"0,-15 11-2068 0 0,1 0 0 0 0,-1 0 0 0 0,0 0 0 0 0,1 0 0 0 0,-1 0 0 0 0,0 0 0 0 0,1 0 0 0 0,-1 0 0 0 0,0 0 0 0 0,1 0 0 0 0,-1 0 0 0 0,0 0 0 0 0,1 0 0 0 0,-1 0 0 0 0,0 0 0 0 0,1 0 0 0 0,-1 0 0 0 0,0 0 0 0 0,1 1 0 0 0,-1-1 0 0 0,0 0 0 0 0,1 0 0 0 0,-1 0 0 0 0,0 1 0 0 0,0-1 0 0 0,1 0 0 0 0,-1 0 0 0 0,0 1 0 0 0,0-1 0 0 0,0 0 0 0 0,1 0 0 0 0,-1 1 0 0 0,-9 9 3628 0 0,-8 10-3687 0 0,16-18 17 0 0,-1 0-1 0 0,1 0 1 0 0,0 0-1 0 0,-1 0 1 0 0,1-1-1 0 0,-1 1 0 0 0,1 0 1 0 0,-1-1-1 0 0,-3 3 1 0 0,4-4 13 0 0,2 8 374 0 0,3-10 93 0 0,2-2-578 0 0,-5 3 98 0 0,0 0 0 0 0,0 0 1 0 0,0-1-1 0 0,0 1 0 0 0,-1 0 0 0 0,1-1 1 0 0,0 1-1 0 0,0-1 0 0 0,-1 1 0 0 0,1-1 1 0 0,-1 1-1 0 0,1-1 0 0 0,-1 1 0 0 0,0-1 1 0 0,1 1-1 0 0,-1-1 0 0 0,0 0 0 0 0,0 1 1 0 0,0-1-1 0 0,-1 1 0 0 0,1-1 0 0 0,0 1 1 0 0,0-1-1 0 0,-1 0 0 0 0,1 1 1 0 0,-1-1-1 0 0,1 1 0 0 0,-1 0 0 0 0,0-1 1 0 0,0 1-1 0 0,1-1 0 0 0,-1 1 0 0 0,0 0 1 0 0,-2-3-1 0 0,2 4 4 0 0,-13-7 35 0 0,13 8-38 0 0,0-1-1 0 0,0 0 1 0 0,1 0-1 0 0,-1 0 1 0 0,0 0-1 0 0,0 1 0 0 0,0-1 1 0 0,0 0-1 0 0,1 1 1 0 0,-1-1-1 0 0,0 0 1 0 0,0 1-1 0 0,1-1 1 0 0,-1 1-1 0 0,0-1 1 0 0,1 1-1 0 0,-1 0 1 0 0,0-1-1 0 0,1 1 1 0 0,-1 0-1 0 0,1-1 1 0 0,-1 1-1 0 0,1 0 1 0 0,-1 0-1 0 0,1 0 1 0 0,0-1-1 0 0,-1 1 0 0 0,1 0 1 0 0,0 0-1 0 0,0 0 1 0 0,-1 0-1 0 0,1 0 1 0 0,0-1-1 0 0,0 1 1 0 0,0 0-1 0 0,0 0 1 0 0,0 0-1 0 0,0 0 1 0 0,1 0-1 0 0,-1 0 1 0 0,0-1-1 0 0,0 1 1 0 0,1 0-1 0 0,-1 0 1 0 0,0 0-1 0 0,1-1 0 0 0,-1 1 1 0 0,1 0-1 0 0,-1 0 1 0 0,1-1-1 0 0,0 2 1 0 0,0-1 7 0 0,0 0 1 0 0,0 0-1 0 0,0 0 0 0 0,0 0 1 0 0,0 0-1 0 0,0 0 0 0 0,0 0 1 0 0,0-1-1 0 0,0 1 1 0 0,0 0-1 0 0,1-1 0 0 0,-1 1 1 0 0,0-1-1 0 0,1 1 0 0 0,-1-1 1 0 0,0 0-1 0 0,0 0 0 0 0,1 1 1 0 0,-1-1-1 0 0,2 0 1 0 0,-1 0 18 0 0,21-7 338 0 0,-21 6-362 0 0,-2-2-3 0 0,-14-12 35 0 0,13 14-39 0 0,0 0 1 0 0,0 0-1 0 0,0 0 1 0 0,-1 0-1 0 0,1 0 0 0 0,0 0 1 0 0,-1 1-1 0 0,1-1 1 0 0,-1 1-1 0 0,1-1 0 0 0,-1 1 1 0 0,1-1-1 0 0,-1 1 0 0 0,-2 0 1 0 0,-1-3 3 0 0,16-9 32 0 0,-11 12-54 0 0,1 0 59 0 0,0-1 0 0 0,0 1 0 0 0,-1 0 0 0 0,1-1 0 0 0,0 0 1 0 0,-1 1-1 0 0,1-1 0 0 0,0 1 0 0 0,-1-1 0 0 0,1 0 0 0 0,-1 1 0 0 0,1-1 0 0 0,-1 0 1 0 0,1 0-1 0 0,-1 1 0 0 0,0-1 0 0 0,1 0 0 0 0,-1 0 0 0 0,0 0 0 0 0,0 1 1 0 0,1-1-1 0 0,-1 0 0 0 0,0 0 0 0 0,0 0 0 0 0,0 0 0 0 0,0-1 0 0 0,-1 1 67 0 0,-8-1 256 0 0,6 3-735 0 0,-19 9 973 0 0,12-1-2265 0 0,8 2-3960 0 0,3-4 2959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49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33 260 0 0,'0'0'384'0'0,"13"-19"9106"0"0,17 44-9113 0 0,-29-24-352 0 0,1-1-1 0 0,-1 1 1 0 0,0-1-1 0 0,1 0 1 0 0,-1 0 0 0 0,0 0-1 0 0,1 0 1 0 0,-1 0-1 0 0,0 0 1 0 0,1 0 0 0 0,-1 0-1 0 0,0 0 1 0 0,2-1-1 0 0,-2 0-12 0 0,0 0-1 0 0,0 1 0 0 0,0-1 0 0 0,0 0 1 0 0,-1 0-1 0 0,1 0 0 0 0,0 0 1 0 0,-1 0-1 0 0,1-1 0 0 0,-1 1 0 0 0,1 0 1 0 0,-1 0-1 0 0,1 0 0 0 0,-1 0 1 0 0,0-1-1 0 0,1 1 0 0 0,-1 0 0 0 0,0-2 1 0 0,-1-3 2 0 0,2-3 46 0 0,0 9-51 0 0,0-1 0 0 0,0 1-1 0 0,0 0 1 0 0,0 0 0 0 0,-1-1 0 0 0,1 1-1 0 0,0 0 1 0 0,0 0 0 0 0,0 0-1 0 0,0 0 1 0 0,0 0 0 0 0,0 0-1 0 0,0 0 1 0 0,0 0 0 0 0,0 1 0 0 0,0-1-1 0 0,1 1 1 0 0,0-1 2 0 0,4 3 659 0 0,-3-2-2892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5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10 204 0 0,'0'0'5727'0'0,"0"-1"-5633"0"0,0 1 1 0 0,0-1-1 0 0,0 1 0 0 0,0 0 1 0 0,0-1-1 0 0,-1 1 0 0 0,1 0 0 0 0,0-1 1 0 0,0 1-1 0 0,0 0 0 0 0,0-1 0 0 0,-1 1 1 0 0,1 0-1 0 0,0-1 0 0 0,0 1 0 0 0,-1 0 1 0 0,1-1-1 0 0,0 1 0 0 0,0 0 0 0 0,-1 0 1 0 0,1-1-1 0 0,0 1 0 0 0,-1 0 0 0 0,1 0 1 0 0,0 0-1 0 0,-1-1 0 0 0,1 1 1 0 0,-1 0-1 0 0,-3 4-64 0 0,1 0 0 0 0,0 1 0 0 0,0-1 0 0 0,1 1 0 0 0,-1-1 0 0 0,1 1 0 0 0,0 0 0 0 0,0 0 0 0 0,0 0 0 0 0,1 1 0 0 0,0-1 0 0 0,0 0 0 0 0,0 0 0 0 0,1 1 0 0 0,-1-1 0 0 0,1 0 0 0 0,1 1 0 0 0,-1-1 0 0 0,1 0 0 0 0,1 7 0 0 0,-2-11-22 0 0,0-1 1 0 0,0 1-1 0 0,0 0 0 0 0,0-1 1 0 0,0 1-1 0 0,0-1 0 0 0,0 1 1 0 0,1 0-1 0 0,-1-1 0 0 0,0 1 1 0 0,0-1-1 0 0,0 1 1 0 0,1 0-1 0 0,-1-1 0 0 0,0 1 1 0 0,1-1-1 0 0,-1 1 0 0 0,1-1 1 0 0,-1 1-1 0 0,0-1 0 0 0,1 0 1 0 0,-1 1-1 0 0,1-1 1 0 0,-1 1-1 0 0,1-1 0 0 0,-1 0 1 0 0,1 1-1 0 0,-1-1 0 0 0,1 0 1 0 0,0 0-1 0 0,-1 0 1 0 0,1 1-1 0 0,-1-1 0 0 0,1 0 1 0 0,0 0-1 0 0,-1 0 0 0 0,1 0 1 0 0,0 0-1 0 0,-1 0 0 0 0,1 0 1 0 0,-1 0-1 0 0,1 0 1 0 0,0 0-1 0 0,-1-1 0 0 0,1 1 1 0 0,-1 0-1 0 0,1 0 0 0 0,0 0 1 0 0,-1-1-1 0 0,1 1 0 0 0,-1 0 1 0 0,1-1-1 0 0,-1 1 1 0 0,1 0-1 0 0,-1-1 0 0 0,1 1 1 0 0,0-1-1 0 0,1-1 18 0 0,0 0 0 0 0,0 0-1 0 0,0 0 1 0 0,-1 0 0 0 0,1-1 0 0 0,0 1 0 0 0,-1 0 0 0 0,0-1-1 0 0,1 1 1 0 0,-1-1 0 0 0,0 1 0 0 0,1-4 0 0 0,0-5 47 0 0,-1 8-58 0 0,0 1 0 0 0,0 0 0 0 0,-1-1-1 0 0,1 1 1 0 0,-1-1 0 0 0,1 1 0 0 0,-1-1 0 0 0,0 1 0 0 0,0-1 0 0 0,0 1 0 0 0,0-1-1 0 0,-1 1 1 0 0,1-1 0 0 0,-1 1 0 0 0,1 0 0 0 0,-1-1 0 0 0,0 1 0 0 0,-1-3 0 0 0,1 3 25 0 0,1 2-36 0 0,1-1 0 0 0,-1 1 0 0 0,0 0 0 0 0,0 0 0 0 0,0 0 0 0 0,0-1 0 0 0,0 1 0 0 0,0 0 0 0 0,0 0-1 0 0,0 0 1 0 0,0-1 0 0 0,0 1 0 0 0,0 0 0 0 0,0 0 0 0 0,0 0 0 0 0,0-1 0 0 0,0 1 0 0 0,0 0 0 0 0,-1 0 0 0 0,1 0 0 0 0,0-1 0 0 0,0 1 0 0 0,0 0-1 0 0,0 0 1 0 0,0 0 0 0 0,0 0 0 0 0,0 0 0 0 0,-1-1 0 0 0,1 1 0 0 0,0 0 0 0 0,0 0 0 0 0,0 0 0 0 0,0 0 0 0 0,-1 0 0 0 0,1 0 0 0 0,0-1-1 0 0,0 1 1 0 0,0 0 0 0 0,0 0 0 0 0,-1 0 0 0 0,1 0 0 0 0,0 0 0 0 0,0 0 0 0 0,0 0 0 0 0,-1 0 0 0 0,1 0 0 0 0,0 0 0 0 0,0 0 0 0 0,0 0 0 0 0,-1 0-1 0 0,1 0 1 0 0,0 0 0 0 0,-2 2 1 0 0,0-1 0 0 0,1 1 0 0 0,0-1 0 0 0,-1 1 0 0 0,1 0 0 0 0,0-1 0 0 0,0 1 0 0 0,0 0 1 0 0,0 0-1 0 0,0 0 0 0 0,0 0 0 0 0,0-1 0 0 0,1 2 0 0 0,-2 1 0 0 0,-3 10-59 0 0,15 1-12 0 0,-10-17 60 0 0,0 1 12 0 0,0 0-1 0 0,0 0 0 0 0,0 0 1 0 0,0 0-1 0 0,0 0 0 0 0,0 0 0 0 0,0 0 1 0 0,0 0-1 0 0,-1 0 0 0 0,1 1 1 0 0,0-1-1 0 0,-1 0 0 0 0,1 0 1 0 0,0 0-1 0 0,-1 0 0 0 0,1 0 1 0 0,-1 1-1 0 0,0-1 0 0 0,1 0 0 0 0,-1 0 1 0 0,0 1-1 0 0,1-1 0 0 0,-2-1 1 0 0,1 2 19 0 0,1-1-53 0 0,-1 1 0 0 0,1-1 1 0 0,0 1-1 0 0,-1 0 0 0 0,1-1 0 0 0,0 1 0 0 0,-1 0 0 0 0,1-1 1 0 0,0 1-1 0 0,-1 0 0 0 0,1-1 0 0 0,-1 1 0 0 0,1 0 1 0 0,-1 0-1 0 0,1-1 0 0 0,0 1 0 0 0,-1 0 0 0 0,1 0 0 0 0,-1 0 1 0 0,1 0-1 0 0,-1 0 0 0 0,1 0 0 0 0,-1-1 0 0 0,0 1 1 0 0,0 1-113 0 0,-12 5-159 0 0,3 2-4868 0 0,5-4 2625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52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0 180 0 0,'-10'7'2676'0'0,"2"-3"-4237"0"0,1-3 830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6:53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41 424 0 0,'0'0'2777'0'0,"1"-10"3339"0"0,7 21-5967 0 0,-7-11-142 0 0,-1 1-1 0 0,0-1 0 0 0,0 0 1 0 0,0 0-1 0 0,1 0 0 0 0,-1 0 0 0 0,0 0 1 0 0,0 0-1 0 0,0 0 0 0 0,1 0 1 0 0,-1 1-1 0 0,0-1 0 0 0,0 0 0 0 0,0 0 1 0 0,1 0-1 0 0,-1 0 0 0 0,0 0 1 0 0,0 0-1 0 0,1 0 0 0 0,-1 0 0 0 0,0 0 1 0 0,0-1-1 0 0,0 1 0 0 0,1 0 1 0 0,-1 0-1 0 0,0 0 0 0 0,0 0 0 0 0,0 0 1 0 0,1 0-1 0 0,-1 0 0 0 0,0 0 1 0 0,0-1-1 0 0,0 1 0 0 0,1 0 0 0 0,-1 0 1 0 0,0 0-1 0 0,0 0 0 0 0,0-1 1 0 0,0 1-1 0 0,0 0 0 0 0,0 0 0 0 0,1 0 1 0 0,-1-1-1 0 0,0 1 0 0 0,0 0 1 0 0,0 0-1 0 0,0 0 0 0 0,0-1 0 0 0,0 1 1 0 0,0 0-1 0 0,0 0 0 0 0,0-1 1 0 0,0 1-1 0 0,0 0 0 0 0,0 0 0 0 0,0 0 1 0 0,0-1-1 0 0,0 1 0 0 0,0 0 1 0 0,0-2 25 0 0,0 1-25 0 0,0 0 0 0 0,0 0 0 0 0,0-1 0 0 0,0 1 0 0 0,0 0 0 0 0,0 0 0 0 0,0 0-1 0 0,0 0 1 0 0,0 0 0 0 0,0 0 0 0 0,-1 0 0 0 0,1 0 0 0 0,-1 0 0 0 0,1 0 0 0 0,0 0 0 0 0,-1 0 0 0 0,0 0-1 0 0,1 0 1 0 0,-1 0 0 0 0,0 0 0 0 0,1 0 0 0 0,-1 0 0 0 0,0 1 0 0 0,0-1 0 0 0,-1-1 0 0 0,1 2-2 0 0,-11-7 36 0 0,10 7-40 0 0,-1 1 1 0 0,1 0-1 0 0,0-1 0 0 0,0 1 0 0 0,0 0 0 0 0,0 0 1 0 0,0 1-1 0 0,0-1 0 0 0,0 0 0 0 0,0 1 1 0 0,0-1-1 0 0,1 1 0 0 0,-1 0 0 0 0,1-1 0 0 0,-1 1 1 0 0,1 0-1 0 0,-1 0 0 0 0,1 0 0 0 0,0 0 0 0 0,-1 3 1 0 0,1-3 4 0 0,0 0 1 0 0,0 0 0 0 0,0 1-1 0 0,0-1 1 0 0,1 0-1 0 0,-1 0 1 0 0,1 0 0 0 0,-1 0-1 0 0,1 1 1 0 0,0-1 0 0 0,0 0-1 0 0,0 0 1 0 0,0 1-1 0 0,1-1 1 0 0,-1 0 0 0 0,0 0-1 0 0,1 1 1 0 0,0-1 0 0 0,-1 0-1 0 0,2 2 1 0 0,-2-4 8 0 0,2 2 25 0 0,-1-1-25 0 0,-1-1 0 0 0,0 0-1 0 0,0 0 1 0 0,0 1 0 0 0,1-1 0 0 0,-1 0 0 0 0,0 1 0 0 0,1-1 0 0 0,-1 0 0 0 0,0 0 0 0 0,0 0 0 0 0,1 1 0 0 0,-1-1 0 0 0,0 0-1 0 0,1 0 1 0 0,-1 0 0 0 0,0 0 0 0 0,1 1 0 0 0,-1-1 0 0 0,0 0 0 0 0,1 0 0 0 0,-1 0 0 0 0,1 0 0 0 0,-1 0 0 0 0,0 0 0 0 0,1 0-1 0 0,-1 0 1 0 0,1 0 0 0 0,0-1 0 0 0,0 0 0 0 0,0-1 0 0 0,-1 1 0 0 0,1 0-1 0 0,0 0 1 0 0,0-1 0 0 0,-1 1 0 0 0,1 0 0 0 0,-1-1 0 0 0,1 1-1 0 0,-1-1 1 0 0,0 1 0 0 0,0 0 0 0 0,1-1 0 0 0,-1 1-1 0 0,0-1 1 0 0,0 1 0 0 0,0-1 0 0 0,-1 1 0 0 0,1 0 0 0 0,-1-3-1 0 0,1 2 15 0 0,-5-4-86 0 0,6 6 58 0 0,0 2 3 0 0,1 0 1 0 0,-1 0 0 0 0,1 0 0 0 0,0 0-1 0 0,-1-1 1 0 0,1 1 0 0 0,0-1 0 0 0,0 1-1 0 0,0-1 1 0 0,0 0 0 0 0,1 0-1 0 0,-1 0 1 0 0,0 0 0 0 0,4 1 6 0 0,-1-2-69 0 0,-5 0 84 0 0,0 0-1 0 0,0 0 1 0 0,0 0 0 0 0,0 0 0 0 0,0 0-1 0 0,0 0 1 0 0,0 0 0 0 0,0 0-1 0 0,0 0 1 0 0,0 0 0 0 0,0 0-1 0 0,0 0 1 0 0,0 0 0 0 0,0 0 0 0 0,0-1-1 0 0,0 1 1 0 0,0 0 0 0 0,0 0-1 0 0,0 0 1 0 0,0 0 0 0 0,0 0 0 0 0,0 0-1 0 0,0 0 1 0 0,0 0 0 0 0,0 0-1 0 0,0 0 1 0 0,0 0 0 0 0,0 0 0 0 0,0 0-1 0 0,0 0 1 0 0,1 0 0 0 0,-1 0-1 0 0,0 0 1 0 0,0 0 0 0 0,0 0 0 0 0,0 0-1 0 0,0 0 1 0 0,0 0 0 0 0,0 0-1 0 0,0 0 1 0 0,0 0 0 0 0,-29-8 196 0 0,27 8 60 0 0,31 12-149 0 0,-29-12-166 0 0,0 0 1 0 0,0 0 0 0 0,0 1 0 0 0,-1-1 0 0 0,1 0 0 0 0,0 0 0 0 0,0 0 0 0 0,0 0-1 0 0,0 0 1 0 0,-1 0 0 0 0,1 1 0 0 0,0-1 0 0 0,0 0 0 0 0,0 0 0 0 0,0 0 0 0 0,0 0-1 0 0,0 1 1 0 0,0-1 0 0 0,-1 0 0 0 0,1 0 0 0 0,0 0 0 0 0,0 1 0 0 0,0-1 0 0 0,0 0-1 0 0,0 0 1 0 0,0 0 0 0 0,0 1 0 0 0,0-1 0 0 0,0 0 0 0 0,0 0 0 0 0,0 0 0 0 0,0 1-1 0 0,0-1 1 0 0,0 0 0 0 0,0 0 0 0 0,0 0 0 0 0,1 1 0 0 0,-1-1 0 0 0,0 0 0 0 0,0 0-1 0 0,0 0 1 0 0,0 1 0 0 0,0-1 0 0 0,0 0 0 0 0,0 0 0 0 0,1 0 0 0 0,-1 0 0 0 0,0 0-1 0 0,0 1 1 0 0,0-1 0 0 0,0 0 0 0 0,1 0 0 0 0,-1 0 0 0 0,0 0 0 0 0,0 0 0 0 0,0 0-1 0 0,1 0 1 0 0,-1 0 0 0 0,0 0 0 0 0,1 1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02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128 160 224 0 0,'15'-21'1497'0'0,"-12"19"-1323"0"0,-1-1 1 0 0,1 0 0 0 0,-1 0-1 0 0,0 0 1 0 0,0-1-1 0 0,0 1 1 0 0,-1 0 0 0 0,1-1-1 0 0,-1 1 1 0 0,0-1 0 0 0,2-5-1 0 0,1-7 489 0 0,1-12 679 0 0,-4 19-1041 0 0,-1 7-201 0 0,1 0-1 0 0,-1 0 0 0 0,0 0 0 0 0,0 0 0 0 0,0 0 0 0 0,0 0 1 0 0,0 0-1 0 0,-1 0 0 0 0,1 0 0 0 0,0 0 0 0 0,-1 1 0 0 0,0-1 1 0 0,0-3-1 0 0,0 5 80 0 0,4-11 1585 0 0,-14 54-898 0 0,-19 48 0 0 0,-5 16 44 0 0,11-2-344 0 0,15-61-267 0 0,-1 0 0 0 0,-23 57 0 0 0,31-94-229 0 0,1-5 14 0 0,1 0 0 0 0,-1 1 0 0 0,1-1 0 0 0,-1 0 0 0 0,0 0 0 0 0,0 0 0 0 0,0 0 0 0 0,0 0 0 0 0,0 0 0 0 0,0 0 0 0 0,-1 0 0 0 0,1 0 0 0 0,-1-1 0 0 0,-2 3 0 0 0,4-5-77 0 0,-1 1 1 0 0,1-1 0 0 0,0 0-1 0 0,-1 1 1 0 0,1-1 0 0 0,0 0-1 0 0,-1 0 1 0 0,1 0 0 0 0,0 1 0 0 0,0-1-1 0 0,-1 0 1 0 0,1 0 0 0 0,0 0-1 0 0,0 0 1 0 0,0 1 0 0 0,0-1-1 0 0,0 0 1 0 0,0 0 0 0 0,1 0-1 0 0,-1-1 1 0 0,3-20-24 0 0,15-23-802 0 0,25-45 0 0 0,2-6-477 0 0,-20 48 644 0 0,-17 33 352 0 0,0 1 0 0 0,7-21-1 0 0,3-8-231 0 0,-12 31 405 0 0,-1-1 0 0 0,-1 1 0 0 0,0-1 0 0 0,3-15 1 0 0,-4 7 725 0 0,-2 21-578 0 0,-1 0 0 0 0,0 0 0 0 0,0 0 0 0 0,0 0-1 0 0,0 0 1 0 0,0 0 0 0 0,0 0 0 0 0,0 0-1 0 0,0 0 1 0 0,0 0 0 0 0,0 0 0 0 0,0 0 0 0 0,0 0-1 0 0,0 0 1 0 0,0 0 0 0 0,0 0 0 0 0,0 0 0 0 0,0 0-1 0 0,0 0 1 0 0,1 0 0 0 0,-1 0 0 0 0,0 0 0 0 0,0 0-1 0 0,0 0 1 0 0,0 0 0 0 0,0 0 0 0 0,0 0 0 0 0,0 0-1 0 0,0 0 1 0 0,0 0 0 0 0,0 34 1294 0 0,0-2-505 0 0,5-3-149 0 0,1 0 1 0 0,1 0-1 0 0,1-1 0 0 0,2 0 0 0 0,20 43 1 0 0,-11-29 73 0 0,15 53 0 0 0,-32-88-675 0 0,-1 0 0 0 0,1-1 0 0 0,-1 1-1 0 0,0 0 1 0 0,0 0 0 0 0,-1 0 0 0 0,0 0 0 0 0,0 0 0 0 0,-2 7 0 0 0,2 0 510 0 0,1-23-446 0 0,-12-30-4747 0 0,1 16-3124 0 0,7 16 3706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03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32 448 0 0,'0'0'12300'0'0,"29"-5"-11547"0"0,-8 4-497 0 0,0-1 0 0 0,35-9-1 0 0,-41 8-290 0 0,1-1 0 0 0,0 2 0 0 0,0 0 0 0 0,0 1 0 0 0,0 0 0 0 0,18 3 0 0 0,-34-3-92 0 0,1 1 1 0 0,-1 0 0 0 0,1 1 0 0 0,-1-1 0 0 0,1 0-1 0 0,-1 0 1 0 0,1 0 0 0 0,-1 0 0 0 0,1 0 0 0 0,-1 0-1 0 0,1 1 1 0 0,-1-1 0 0 0,1 0 0 0 0,-1 0 0 0 0,0 1-1 0 0,1-1 1 0 0,-1 0 0 0 0,1 1 0 0 0,-1-1 0 0 0,0 0-1 0 0,1 1 1 0 0,-1-1 0 0 0,0 1 0 0 0,1-1 0 0 0,-1 1-1 0 0,0 0-83 0 0,0-1-1 0 0,0 1 1 0 0,-1-1-1 0 0,1 1 0 0 0,0-1 1 0 0,-1 1-1 0 0,1-1 1 0 0,0 0-1 0 0,-1 1 0 0 0,1-1 1 0 0,0 1-1 0 0,-1-1 1 0 0,1 0-1 0 0,-1 1 0 0 0,1-1 1 0 0,-1 0-1 0 0,1 1 1 0 0,-1-1-1 0 0,1 0 0 0 0,-1 0 1 0 0,1 0-1 0 0,-1 1 1 0 0,1-1-1 0 0,-1 0 0 0 0,0 0 1 0 0,-13 4-2752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01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5 436 0 0,'0'0'1584'0'0,"3"-4"-1456"0"0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04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1 184 0 0,'0'0'1235'0'0,"-9"6"4433"0"0,11-1-6449 0 0,-8 0-3957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06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44 0 0,'7'5'14074'0'0,"-6"-7"-15187"0"0,-3-8 1111 0 0,1 8 12 0 0,0 0-618 0 0,4-2 273 0 0,-2 4 363 0 0,-1-1-38 0 0,0-2 11 0 0,0 2 3 0 0,7-9 398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1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43 208 0 0,'0'0'16503'0'0,"2"-3"-16373"0"0,35-32-167 0 0,-36 34-514 0 0,2-2-628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14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0 200 0 0,'0'0'8208'0'0,"-14"14"-8884"0"0,4-6-3986 0 0,2-6 2932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57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5 208 0 0,'0'0'4866'0'0,"1"-4"-4013"0"0,-6 4-3364 0 0,-14 8 587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7:59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19 128 0 0,'0'0'1155'0'0,"-5"-13"2442"0"0,2 9-5829 0 0,-4 3 740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07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64 0 0,'5'1'12873'0'0,"-26"5"-15185"0"0,3 0-2514 0 0,8-4 1563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08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34 20 0 0,'0'0'277'0'0,"-7"-20"3964"0"0,-5 7 3630 0 0,9 19-6973 0 0,3-5-1151 0 0,0-1 1 0 0,0 1-1 0 0,-1-1 1 0 0,1 1 0 0 0,0-1-1 0 0,-1 1 1 0 0,1-1 0 0 0,-1 1-1 0 0,1-1 1 0 0,0 0-1 0 0,-1 1 1 0 0,1-1 0 0 0,-1 0-1 0 0,1 0 1 0 0,-1 1-1 0 0,1-1 1 0 0,-1 0 0 0 0,1 0-1 0 0,-1 0 1 0 0,1 1 0 0 0,-1-1-1 0 0,0 0 1 0 0,-7 2-4298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6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1 266 472 0 0,'0'0'9374'0'0,"3"-1"-9201"0"0,254-79 1145 0 0,-95 35-1241 0 0,-124 33-70 0 0,270-95-188 0 0,-269 92-1371 0 0,-38 14 1050 0 0,-16-3-4730 0 0,12 4 3006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6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0 292 0 0,'0'0'2336'0'0,"3"2"-1570"0"0,67 16 2168 0 0,-51-14-2487 0 0,0 0 0 0 0,-1 1 0 0 0,0 1 0 0 0,0 1 0 0 0,23 12 0 0 0,-36-16-394 0 0,0 1-1 0 0,0-1 1 0 0,0 1-1 0 0,-1 0 1 0 0,0 0-1 0 0,5 5 1 0 0,-9-8-58 0 0,1-1-1 0 0,-1 1 1 0 0,1 0 0 0 0,0 0-1 0 0,-1 0 1 0 0,1-1-1 0 0,-1 1 1 0 0,0 0 0 0 0,1 0-1 0 0,-1 0 1 0 0,0 0 0 0 0,1 0-1 0 0,-1 0 1 0 0,0 0-1 0 0,0 0 1 0 0,0 0 0 0 0,0 0-1 0 0,0 0 1 0 0,0 0 0 0 0,0 0-1 0 0,0 0 1 0 0,-1 0-1 0 0,1 0 1 0 0,0 0 0 0 0,0 0-1 0 0,-1 0 1 0 0,1 0-1 0 0,-1 0 1 0 0,1-1 0 0 0,-1 1-1 0 0,1 0 1 0 0,-1 0 0 0 0,0 0-1 0 0,1-1 1 0 0,-1 1-1 0 0,0 0 1 0 0,1-1 0 0 0,-1 1-1 0 0,0 0 1 0 0,0-1 0 0 0,0 1-1 0 0,-1 0 1 0 0,-52 30-649 0 0,10-7-4641 0 0,40-21 3493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7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8 656 0 0,'0'0'244'0'0,"0"-1"1"0"0,1 1-1 0 0,-1-1 0 0 0,1 1 1 0 0,-1-1-1 0 0,0 1 0 0 0,1-1 1 0 0,-1 1-1 0 0,1-1 0 0 0,0 1 1 0 0,-1 0-1 0 0,1 0 0 0 0,-1-1 0 0 0,1 1 1 0 0,-1 0-1 0 0,1 0 0 0 0,0-1 1 0 0,-1 1-1 0 0,1 0 0 0 0,0 0 1 0 0,-1 0-1 0 0,1 0 0 0 0,-1 0 1 0 0,2 0-1 0 0,6 17 1379 0 0,-6-14-1611 0 0,1 8 252 0 0,0 0 1 0 0,-1 1-1 0 0,0-1 0 0 0,0 0 1 0 0,-1 21-1 0 0,-6 63 449 0 0,1-17-244 0 0,0-32-232 0 0,2-36-189 0 0,1-1-1 0 0,0 1 0 0 0,1 0 0 0 0,1 11 0 0 0,-1-17-126 0 0,0-1 0 0 0,0 1 0 0 0,0 0 1 0 0,0-1-1 0 0,-1 1 0 0 0,1 0 0 0 0,-1-1 1 0 0,0 1-1 0 0,0 0 0 0 0,0-1 0 0 0,-1 0 1 0 0,1 1-1 0 0,-3 3 0 0 0,3-7-288 0 0,-5-12-1305 0 0,-4-2 908 0 0,-1-23-3424 0 0,6 24 2190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22 100 0 0,'22'-6'2070'0'0,"1"1"0"0"0,44-3 0 0 0,-20 6-1768 0 0,79 7 1 0 0,-104-1-4275 0 0</inkml:trace>
  <inkml:trace contextRef="#ctx0" brushRef="#br0" timeOffset="1">179 180 532 0 0,'14'-3'464'0'0,"1"1"-48"0"0,1-1-40 0 0,1 2-8 0 0,0-2-56 0 0,-6 0-56 0 0,6-3-88 0 0,-5 3-136 0 0,1 1-88 0 0,-1-2-224 0 0,-4 1-156 0 0,4-2-464 0 0,-5 1 208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8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1 288 0 0,'0'0'721'0'0,"-5"30"2049"0"0,15 127 2004 0 0,1 3-2926 0 0,-17-128-1934 0 0,6-31-27 0 0,-1 0-1 0 0,1 0 0 0 0,-1 0 1 0 0,1 0-1 0 0,-1 0 0 0 0,1 0 1 0 0,-1 0-1 0 0,0 0 0 0 0,1 0 1 0 0,-1 0-1 0 0,0-1 1 0 0,0 1-1 0 0,1 0 0 0 0,-1 0 1 0 0,0-1-1 0 0,0 1 0 0 0,0 0 1 0 0,0-1-1 0 0,0 1 0 0 0,0-1 1 0 0,0 1-1 0 0,0-1 1 0 0,-1 0-1 0 0,1 1 0 0 0,-1-1 1 0 0,-13-8-3532 0 0,7 3 1553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8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23 328 0 0,'21'-7'2857'0'0,"-9"3"-1970"0"0,1 1 0 0 0,-1 0 1 0 0,26-2-1 0 0,-33 5-768 0 0,0-1 0 0 0,0 1 1 0 0,0 1-1 0 0,0-1 0 0 0,0 1 1 0 0,0-1-1 0 0,0 1 0 0 0,-1 1 1 0 0,1-1-1 0 0,0 1 0 0 0,-1 0 0 0 0,1 0 1 0 0,6 4-1 0 0,-10-6-107 0 0,0 1 0 0 0,0 0 0 0 0,-1-1-1 0 0,1 1 1 0 0,0 0 0 0 0,0 0 0 0 0,-1-1 0 0 0,1 1 0 0 0,-1 0 0 0 0,1 0-1 0 0,0 0 1 0 0,-1 0 0 0 0,0 0 0 0 0,1 0 0 0 0,-1 0 0 0 0,1 0-1 0 0,-1 0 1 0 0,0 0 0 0 0,0 0 0 0 0,0 0 0 0 0,0 0 0 0 0,0 0-1 0 0,0 0 1 0 0,0 1 0 0 0,0-1 0 0 0,0 1 0 0 0,-1 0-16 0 0,0 1 1 0 0,0 0 0 0 0,0-1 0 0 0,-1 1-1 0 0,1-1 1 0 0,0 1 0 0 0,-1-1-1 0 0,0 0 1 0 0,-3 4 0 0 0,-2 1-67 0 0,-1 0 0 0 0,0 0 0 0 0,0-1 0 0 0,-16 9 0 0 0,2-2-88 0 0,-23 9-205 0 0,45-21 357 0 0,-1-1-1 0 0,1 1 1 0 0,-1 0 0 0 0,1-1 0 0 0,-1 1-1 0 0,1-1 1 0 0,-1 1 0 0 0,1 0-1 0 0,0-1 1 0 0,0 1 0 0 0,-1 0-1 0 0,1 0 1 0 0,0-1 0 0 0,0 1 0 0 0,0 0-1 0 0,-1-1 1 0 0,1 1 0 0 0,0 0-1 0 0,0 1 1 0 0,34 15 185 0 0,-10-3-21 0 0,-10-7-49 0 0,-1 0-1 0 0,0 2 1 0 0,13 9-1 0 0,-24-16-89 0 0,1 0-1 0 0,-1 0 1 0 0,1 1-1 0 0,-1-1 1 0 0,0 1-1 0 0,0-1 1 0 0,0 1 0 0 0,-1-1-1 0 0,1 1 1 0 0,0 0-1 0 0,-1 0 1 0 0,0 0-1 0 0,0 0 1 0 0,0 0-1 0 0,0 0 1 0 0,0 0 0 0 0,-1 1-1 0 0,1-1 1 0 0,-1 0-1 0 0,0 4 1 0 0,0-3-8 0 0,-1-1 1 0 0,0 1 0 0 0,0 0-1 0 0,-1-1 1 0 0,1 1 0 0 0,-1-1-1 0 0,1 1 1 0 0,-1-1-1 0 0,0 0 1 0 0,0 0 0 0 0,-1 1-1 0 0,1-2 1 0 0,-1 1 0 0 0,1 0-1 0 0,-1 0 1 0 0,0-1 0 0 0,0 0-1 0 0,0 1 1 0 0,0-1-1 0 0,-1 0 1 0 0,1-1 0 0 0,0 1-1 0 0,-1 0 1 0 0,-6 1 0 0 0,2 0 11 0 0,-1-1 1 0 0,1 0-1 0 0,-1 0 1 0 0,1-1 0 0 0,-1 0-1 0 0,0 0 1 0 0,1-1-1 0 0,-1 0 1 0 0,-14-2 0 0 0,-10-8 60 0 0,19 0-1381 0 0,8-5-3501 0 0,6 9 2903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9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4 680 0 0,'0'0'196'0'0,"0"0"0"0"0,0-1-1 0 0,1 1 1 0 0,-1 0 0 0 0,0 0 0 0 0,0-1-1 0 0,1 1 1 0 0,-1 0 0 0 0,0 0 0 0 0,1-1-1 0 0,-1 1 1 0 0,0 0 0 0 0,1 0 0 0 0,-1 0 0 0 0,0 0-1 0 0,1-1 1 0 0,-1 1 0 0 0,0 0 0 0 0,1 0-1 0 0,-1 0 1 0 0,0 0 0 0 0,1 0 0 0 0,-1 0-1 0 0,1 0 1 0 0,-1 0 0 0 0,0 0 0 0 0,1 0-1 0 0,0 0 1 0 0,3 11 192 0 0,1 1-1 0 0,-1-1 1 0 0,-1 0-1 0 0,0 1 1 0 0,0 0-1 0 0,-1 0 1 0 0,0 14-1 0 0,1-2-35 0 0,14 91 579 0 0,-12-71-1358 0 0,-4-16-3203 0 0,-11-23-1237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29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0 812 0 0,'25'5'1427'0'0,"-1"1"1"0"0,-1 1-1 0 0,33 14 0 0 0,-43-15-1080 0 0,-1 0-1 0 0,0 0 0 0 0,-1 1 1 0 0,1 1-1 0 0,-1 0 0 0 0,-1 0 1 0 0,18 19-1 0 0,-25-25-297 0 0,-1 1-1 0 0,0 0 0 0 0,0-1 1 0 0,0 1-1 0 0,-1 0 1 0 0,1 0-1 0 0,-1 0 1 0 0,1 0-1 0 0,-1 0 0 0 0,0 1 1 0 0,0-1-1 0 0,0 0 1 0 0,-1 0-1 0 0,1 1 0 0 0,-1-1 1 0 0,0 0-1 0 0,0 1 1 0 0,0-1-1 0 0,0 0 1 0 0,-1 1-1 0 0,1-1 0 0 0,-1 0 1 0 0,0 1-1 0 0,0-1 1 0 0,0 0-1 0 0,0 0 0 0 0,-1 0 1 0 0,1 0-1 0 0,-1 0 1 0 0,1 0-1 0 0,-1 0 1 0 0,0-1-1 0 0,-1 1 0 0 0,1 0 1 0 0,-4 3-1 0 0,-8 6-52 0 0,0 0 0 0 0,0 0-1 0 0,-1-2 1 0 0,0 0 0 0 0,-21 10 0 0 0,5-5-980 0 0,-1-1 1 0 0,-43 12 0 0 0,32-12-2663 0 0,18-7 1160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31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156 227 472 0 0,'-1'-2'4979'0'0,"1"2"-4875"0"0,-9 9 2474 0 0,-22 32-1752 0 0,-4 5-190 0 0,22-29-420 0 0,1 1 0 0 0,0 1 0 0 0,1-1 0 0 0,1 2 0 0 0,-7 21 0 0 0,16-39-192 0 0,0-1-1 0 0,1 1 1 0 0,-1 0-1 0 0,1-1 1 0 0,-1 1-1 0 0,1 0 1 0 0,0-1 0 0 0,0 1-1 0 0,0 0 1 0 0,0-1-1 0 0,0 1 1 0 0,0 0 0 0 0,0 0-1 0 0,1-1 1 0 0,-1 1-1 0 0,0 0 1 0 0,1-1-1 0 0,-1 1 1 0 0,1-1 0 0 0,0 1-1 0 0,1 2 1 0 0,-1-4-3 0 0,23 10 123 0 0,-21-11-148 0 0,3 7 33 0 0,-6-5-29 0 0,1 0 0 0 0,-1 0 0 0 0,0 0 1 0 0,1 0-1 0 0,-1 0 0 0 0,0 0 0 0 0,1 0 0 0 0,-1 0 1 0 0,1 0-1 0 0,0 0 0 0 0,-1 0 0 0 0,1 0 0 0 0,0-1 1 0 0,-1 1-1 0 0,1 0 0 0 0,0-1 0 0 0,0 1 1 0 0,0 0-1 0 0,0-1 0 0 0,0 1 0 0 0,-1-1 0 0 0,1 1 1 0 0,0-1-1 0 0,2 1 0 0 0,5 1-4 0 0,0-1 0 0 0,1 0 0 0 0,-1 0 0 0 0,0 0 0 0 0,0-1 0 0 0,0-1 0 0 0,1 1 0 0 0,-1-1 0 0 0,0-1 0 0 0,0 1 0 0 0,0-2 0 0 0,0 1 0 0 0,0-1 0 0 0,-1 0 0 0 0,1 0 0 0 0,-1-1 0 0 0,0 0 0 0 0,0-1 0 0 0,11-8 0 0 0,-12 9-82 0 0,-1-1-1 0 0,0 0 1 0 0,0 0 0 0 0,0-1-1 0 0,0 0 1 0 0,-1 1 0 0 0,7-13-1 0 0,-11 18 66 0 0,1-1 0 0 0,-1 1 0 0 0,1-1 0 0 0,-1 1 0 0 0,0-1-1 0 0,1 0 1 0 0,-1 1 0 0 0,0-1 0 0 0,0 0 0 0 0,1 1 0 0 0,-1-1-1 0 0,0 0 1 0 0,0 0 0 0 0,0 1 0 0 0,0-1 0 0 0,0 0 0 0 0,0 1 0 0 0,0-1-1 0 0,0 0 1 0 0,0 1 0 0 0,0-1 0 0 0,0 0 0 0 0,-1 0 0 0 0,1 0-1 0 0,-13 12-113 0 0,-15 29 221 0 0,27-38-65 0 0,0 1 0 0 0,0-1 0 0 0,0 1 0 0 0,0-1 0 0 0,0 1 0 0 0,0-1-1 0 0,1 1 1 0 0,-1-1 0 0 0,1 1 0 0 0,0 0 0 0 0,0-1 0 0 0,0 1 0 0 0,0 0 0 0 0,0-1-1 0 0,1 1 1 0 0,-1-1 0 0 0,1 1 0 0 0,0 0 0 0 0,-1-1 0 0 0,1 1 0 0 0,2 2 0 0 0,-1-2-4 0 0,0-1 1 0 0,-1 0 0 0 0,1 0 0 0 0,0-1 0 0 0,1 1-1 0 0,-1 0 1 0 0,0-1 0 0 0,0 1 0 0 0,1-1-1 0 0,-1 0 1 0 0,1 0 0 0 0,-1 1 0 0 0,1-2 0 0 0,-1 1-1 0 0,1 0 1 0 0,0-1 0 0 0,-1 1 0 0 0,1-1 0 0 0,0 1-1 0 0,-1-1 1 0 0,5-1 0 0 0,1 1 8 0 0,1 0 0 0 0,-1-1 0 0 0,1 0 0 0 0,-1 0 0 0 0,0-1 0 0 0,14-4 0 0 0,-20 5-31 0 0,0 0 0 0 0,0 1 0 0 0,0-1 0 0 0,-1 0-1 0 0,1 0 1 0 0,0 0 0 0 0,-1-1 0 0 0,1 1 0 0 0,0 0 0 0 0,-1-1 0 0 0,0 1-1 0 0,1-1 1 0 0,-1 1 0 0 0,0-1 0 0 0,0 0 0 0 0,0 1 0 0 0,0-1 0 0 0,0 0-1 0 0,0 0 1 0 0,0 0 0 0 0,0 0 0 0 0,-1 1 0 0 0,1-1 0 0 0,-1 0 0 0 0,0 0-1 0 0,1 0 1 0 0,-1 0 0 0 0,0 0 0 0 0,0-1 0 0 0,0 1 0 0 0,-1 0 0 0 0,1 0-1 0 0,-1-3 1 0 0,0 2-31 0 0,-1 0 0 0 0,1 0-1 0 0,-1 0 1 0 0,1 1-1 0 0,-1-1 1 0 0,0 0 0 0 0,0 1-1 0 0,0-1 1 0 0,-1 1 0 0 0,1 0-1 0 0,0 0 1 0 0,-1 0-1 0 0,-3-2 1 0 0,-37-21-390 0 0,32 21 181 0 0,8 3 138 0 0,7-1 73 0 0,9-3 105 0 0,17-10-4 0 0,-18 9-41 0 0,0 0 1 0 0,-1 1-1 0 0,2 0 1 0 0,-1 1 0 0 0,1 0-1 0 0,-1 1 1 0 0,1 0 0 0 0,17-1-1 0 0,-27 4-23 0 0,0 0 0 0 0,1 1 0 0 0,-1-1 0 0 0,0 1 0 0 0,0 0-1 0 0,0 0 1 0 0,0 0 0 0 0,-1 0 0 0 0,1 1 0 0 0,0-1 0 0 0,0 1 0 0 0,-1-1-1 0 0,1 1 1 0 0,-1 0 0 0 0,1 0 0 0 0,-1 0 0 0 0,0 0 0 0 0,0 1 0 0 0,0-1-1 0 0,0 1 1 0 0,0-1 0 0 0,-1 1 0 0 0,1-1 0 0 0,-1 1 0 0 0,1 0 0 0 0,-1 0-1 0 0,2 6 1 0 0,0 2 0 0 0,0 1-1 0 0,-1 0 0 0 0,0 0 1 0 0,0 0-1 0 0,-1 20 0 0 0,-1-25-1 0 0,0 0 0 0 0,-1 0 0 0 0,1 0 0 0 0,-1 0 0 0 0,-4 11 0 0 0,13-32 38 0 0,0 0 1 0 0,1 1-1 0 0,0 0 1 0 0,1 0-1 0 0,1 1 1 0 0,0 0-1 0 0,0 1 0 0 0,23-17 1 0 0,-28 24-43 0 0,-1 1 0 0 0,1 0-1 0 0,0 0 1 0 0,0 1 0 0 0,10-4 0 0 0,-15 6 1 0 0,0 1 0 0 0,0-1 1 0 0,0 0-1 0 0,0 0 0 0 0,0 1 0 0 0,0-1 1 0 0,0 1-1 0 0,0-1 0 0 0,0 1 1 0 0,0-1-1 0 0,0 1 0 0 0,0-1 1 0 0,0 1-1 0 0,0 0 0 0 0,0 0 0 0 0,0-1 1 0 0,-1 1-1 0 0,1 0 0 0 0,0 0 1 0 0,-1 0-1 0 0,1 0 0 0 0,0 0 1 0 0,-1 0-1 0 0,1 0 0 0 0,0 2 1 0 0,11 26-27 0 0,-9-23 25 0 0,-1 0 1 0 0,0 0-1 0 0,1 0 1 0 0,0-1-1 0 0,1 0 1 0 0,-1 1-1 0 0,1-1 1 0 0,6 6-1 0 0,-8-9 2 0 0,1 1 0 0 0,-1-1 0 0 0,1 0 1 0 0,0 0-1 0 0,-1 0 0 0 0,1 0 0 0 0,0 0 0 0 0,0-1 0 0 0,1 0 0 0 0,-1 1 1 0 0,0-1-1 0 0,0 0 0 0 0,1 0 0 0 0,-1-1 0 0 0,0 1 0 0 0,5-1 0 0 0,-5 0 0 0 0,-1 0 1 0 0,0-1-1 0 0,0 1 0 0 0,0-1 0 0 0,0 0 1 0 0,0 1-1 0 0,0-1 0 0 0,-1 0 0 0 0,1 0 0 0 0,0 0 1 0 0,0 0-1 0 0,0-1 0 0 0,-1 1 0 0 0,1 0 0 0 0,-1-1 1 0 0,1 1-1 0 0,-1-1 0 0 0,2-3 0 0 0,22-36 7 0 0,-18 27 3 0 0,11-20-29 0 0,-2-2-1 0 0,21-67 1 0 0,-29 78 9 0 0,36-155-364 0 0,-28 104 423 0 0,-42 177 854 0 0,-14 70-328 0 0,36-147-498 0 0,2 0 0 0 0,0 0 0 0 0,1 1 0 0 0,1-1-1 0 0,5 28 1 0 0,-4-44-53 0 0,0-1-1 0 0,1 1 1 0 0,0-1-1 0 0,1 1 0 0 0,0-1 1 0 0,0 0-1 0 0,0 0 0 0 0,1 0 1 0 0,0 0-1 0 0,0-1 1 0 0,8 9-1 0 0,-10-13-158 0 0,0 0 0 0 0,0 0 0 0 0,0-1 0 0 0,0 1 0 0 0,0 0 0 0 0,0-1 0 0 0,1 0 1 0 0,-1 1-1 0 0,1-1 0 0 0,-1 0 0 0 0,1 0 0 0 0,-1 0 0 0 0,1-1 0 0 0,-1 1 0 0 0,1-1 0 0 0,0 1 0 0 0,-1-1 0 0 0,1 0 0 0 0,0 0 0 0 0,-1 0 0 0 0,1 0 0 0 0,0-1 1 0 0,-1 1-1 0 0,1-1 0 0 0,0 1 0 0 0,-1-1 0 0 0,1 0 0 0 0,-1 0 0 0 0,1 0 0 0 0,-1 0 0 0 0,0-1 0 0 0,1 1 0 0 0,-1-1 0 0 0,0 1 0 0 0,3-3 0 0 0,4-6-2664 0 0,-1-1 213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31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36 524 0 0,'28'-8'1511'0'0,"1"1"0"0"0,50-5 0 0 0,-51 8-990 0 0,30 0-313 0 0,-20 3-3507 0 0,-29 1 1900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3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64 348 0 0,'-9'-26'3410'0'0,"9"25"-3355"0"0,0 0 0 0 0,0 0 0 0 0,0 0 0 0 0,0 0 0 0 0,0 0 0 0 0,-1 0 0 0 0,1 0 0 0 0,0 0 0 0 0,-1 0 0 0 0,1 0 0 0 0,-1 1 0 0 0,1-1 0 0 0,-1 0 0 0 0,1 0 0 0 0,-1 0 0 0 0,0 1 0 0 0,1-1 0 0 0,-1 0 0 0 0,0 1 0 0 0,0-1 0 0 0,0 0 0 0 0,1 1 0 0 0,-1-1 0 0 0,0 1 0 0 0,0 0 0 0 0,0-1 0 0 0,-1 0 0 0 0,0 1 11 0 0,0 0 0 0 0,-1 0 0 0 0,1 0 0 0 0,0 0 0 0 0,0 0 0 0 0,-1 1 0 0 0,1-1 0 0 0,0 1 0 0 0,0-1 0 0 0,0 1 0 0 0,-4 1 0 0 0,-2 2 109 0 0,0 1 1 0 0,1-1-1 0 0,-1 1 0 0 0,1 0 1 0 0,-8 8-1 0 0,8-6-7 0 0,1 0 0 0 0,0 0 0 0 0,0 1 1 0 0,1 0-1 0 0,-1 0 0 0 0,-4 12 0 0 0,8-17-132 0 0,1-1-1 0 0,0 1 1 0 0,0 0-1 0 0,0 0 1 0 0,0-1 0 0 0,0 1-1 0 0,1 0 1 0 0,-1 0 0 0 0,1 0-1 0 0,0 0 1 0 0,0-1 0 0 0,0 1-1 0 0,0 0 1 0 0,1 0-1 0 0,-1 0 1 0 0,1 0 0 0 0,-1-1-1 0 0,1 1 1 0 0,0 0 0 0 0,0 0-1 0 0,0-1 1 0 0,1 1 0 0 0,-1-1-1 0 0,0 1 1 0 0,4 3 0 0 0,-4-5-23 0 0,0 0 0 0 0,0 0 1 0 0,0 0-1 0 0,0 0 0 0 0,0-1 1 0 0,0 1-1 0 0,0 0 1 0 0,1 0-1 0 0,-1-1 0 0 0,0 1 1 0 0,0-1-1 0 0,1 1 1 0 0,-1-1-1 0 0,0 0 0 0 0,1 1 1 0 0,-1-1-1 0 0,1 0 1 0 0,-1 0-1 0 0,0 0 0 0 0,1 0 1 0 0,-1 0-1 0 0,1 0 1 0 0,1-1-1 0 0,1 0 1 0 0,-1 0-1 0 0,0-1 1 0 0,1 1 0 0 0,-1-1 0 0 0,0 0-1 0 0,0 0 1 0 0,0 0 0 0 0,0 0-1 0 0,3-3 1 0 0,2-3 12 0 0,0-1 0 0 0,0 0 0 0 0,-1 0 0 0 0,12-19 0 0 0,35-91 64 0 0,-50 115-10 0 0,-3 10-23 0 0,-2 29 8 0 0,0-21-43 0 0,1 0 0 0 0,2 26 0 0 0,-2-36-9 0 0,1 0 1 0 0,0 0-1 0 0,1 0 1 0 0,-1-1-1 0 0,1 1 1 0 0,-1-1-1 0 0,1 1 1 0 0,3 3-1 0 0,-4-6-8 0 0,0 0 0 0 0,0 0 0 0 0,0-1 0 0 0,0 1 0 0 0,0 0-1 0 0,0-1 1 0 0,0 1 0 0 0,0-1 0 0 0,0 1 0 0 0,0-1 0 0 0,0 0 0 0 0,0 1-1 0 0,1-1 1 0 0,-1 0 0 0 0,0 0 0 0 0,0 0 0 0 0,0 0 0 0 0,0 0 0 0 0,1 0-1 0 0,-1 0 1 0 0,0 0 0 0 0,0 0 0 0 0,0 0 0 0 0,0-1 0 0 0,1 1 0 0 0,-1-1-1 0 0,0 1 1 0 0,0-1 0 0 0,1 0 0 0 0,9-5 16 0 0,-1 0 1 0 0,1-1 0 0 0,-2 0-1 0 0,1-1 1 0 0,-1 0-1 0 0,0-1 1 0 0,0 0-1 0 0,-1 0 1 0 0,-1-1-1 0 0,11-16 1 0 0,-7 10-2 0 0,2 4 7 0 0,-5 14-1 0 0,2 24 19 0 0,-3-4-22 0 0,17 15 58 0 0,-23-35-125 0 0,1 0 0 0 0,0 0 0 0 0,0 0 0 0 0,0 0 0 0 0,0 0 0 0 0,0 0 0 0 0,1 0 0 0 0,-1-1 0 0 0,0 1 1 0 0,1-1-1 0 0,-1 0 0 0 0,1 0 0 0 0,2 1 0 0 0,-3-1-359 0 0,-2-1 317 0 0,1-1 0 0 0,0 1 0 0 0,-1 0 0 0 0,1 0 0 0 0,-1 0 0 0 0,1 0 0 0 0,0-1 0 0 0,-1 1 0 0 0,1 0 0 0 0,-1-1 0 0 0,1 1 0 0 0,-1 0 0 0 0,1-1 0 0 0,0 1 0 0 0,-1-1 0 0 0,0 1 0 0 0,1-1 0 0 0,-1 1 0 0 0,1-1 0 0 0,-1 1 0 0 0,0-1 0 0 0,1 1 0 0 0,-1-2 0 0 0,3-4-3406 0 0,-2-2 1048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32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0 164 0 0,'0'0'3132'0'0,"21"6"-2680"0"0,-18-3 340 0 0,4 0-532 0 0,-6 0-176 0 0,3 0-72 0 0,-3 3-1028 0 0,3-3-604 0 0,-4 2 376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8:33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13 110 280 0 0,'2'3'288'0'0,"0"0"0"0"0,1 0 0 0 0,-1 1 0 0 0,0-1 0 0 0,0 1 0 0 0,-1-1 0 0 0,1 1 0 0 0,-1 0 0 0 0,0-1 0 0 0,0 1 0 0 0,0 0 0 0 0,0 0 0 0 0,-1 0 0 0 0,0 0-1 0 0,1 0 1 0 0,-1 0 0 0 0,-1 4 0 0 0,1-3-178 0 0,0-1-1 0 0,-1 1 0 0 0,0-1 1 0 0,1 1-1 0 0,-1-1 0 0 0,-1 0 0 0 0,1 1 1 0 0,-1-1-1 0 0,0 0 0 0 0,1 0 1 0 0,-2 0-1 0 0,1 0 0 0 0,0 0 0 0 0,-6 5 1 0 0,7-8-30 0 0,1-1-67 0 0,0 0 0 0 0,0 0 1 0 0,-1 0-1 0 0,1 0 1 0 0,0 0-1 0 0,-1-1 0 0 0,1 1 1 0 0,0 0-1 0 0,0 0 1 0 0,-1 0-1 0 0,1 0 0 0 0,0 0 1 0 0,0 0-1 0 0,-1 0 1 0 0,1-1-1 0 0,0 1 0 0 0,0 0 1 0 0,-1 0-1 0 0,1 0 1 0 0,0-1-1 0 0,0 1 0 0 0,0 0 1 0 0,-1 0-1 0 0,1 0 1 0 0,0-1-1 0 0,0 1 0 0 0,0 0 1 0 0,0 0-1 0 0,0-1 1 0 0,0 1-1 0 0,-1 0 0 0 0,1-1 1 0 0,0 1-1 0 0,0 0 1 0 0,0 0-1 0 0,0-1 0 0 0,0 1 1 0 0,0 0-1 0 0,0-1 1 0 0,0 1-1 0 0,0 0 1 0 0,6-20 294 0 0,19-25-76 0 0,-19 34-160 0 0,-3 6-16 0 0,0 0-1 0 0,0-1 1 0 0,0 1-1 0 0,1 0 1 0 0,-1 1 0 0 0,1-1-1 0 0,0 0 1 0 0,1 1-1 0 0,-1 0 1 0 0,1 0 0 0 0,0 1-1 0 0,0-1 1 0 0,0 1-1 0 0,0 0 1 0 0,7-3 0 0 0,-10 6-32 0 0,-1 0 0 0 0,0 0 0 0 0,1 0 0 0 0,-1 0 0 0 0,1 0 0 0 0,-1 0 0 0 0,0 0 1 0 0,1 1-1 0 0,-1-1 0 0 0,0 0 0 0 0,1 1 0 0 0,-1-1 0 0 0,0 1 0 0 0,1 0 1 0 0,-1-1-1 0 0,0 1 0 0 0,0 0 0 0 0,0 0 0 0 0,0 0 0 0 0,0 0 0 0 0,0 0 0 0 0,0 0 1 0 0,0 0-1 0 0,0 0 0 0 0,0 0 0 0 0,0 0 0 0 0,-1 0 0 0 0,1 1 0 0 0,0-1 1 0 0,0 3-1 0 0,16 43 330 0 0,-15-41-325 0 0,0 2 16 0 0,1 0 0 0 0,-1-1 0 0 0,2 1 0 0 0,-1-1 0 0 0,1 0 0 0 0,0 0 0 0 0,9 12 0 0 0,-11-17-38 0 0,-1-1 0 0 0,1 1 0 0 0,0 0-1 0 0,0-1 1 0 0,0 0 0 0 0,0 1 0 0 0,0-1 0 0 0,0 0-1 0 0,0 0 1 0 0,0 0 0 0 0,0 0 0 0 0,0 0-1 0 0,0-1 1 0 0,1 1 0 0 0,-1-1 0 0 0,0 1 0 0 0,1-1-1 0 0,-1 0 1 0 0,0 0 0 0 0,1 0 0 0 0,-1 0 0 0 0,0 0-1 0 0,1-1 1 0 0,-1 1 0 0 0,0-1 0 0 0,0 1-1 0 0,1-1 1 0 0,-1 0 0 0 0,0 0 0 0 0,0 0 0 0 0,4-2-1 0 0,9-5 2 0 0,-1 0 0 0 0,1-2-1 0 0,-1 1 1 0 0,-1-2 0 0 0,22-20-1 0 0,-25 21-67 0 0,-1-1 1 0 0,15-20-1 0 0,-21 26 29 0 0,-1 1-1 0 0,1-1 1 0 0,-1 1 0 0 0,0-1 0 0 0,-1 0 0 0 0,1 0 0 0 0,-1 0 0 0 0,0 0 0 0 0,0 0-1 0 0,0-10 1 0 0,-1 14 28 0 0,0 1 0 0 0,-1-1-1 0 0,1 1 1 0 0,0-1 0 0 0,0 1-1 0 0,-1-1 1 0 0,1 1 0 0 0,0-1-1 0 0,-1 1 1 0 0,1-1 0 0 0,0 1-1 0 0,-1 0 1 0 0,1-1 0 0 0,-1 1-1 0 0,1-1 1 0 0,-1 1 0 0 0,1 0-1 0 0,-1 0 1 0 0,1-1 0 0 0,-1 1-1 0 0,1 0 1 0 0,-1 0 0 0 0,1 0-1 0 0,-1-1 1 0 0,1 1 0 0 0,-1 0-1 0 0,0 0 1 0 0,1 0 0 0 0,-1 0-1 0 0,1 0 1 0 0,-1 0 0 0 0,1 0-1 0 0,-1 0 1 0 0,0 0 0 0 0,1 1-1 0 0,-1-1 1 0 0,-19 3-44 0 0,15 0 76 0 0,0-1 0 0 0,0 1-1 0 0,0 0 1 0 0,0 0 0 0 0,1 0-1 0 0,-1 0 1 0 0,1 1 0 0 0,0 0 0 0 0,0 0-1 0 0,0 0 1 0 0,1 1 0 0 0,0-1-1 0 0,-1 1 1 0 0,1-1 0 0 0,1 1-1 0 0,-1 0 1 0 0,1 1 0 0 0,0-1 0 0 0,0 0-1 0 0,0 0 1 0 0,1 1 0 0 0,-1 9-1 0 0,1-12 10 0 0,1-1 0 0 0,1 0-1 0 0,-1 0 1 0 0,0 1-1 0 0,0-1 1 0 0,1 0-1 0 0,-1 0 1 0 0,1 0 0 0 0,0 0-1 0 0,0 1 1 0 0,0-1-1 0 0,0 0 1 0 0,0 0-1 0 0,0-1 1 0 0,0 1 0 0 0,0 0-1 0 0,1 0 1 0 0,-1 0-1 0 0,1-1 1 0 0,0 1 0 0 0,2 1-1 0 0,-1-1 10 0 0,0 0 0 0 0,1-1 0 0 0,0 1 0 0 0,-1-1 0 0 0,1 0 0 0 0,-1 0 0 0 0,1 0 0 0 0,0 0 0 0 0,0-1 0 0 0,0 0 0 0 0,6 0 0 0 0,1 0 20 0 0,0-1-1 0 0,1-1 0 0 0,-1 0 0 0 0,0-1 1 0 0,0 0-1 0 0,0 0 0 0 0,16-8 0 0 0,-21 7-46 0 0,1 0-1 0 0,-1 0 1 0 0,0 0-1 0 0,0-1 1 0 0,-1 0-1 0 0,0 0 1 0 0,1 0 0 0 0,-2 0-1 0 0,1-1 1 0 0,-1 0-1 0 0,7-12 1 0 0,-1-1-25 0 0,-2-1 1 0 0,11-34-1 0 0,-18 52 0 0 0,-1 1-4 0 0,0 0-1 0 0,0-1 1 0 0,0 1-1 0 0,0 0 1 0 0,0 0-1 0 0,1 0 0 0 0,-1 0 1 0 0,0 0-1 0 0,1 0 1 0 0,-1 0-1 0 0,1 0 1 0 0,0 0-1 0 0,-1 0 1 0 0,1 0-1 0 0,0 0 1 0 0,-1 0-1 0 0,1 0 1 0 0,0 0-1 0 0,0 0 0 0 0,0 1 1 0 0,0-1-1 0 0,0 0 1 0 0,0 1-1 0 0,0-1 1 0 0,0 1-1 0 0,0-1 1 0 0,0 1-1 0 0,0-1 1 0 0,0 1-1 0 0,0 0 1 0 0,0 0-1 0 0,3-1 1 0 0,-3 1-4 0 0,29 8-52 0 0,-27-8 62 0 0,-1 0 0 0 0,1 1 0 0 0,-1-1 0 0 0,1 1 0 0 0,-1 0 0 0 0,0 0-1 0 0,1 0 1 0 0,-1 0 0 0 0,0 0 0 0 0,0 0 0 0 0,0 1 0 0 0,0-1 0 0 0,0 1 0 0 0,0-1 0 0 0,0 1 0 0 0,0 0-1 0 0,0 0 1 0 0,-1 0 0 0 0,1 0 0 0 0,-1 0 0 0 0,0 0 0 0 0,1 0 0 0 0,-1 1 0 0 0,0-1 0 0 0,0 0 0 0 0,1 5-1 0 0,-2 0 70 0 0,0-1 0 0 0,0 1 0 0 0,0-1 0 0 0,-1 0 0 0 0,0 1-1 0 0,0-1 1 0 0,0 0 0 0 0,-1 0 0 0 0,-3 8 0 0 0,0-1 47 0 0,2-7 9 0 0,1 0 0 0 0,0 0-1 0 0,1-1 1 0 0,-1 1-1 0 0,1 0 1 0 0,0 10 0 0 0,1-15-92 0 0,0 1 1 0 0,0-1 0 0 0,0 1 0 0 0,1-1-1 0 0,-1 1 1 0 0,1-1 0 0 0,-1 0 0 0 0,1 1-1 0 0,0-1 1 0 0,-1 1 0 0 0,1-1 0 0 0,0 0-1 0 0,0 0 1 0 0,0 1 0 0 0,0-1 0 0 0,0 0-1 0 0,0 0 1 0 0,0 0 0 0 0,0 0 0 0 0,1 0-1 0 0,-1 0 1 0 0,0-1 0 0 0,1 1 0 0 0,-1 0 0 0 0,0-1-1 0 0,1 1 1 0 0,-1-1 0 0 0,1 1 0 0 0,-1-1-1 0 0,3 1 1 0 0,8 1-59 0 0,0 0 0 0 0,1 0 0 0 0,-1-1 0 0 0,0-1 0 0 0,1 0 0 0 0,-1-1 0 0 0,20-3 0 0 0,27-10-2353 0 0,-4-4-4045 0 0,-38 10 2949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0:59:00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24 0 0,'0'0'1459'0'0,"2"10"292"0"0,-11-2-3428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9:31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11 108 0 0,'-3'-11'2232'0'0,"0"22"-3121"0"0,2-8 70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9:34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20 0 0,'3'-1'245'0'0,"14"-7"1830"0"0,-17 8-2082 0 0,1 0 1 0 0,-1 0-1 0 0,0-1 1 0 0,1 1 0 0 0,-1 0-1 0 0,0 0 1 0 0,1 0-1 0 0,-1 0 1 0 0,0 0-1 0 0,1 0 1 0 0,-1 0 0 0 0,0 0-1 0 0,0 0 1 0 0,1 0-1 0 0,-1 0 1 0 0,0 1-1 0 0,1-1 1 0 0,-1 0-1 0 0,0 0 1 0 0,1 0 0 0 0,-1 0-1 0 0,0 0 1 0 0,0 1-1 0 0,1-1 1 0 0,-1 0-1 0 0,0 0 1 0 0,0 0-1 0 0,1 1 1 0 0,-1-1 0 0 0,0 0-1 0 0,0 0 1 0 0,0 1-1 0 0,1-1 1 0 0,-1 0-1 0 0,0 0 1 0 0,0 1-1 0 0,0-1 1 0 0,0 0 0 0 0,0 1-1 0 0,0-1 1 0 0,1 0-1 0 0,-1 1 1 0 0,0-1-1 0 0,0 0 1 0 0,0 1 0 0 0,0-1-1 0 0,0 0 1 0 0,-1 1-1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09:59:36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88 0 0,'0'0'2860'0'0,"-11"16"-4636"0"0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0:37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0 224 0 0,'0'0'1160'0'0,"12"6"-1440"0"0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0:38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68 0 0,'30'-12'2065'0'0,"-26"11"-1819"0"0,0 0 0 0 0,0 0-1 0 0,0-1 1 0 0,0 0 0 0 0,0 1 0 0 0,-1-1 0 0 0,1-1 0 0 0,3-2 0 0 0,10 0 301 0 0,-11 5-3404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0:42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 64 0 0,'17'-4'312'0'0,"0"1"-56"0"0,-2-3-32 0 0,-2 1-28 0 0,2 1-36 0 0,2-2-32 0 0,-6 1-40 0 0,4 2-56 0 0,-1-3-84 0 0,-1 0-184 0 0,-1-2-256 0 0,-2 4 116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1:0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39 188 0 0,'0'0'1193'0'0,"-3"-11"2225"0"0,22-2-3092 0 0,-14 7 248 0 0,-8 6 404 0 0,2 1-926 0 0,0-1 0 0 0,1 1 0 0 0,-1-1 0 0 0,0 1 0 0 0,1-1 0 0 0,-1 1 0 0 0,1-1 0 0 0,-1 1-1 0 0,1-1 1 0 0,-1 1 0 0 0,1 0 0 0 0,0-1 0 0 0,-1 1 0 0 0,1 0 0 0 0,-1-1 0 0 0,1 1 0 0 0,0 0 0 0 0,-1 0 0 0 0,-1 1 338 0 0,-5-8-512 0 0,-3-7-4612 0 0,9 9 2932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1:0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9 40 0 0,'0'0'5872'0'0,"4"-5"-5724"0"0,-4 5-144 0 0,0 0 0 0 0,0 0 0 0 0,0 0 0 0 0,0 0 0 0 0,0 0 0 0 0,0 0 0 0 0,-1 0 0 0 0,1 0 0 0 0,0 0 0 0 0,0 0-1 0 0,0 0 1 0 0,0 0 0 0 0,0 0 0 0 0,0 0 0 0 0,0 0 0 0 0,0 0 0 0 0,0 0 0 0 0,0 0 0 0 0,0 0 0 0 0,0-1 0 0 0,0 1 0 0 0,-1 0 0 0 0,1 0 0 0 0,0 0 0 0 0,0 0 0 0 0,0 0 0 0 0,0 0 0 0 0,0 0-1 0 0,0 0 1 0 0,0 0 0 0 0,0 0 0 0 0,0 0 0 0 0,0 0 0 0 0,0-1 0 0 0,0 1 0 0 0,0 0 0 0 0,0 0 0 0 0,0 0 0 0 0,0 0 0 0 0,0 0 0 0 0,0 0 0 0 0,0 0 0 0 0,0 0 0 0 0,0 0 0 0 0,0 0-1 0 0,0-1 1 0 0,0 1 0 0 0,0 0 0 0 0,0 0 0 0 0,0 0 0 0 0,0 0 0 0 0,0 0 0 0 0,0 0 0 0 0,0 0 0 0 0,1 0 0 0 0,-1 0 0 0 0,0 0 0 0 0,0 0 0 0 0,0 0 0 0 0,0 0 0 0 0,0-1 0 0 0,-18 5-3553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2:44.38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214 259 4,'0'0'115,"-4"-13"2,4 13-6,0 0-17,0 0 4,0-12-2,0 12-5,0 0-8,0 0-3,-2-14-6,2 14-9,0 0-24,0 0 20,2-14 4,-2 14-10,0 0 1,0 0 1,0 0-8,0 0-7,0 0-6,0 0-3,0 0-9,-3-11-3,3 11-3,0 0 2,0 0-6,0 0 4,-26 23-4,17-13 6,-2 3-3,4 1-3,-2-1-4,-3 2-1,-2 4 2,2 3 2,0-1-6,-2-2 5,7-2-1,-1 0 0,-4 3-5,4-2 3,2-2 2,-1-1-6,2 0 4,1-3-4,-1 1-1,1-3-1,2 0 0,2-10 2,-3 14-2,3-14-1,-4 11 1,4-11 3,0 0 0,-6 9 12,6-9 4,0 0-1,0 0-2,0 0-5,0 0 1,0 0-1,0 0-3,0 0 0,19-32-3,-14 21 1,2-2-2,2-2 2,2 2-4,-2-2-2,2-6-6,-1 0-6,1-1 3,-1 0-7,3 1 1,-3 0-1,-1-2 1,3 4 0,0-2 3,-1 0 4,1 2 0,0 4-3,-3-1 1,2 1 1,-1 1 0,1 0 0,1 1 5,-1 1 4,1 0-12,-2 1 3,1 3-1,1-3 0,-1 2 5,-1 1 2,1-3-6,-4 4 8,1 0-3,1 2-6,-3-3 5,-6 8-5,14-8 6,-8 3 1,-6 5 1,7-9 2,-7 9-2,6-6 2,-6 6-10,0 0 9,0 0-2,11-7 5,-11 7-4,0 0-2,0 0-1,0 0 4,0 0 0,0 0 1,0 0-6,0 0 9,0 0-4,0 0 15,-6 30-2,6-30-1,-5 18 9,5-8 0,-3 3 4,3 2 4,0 0 1,0 0-4,0 1 2,2 0-3,-1 1 4,2 0-2,-1 4 12,1-4-1,0 2-3,-1-1-4,2-1-2,-1-1-4,-1 1-2,2 1 3,1 0-5,-4-2-8,1 0 7,-1-1-2,2 1-2,-3-2-1,2-3-1,-2-1-3,0-10 1,4 18-3,-4-11 1,0-7-5,0 14 3,0-14-2,0 10-2,0-10 2,0 0 0,2 15-3,-2-15 4,0 0-6,0 0 4,0 12 0,0-12 0,0 0-4,0 0 2,0 0-2,0 0-3,0 0 3,0 0 3,1 8-4,-1-8 0,0 0 1,0 0 0,0 0-1,0 0 0,0 0-6,0 0-6,0 0-4,0 0-10,0 0-4,0 0-9,0 0-7,0 0-14,0 0-14,0 0-26,0 0-15,0 0-27,0 0-64,0 0-119,0 0-347,-22-5 153</inkml:trace>
  <inkml:trace contextRef="#ctx0" brushRef="#br0" timeOffset="944">71 340 138,'0'0'157,"0"0"-21,0 0-15,0 0-9,0 0-12,0 0-14,30-8-2,-12 8-12,8 0-3,1-2-12,0 4-6,2-2-28,-3 0-37,-1-2-67,-8 2-105,3 2-200,-7-2 88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2:48.458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40,'0'0'78,"0"0"-19,0 0 4,0 0-11,0 0-11,0 0 6,0 0-4,0 0-6,0 0-10,0 0 1,0 0-2,0 0-3,0 0 1,0 0-5,0 0-19,0 0 18,0 0 3,0 0-10,0 0 8,0 0-4,0 0-3,0 0-3,0 0 0,0 0 0,0 0-10,0 0-9,0 0-7,0 0-20,0 0-26,0 0-38,0 0-108,0 0 48</inkml:trace>
  <inkml:trace contextRef="#ctx0" brushRef="#br0" timeOffset="122093">5047 5109 38,'0'0'241,"0"0"-14,-15 2-18,15-2-17,0 0-18,0 0-21,0 0-15,0 0-14,0 0-17,0 0-37,0 0-40,0 0-55,0 0-72,0 0-167,0 0-285,0 0 126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4:26.99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 46,'0'0'95,"0"0"-14,0 0-13,0 0 1,0 0-3,0 0-7,0 0-15,0 0-4,0 0 4,0 0-13,0 0 0,0 0-2,0 0-4,0 0 1,0 0-3,0 0-3,0 0 5,0 0 2,0 0-10,0 0-2,0 0-3,14-1-2,-14 1 4,0 0 1,0 0 0,0 0-6,13-2 3,-13 2 5,0 0-3,0 0-8,0 0-1,15 2 2,-15-2 5,0 0-2,0 0 4,18 1 6,-18-1-2,14 2-2,-14-2 1,18 2-2,-18-2 0,17 0-4,-7 1 3,-10-1-5,23 0 4,-11 3 3,0-3-3,-12 0 2,25 0-7,-9 0 2,-5 0-2,2 0-1,0 2-1,-13-2-5,21 0 4,-9 0 5,-12 0-7,19 0 0,-19 0 0,20 0-3,-11-2 0,-9 2 8,20-4-6,-8 4 6,-12 0-4,21 1-6,-4-2 8,-2-1 1,-3 2-5,3 0-3,-15 0 3,21 2-2,-9-2 0,-3 1 0,-9-1 3,23 0-3,-12 0-2,2 3 1,4-3 3,-6 2-2,-11-2 4,22 3 4,-13-3-6,-9 0 1,28 0 4,-15 0-5,2 0-1,-3 2-1,4-4 5,0 2-3,1-2-4,1 2 6,0 2-2,-1-4 6,1 2-2,2-1 2,-4 1-7,1-2-7,3-1 4,-5 2-2,0 1 5,1 0 1,-2-2 2,-14 2-10,21 0 2,-10 0 4,-11 0 5,23-2-10,-14 2 5,-9 0 1,18 2 0,-18-2-10,24-2 14,-13 1-7,1 4 2,3-3 4,0 0-1,-1 2-7,4-4 5,0 4 5,-3-2-1,3-2-3,-1 2-4,-2 2 4,3-2-1,0 0 2,-3 0 1,0-2-5,2 2 5,-3 2-4,1-2-4,-6 1 9,-9-1-2,24 0-5,-15 3 3,-9-3 0,20 2-5,-13-1 0,-7-1 6,20 0 10,-9 2 2,-11-2-5,19 0-1,-4-2 1,-5 4 1,-10-2 0,22-2-1,-11 2 3,-11 0-1,26-1-2,-13-1-2,-1-1 1,3 3-2,2-1 5,-6-1-3,-11 2 0,25 2-6,-13-4 3,1 0 0,-13 2 4,21-1-7,-12-1 2,-9 2 1,18 2-3,-9-1-1,-9-1 4,20 4-1,-13-4 0,-7 0-3,20 1 4,-13 2 0,-7-3-5,20 2 3,-9-2-8,-11 0 8,16 1-2,-4-1 5,-12 0-7,19 2 8,-19-2-9,16-2-3,-16 2 0,18 2 11,-18-2-8,16 2 5,-16-2-4,16 1 1,-16-1-1,15 0 5,-15 0-6,12 3 3,-12-3 1,16-3-5,-16 3 5,15 5-1,-15-5 2,16 1-1,-16-1-5,14 0 2,-14 0 0,15 0 0,-15 0 1,12 0-2,-12 0 1,0 0 2,11 2-2,-11-2 2,0 0-5,13 1 6,-13-1-5,0 0 5,0 0 1,0 0 4,0 0 0,0 0 10,0 0 3,0 0 8,0 0 0,0 0 1,0 0 4,12 2-3,-12-2 2,0 0-3,0 0 7,0 0-5,0 0-5,0 0 0,0 0 3,0 0-3,0 0 2,0 0 5,0 0-10,0 0 1,0 0-3,0 0-4,0 0 2,0 0-3,0 0-4,0 0-3,0 0-2,0 0 4,0 0-6,0 0 0,0 0 5,0 0-14,0 0-13,0 0-11,0 0-27,0 0-14,0 0-8,0 0-31,0 0-45,0 0-149,-30 12-326,30-12 145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4:48.93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444 4 36,'0'0'136,"0"0"-2,0 0-8,0 0-11,0 0-9,0 0-2,-9-8-18,9 8-6,0 0-2,0 0-14,-13 0-5,13 0-7,0 0 0,0 0-10,0 0-3,-20 3-3,20-3 1,0 0-5,-12 5-6,12-5-4,0 0 1,0 0-7,-17 5 3,17-5-4,-9 3 4,9-3-5,-13 7 12,5-4-8,8-3-2,-14 10 0,5-5 1,0 2 1,2 0 5,-5 0-8,-2 0 1,0 1-1,-2 4 1,-1-4 0,-1 2 8,-3 6-1,-2-2-3,-1 4 0,3 0 2,-1 0 0,7 0 6,-3 2-1,3-3-5,-2 2 3,7 1 0,-1-5-5,4 1 2,2 0-1,2 0-2,3 0 5,0 1-7,2-2 2,2-2-3,2 3 0,3-2-1,3-3-3,2 2 2,1-5-4,3-1 1,-3 0 0,5-2 1,-6 0-1,1-1-3,1-2 1,0-2 1,-1-2-2,-5 0-4,-10 2-6,14-5-3,-14 5 4,15-7-2,-15 7 3,6-7-3,-6 7 4,6-9-1,-6 9-3,2-9 3,-2 9-4,0 0 2,0 0 2,0 0-1,0 0-6,-2-15 0,2 15 1,0 0 1,0 0-11,0 0-6,0 0-1,0 0-2,0 0-3,0 0 2,0 0-27,0 0-4,24 5 3,-24-5-4,0 0-24,17 5 17,-17-5-2,9 2-9,-9-2-15,0 0-42,17-4-105,-17 4-256,0 0 113</inkml:trace>
  <inkml:trace contextRef="#ctx0" brushRef="#br0" timeOffset="992">830 47 62,'0'-12'140,"0"12"-5,0 0-12,0 0-13,-6-11-13,6 11-9,0 0-4,0 0-11,-12-3-2,12 3-5,0 0 2,0 0-2,-24 9-5,16-5-11,-2 1-5,1 1 10,-4 3-3,-2 4-3,-3 2 1,0 1 1,-2 4 0,4-2-9,-2 4 3,1-3-3,0 2 2,1 2 0,-3-2-8,4 4-1,-1-6-1,4 1-3,1-3-6,2-3 1,0 1-8,4 2 2,-1-5-6,2 2 9,2-4-10,2-10-1,3 20 1,3-13-2,-3 2-1,2-1-2,4-1 0,0-3-3,-1 1 4,7 0 0,-3-3-10,3 2-4,-4-4-6,1 0-10,-12 0-9,22-4-1,-5 3-2,-8 0-4,3-4 6,-3 0-14,3-1 11,-4 1-14,-8 5-5,13-16 7,-6 9-1,-1 2 2,0-3 7,-6 8 7,7-15-3,-7 15 8,3-10 8,0 3 2,-3 7-4,3-14 3,-3 14 2,5-11 2,-5 11-1,0 0 0,1-9 2,-1 9 3,0 0-1,0 0-3,5-10 8,-5 10-6,0 0 4,0 0 1,0 0 3,0 0-1,0 0-4,0 0 10,0 0-2,0 0 6,23 10 3,-23-10 2,19 5-2,-11-1 6,8-2 1,0 5 4,-3-3-6,1 1 5,-1 0-2,-1 1-10,-2 1 6,-3-1 0,4 1 14,-5-2-9,-6-5 8,6 16-5,-5-9 6,-1-7-2,0 15 4,0-15 16,-7 17 4,1-8-9,0-2-3,-2 0-3,1-2-3,7-5-5,-19 11 0,15-6-2,-5 0-2,1 0-3,8-5-9,-9 9-16,9-9-17,-9 7-20,9-7-34,0 0-28,0 0-41,0 0-133,0 0-301,0 0 134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5:05.52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17 2204,'0'0'177,"0"0"-23,0 0-69,0 0-15,0 0-22,0 0-7,0 0-5,0 0 4,0 0-3,0 0 10,0 0-1,0 0-5,0 0-4,0 0-1,0 0-4,0 0-6,0 0-1,0 0-5,0 0-31,31-18-41,-31 18-42,0 0-54,15 8-54,-15-8-248,0 0-486,0 0 215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5:00.92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120 517 30,'0'0'99,"0"-11"10,-2 0-28,2 11 13,2-16 2,-2 16-11,3-14 13,-3 14-12,0-14-12,0 14-4,1-10-4,-1 10 0,2-11-6,-2 11 5,0 0 2,0 0-12,3-16-2,-3 16-8,0 0-14,0 0 7,0 0-6,3-11-4,-3 11-2,0 0-3,0 0-2,0 0-6,0 0-1,0 0-6,0 0 1,0 0 2,0 0 0,0 0-5,0 0 10,0 0-1,0 0 1,0 0 9,-9 46-1,4-30-2,-1 1 1,-6 7 1,4-2-3,-2 2 2,1 1-4,1-2-1,-1-2-3,3 3 3,0-2-7,4-5 1,-4 3-2,3-4 2,-1-2-3,1 0 3,0-3-1,3 0-5,-3 1 3,3-12-2,-6 14-3,3-8 5,3-6-2,-2 13-4,2-13-4,0 0-6,-4 11 0,4-11-19,0 0-4,-5 6-17,5-6-1,0 0-26,0 0-33,0 0-15,0 0-34,0 0-86,0 0-261,0 0 115</inkml:trace>
  <inkml:trace contextRef="#ctx0" brushRef="#br0" timeOffset="473">103 389 103,'12'-3'123,"5"-5"-14,-4 1-11,7 0-2,0-1-10,2-1-9,3 1-8,-6 7-10,1-5-2,0 8-11,-4-4-4,2 1 3,-4 1-11,3 3-6,-8 1-2,4 0 2,-5 3 0,1 2-11,-3 2 2,-2 0-1,-2 4-2,-2 0-2,-2 2 1,-2-1-5,-2 1 2,-5 3-1,-1 3-2,-4-5 1,-4 2-12,0-5 1,-1 1-9,3 0-3,1-5 8,1-2 0,-1-2-3,0-1-6,1-1 6,7-1 3,9-4-2,-20 0 6,12 2 2,8-2-9,0 0 5,0 0 9,0 0-6,0 0-3,0 0-2,0 0 4,22-24-2,-7 20 0,-2-1 4,7 0 0,-6 2-4,5 1 0,1 1 5,0-1 4,-1 4-13,1-1 6,-3 1 8,-1 1-6,-2 3 7,1 0-1,-4-1-7,-2 1-1,-2-2 8,2 3-21,-6 5 18,2-4 15,-4 3-11,-1-11-1,-4 23 9,-1-9-10,-4 4 6,2-4 9,-5 3-7,1-3 4,-6 5-3,1-4-2,-1-3 6,5 1-5,-5 4-2,-2-2 2,-1 2-2,3-3 1,4-6-1,-4-1-4,3-2 0,-1 1 2,5 2 2,-4-5-5,8 1-2,-8-1 0,14-3 5,-18 0-13,18 0-5,-16 0-5,16 0-5,-14 3-4,14-3-1,-14-4 4,14 4-14,-13-4-7,13 4-13,-12-3 1,12 3-24,0 0-35,-14-6-67,14 6-191,-6-8 85</inkml:trace>
  <inkml:trace contextRef="#ctx0" brushRef="#br0" timeOffset="1232">714 687 98,'-3'11'85,"3"-11"1,-4 8 8,4-8-9,-10 11 3,10-11-5,-7 11-10,4-2-9,-3 1 0,6-10 4,-9 16-16,4-5 1,2 0-5,-3 0 3,6-2-11,0-9-7,-4 19 3,4-19-4,1 13-4,-1-13 0,6 13-4,-3-6 2,-3-7-8,14 6-2,-14-6-2,19 4 4,-8-3-1,1-2-14,2 1 5,1-5-10,0 2 10,0 0-6,-1-5-10,-1-1 2,2 1-14,2 1 9,-3-2-4,-1-2-4,-1 0 1,-4 1-3,4-1 3,-1 0 3,-1 2 5,-4-1 1,3 4 5,-1-2 4,-5 2 5,6-1 6,-9 7 7,8-11-5,-8 11-1,6-6 1,-6 6-4,7-6 2,-7 6-5,0 0 5,0 0-5,0 0-3,0 0 8,0 0 0,0 0 5,18 14-3,-18-14-4,0 13 5,2-6 1,-2-7-3,6 16-6,-6-6 4,0-10-6,3 13 5,0-6-3,-3-7 5,8 13-11,-2-9 4,-6-4-3,9 10 1,-9-10 3,16 3 2,-16-3-4,17 0 0,-6-2 2,-11 2-6,19-2 2,-7-5-1,-1 4-14,-2-2 13,5-2-9,-4-2-1,2 1-4,2-1-1,0 1-4,-2-3 13,1 2-9,-4-4 0,5 4 6,-3 1-5,1-3 2,-5 4 8,2 0-3,-4 2 2,-5 5-1,15-11 0,-15 11-2,8-5-2,-8 5 0,6-5 1,-6 5 8,0 0 3,0 0 18,0 0-4,0 0 6,0 0 0,0 0-1,-14 35-1,8-27 4,0 1 5,-2 4 1,2 0-3,0-2-2,3-2-2,2 5-2,-2-4-3,3-10 1,-3 19 0,3-19-3,3 17-2,-3-11 0,0-6 0,10 10 4,-1-7-3,2-1-5,-11-2 2,29 0 0,-16-2-1,7 0 1,-3-3 0,2-2-5,1 1-1,0-3 4,-1 0-4,7-4 1,-2-1-4,-4 0-2,5-3-7,-5-3-3,4 0-5,5-6-1,-6 5-4,-1-10-2,3-2-9,0-1-1,-2 0-7,0 0 5,-2 0-2,2 1 11,-7 2 5,-1 5 2,-1 4 4,0-2-2,-1 2-1,-1 2 23,-1 4 4,-2 0-3,-1 1-3,-2 2 14,3 1-5,-2 0-5,-4 5 12,3-3-10,-6 10 1,8-12-7,-5 7 2,-3 5 5,0 0-11,9-10 4,-9 10-1,0 0 6,0 0 10,0 0 8,-20 32 0,4-10 6,-4 9 0,-3 2 8,-2 4-1,-3 2 4,3 4 1,-4 1-4,2 0 0,1 0-2,6 1-3,1-5-4,2-4 2,6 1-10,5-11 0,3 1-5,0-5 4,6-1-6,-3-4 3,3-1-3,6-2 2,2-3-5,0-5 1,7 2-2,1-6-1,3-4 0,6-6-1,0-3 3,11-3-3,-4-5 0,1 2-2,0-7 2,-2 1-3,-4-7-2,2-2-3,1-1-1,-3-2 1,-1-6-12,-2 2-8,2-5-4,-2-2-7,-7 2-9,6-22 1,-4 23-3,-5 1 3,3-1-1,-7 7 8,-1 11 0,-1-2 8,-5 5 12,1 6 16,-1 2 4,-2 4 2,-1 1 0,-3 9-6,4-11-4,-4 11 7,0 0 0,0 0 13,0 0 3,0 0-5,-27 37-2,10-13 0,-2 7 1,-4 2-1,0 1-2,3 3-2,4-1-2,-4 0 1,7-1-4,0-7 2,0 7-3,2-10 1,2 3 0,5-4-1,-2-2-3,0-5 2,3 7-3,-1-7 4,3-1-4,-2-1-1,3 0 1,0 1-1,3-4 1,-2-1 3,3-2-5,-1 0-1,0 0 0,-3-9 2,9 11-3,-5-5-9,-4-6-8,9 8-8,-1-5-13,-8-3-21,18 2-17,-18-2-25,21-2-30,-4-2-47,-5-4-141,-2 2-344,7-4 153</inkml:trace>
  <inkml:trace contextRef="#ctx0" brushRef="#br0" timeOffset="2477">2354 292 44,'47'-16'169,"1"2"-24,2 1-1,-2 2-23,-7 0-15,0 0-35,-11 8-38,1-3-41,-6 2-57,-5 1-62,-3 0-137,-1 0 60</inkml:trace>
  <inkml:trace contextRef="#ctx0" brushRef="#br0" timeOffset="2782">1256 408 33,'0'0'249,"16"-9"-16,-8 4-19,1-1-16,5 1-24,-5 0-22,-9 5-10,19-5-14,-8 4-12,1-2-12,-12 3-9,27 2-8,-18-1-22,-9-1-32,20 1-27,-13 3-30,-7-4-31,7 9-26,-7-9-48,0 0-161,0 0-315,0 0 140</inkml:trace>
  <inkml:trace contextRef="#ctx0" brushRef="#br0" timeOffset="3709">3349 861 16,'8'-7'108,"-1"-1"-11,5-3-11,2 2-8,-2-2 3,2-4-18,5 2-10,-5 0-2,1-2-2,3-2-7,-6 5-3,2-1 1,-3-2-11,1 0-3,0 1-5,0 1 3,-6 2 0,3 3-8,-3 1 2,-3-3 3,-3 10 7,11-9 1,-11 9-3,6-9-2,-6 9-5,0 0 2,0 0-9,0 0 1,0 0 4,0 0-6,0 0 3,0 0 9,-26 34-1,20-25-2,-2 4-3,-1-1 2,3 1-3,-4 0 4,7 1-4,-2-2 0,-1 1-5,5-2 5,1-11-8,-5 15 0,5-15-4,5 17 4,-5-17-1,7 9 6,-2-4-15,-5-5 9,16 4-2,-16-4 0,20-1 6,-6 0 2,1-1-6,-2-5-1,1 5-5,3-3-5,-4-3 0,2 3 1,-1-5-2,0 4 1,-1 0-4,-1-2 9,3 0 1,-1 1-7,-3-2 5,2 0 0,-1-1-5,-1 3 13,3-3-10,-2 2 2,-3 4-7,1-1 2,-2-1 2,2 1 3,-10 5 8,19-3-5,-10 0-6,-9 3 4,15-4 2,-15 4-4,0 0-1,18 4 11,-18-4-1,8 7-1,-2 1-8,-6-8 6,7 13 0,-5-5 3,-1 2-17,2-1 15,-3 6-1,0-15 0,0 26 3,-3-12-4,0 1 6,0 0-4,2-4 1,-2 0-3,0 0-2,3-11-1,-3 14 0,3-14 12,0 12-6,0-12-1,-7 6-2,7-6 0,0 0-1,0 0 3,0 0-8,0 0 9,0 0-11,0 0-4,0 0 10,0 0-2,23-35 5,-12 24-8,-2-2 5,3 2 0,6-8 1,0-1 1,5 3-22,-2-1 29,2 3 1,-4-3 2,1 4 16,0 4 12,-5-2 0,2 3 6,-7 0 2,1 3-3,-2 4-10,-9 2 0,16-3 0,-16 3 3,0 0 3,14 5 1,-14-5 2,3 15 2,0-3-8,-3-12-2,0 19-2,0-7-7,2-4 0,-2-8-2,-2 19-2,4-8-7,-1-1 5,4-3-1,1 3-4,-3-4 1,9 0-1,-5-2-17,10-4-18,0 0-17,-2-2-24,4-3-23,-3-1-23,8-5-25,-3 3-51,-1-3-145,-5 0-353,1 0 156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5:15.71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26 105,'0'0'111,"0"0"-7,0 0-11,0 0-5,0 0-14,0 0-8,0 0-4,0 0-9,0 0-8,0 0 4,0 0-2,0 0 1,0 0 5,0 0-2,38-3-7,-38 3 4,18-4-4,-6 4 1,6-2-3,-2 2-5,3-2 1,2 2 5,5-4-3,0 3-1,3-3-1,-2 2 7,0 0-12,0 0-4,0 2-5,-7 0 1,0 0-3,1 0 3,-3 0-11,-3 0-1,-1 4-8,-14-4 2,20 4-8,-10-2-7,-10-2-14,14 5-1,-14-5-3,9 6-5,-9-6-2,7 5-15,-7-5-14,0 0-6,6 8-21,-6-8-5,0 0-27,0 0-67,0 0-203,0 0 91</inkml:trace>
  <inkml:trace contextRef="#ctx0" brushRef="#br0" timeOffset="652">24 239 106,'16'20'137,"-16"-20"4,0 0-14,16-2 1,-16 2-10,29-3-7,-11-1-1,12-1 3,1 3-11,14-8-13,6 5 0,-1-5-8,5 5-8,-2-1-2,4 3-11,-7 4-5,-1-2-5,-6 2-5,-2 5-20,-14-2-20,1-1-24,-13 3-30,1-1-11,-2-1-19,-6 2-28,-2 0-147,-6-6-275,1 11 121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3:39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1 140 200 0 0,'7'-8'9504'0'0,"57"92"-9154"0"0,-64-84-350 0 0,41 69 61 0 0,-40-67-35 0 0,-1-1 0 0 0,1 0 0 0 0,0 1 0 0 0,0-1 1 0 0,-1 0-1 0 0,1 0 0 0 0,0 0 0 0 0,0 0 0 0 0,0 0 0 0 0,0 0 0 0 0,1 0 0 0 0,-1 0 1 0 0,0 0-1 0 0,0-1 0 0 0,0 1 0 0 0,2 0 0 0 0,-2-1 17 0 0,0 0 0 0 0,-1 0 0 0 0,1-1 0 0 0,-1 1 0 0 0,1 0 0 0 0,0-1 0 0 0,-1 1 0 0 0,1 0 0 0 0,-1-1 0 0 0,1 1 0 0 0,-1-1 0 0 0,1 1 0 0 0,-1-1 0 0 0,1 1 0 0 0,-1-1 0 0 0,0 1 0 0 0,1-1 0 0 0,-1 0 0 0 0,0 1 0 0 0,1-1 0 0 0,8-11 121 0 0,47-36-257 0 0,102-66 0 0 0,-5 24-5975 0 0,-96 61 3044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3:43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1 216 244 0 0,'0'-3'1117'0'0,"0"0"1"0"0,0 0-1 0 0,0 0 0 0 0,0 0 1 0 0,1-1-1 0 0,-1 1 0 0 0,2-3 1 0 0,51 81-647 0 0,-13-29-328 0 0,-39-45-129 0 0,23-14 403 0 0,131-115-254 0 0,-69 58-1460 0 0,-2-3-3375 0 0,-54 47 2186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3:44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46 236 0 0,'0'6'288'0'0,"1"0"-1"0"0,0 0 0 0 0,0 0 1 0 0,1 0-1 0 0,0 0 1 0 0,0-1-1 0 0,0 1 1 0 0,1 0-1 0 0,-1-1 1 0 0,2 0-1 0 0,-1 0 1 0 0,0 0-1 0 0,1 0 1 0 0,0 0-1 0 0,4 4 1 0 0,-3-4-96 0 0,1 0 0 0 0,-1 0 1 0 0,1-1-1 0 0,-1 1 1 0 0,1-1-1 0 0,0-1 0 0 0,1 1 1 0 0,-1-1-1 0 0,1 0 1 0 0,0 0-1 0 0,-1-1 0 0 0,12 2 1 0 0,-17-3-67 0 0,2-2-57 0 0,0 1 0 0 0,-1-1 0 0 0,1 1 0 0 0,0-1 0 0 0,-1 0 0 0 0,1 0 0 0 0,-1 0 0 0 0,1-1-1 0 0,-1 1 1 0 0,0-1 0 0 0,1 1 0 0 0,-1-1 0 0 0,0 0 0 0 0,3-3 0 0 0,30-35 109 0 0,-23 25-398 0 0,67-72-4425 0 0,-53 62 2499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4:35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17 120 0 0,'0'0'940'0'0,"-7"-9"3245"0"0,13 12-4170 0 0,-4-2-6 0 0,0 0 0 0 0,0 0-1 0 0,-1-1 1 0 0,1 1 0 0 0,0 0-1 0 0,0-1 1 0 0,0 1 0 0 0,0-1-1 0 0,0 0 1 0 0,0 0-1 0 0,0 0 1 0 0,0 0 0 0 0,0 0-1 0 0,0 0 1 0 0,0 0 0 0 0,-1 0-1 0 0,4-2 1 0 0,-4 2 17 0 0,0 0 0 0 0,-1 0 0 0 0,1 0 0 0 0,0 0 0 0 0,-1 0 0 0 0,1-1 1 0 0,0 1-1 0 0,-1 0 0 0 0,1 0 0 0 0,0-1 0 0 0,-1 1 0 0 0,1 0 0 0 0,-1-1 0 0 0,1 1 0 0 0,-1-1 1 0 0,1 1-1 0 0,-1-1 0 0 0,1 1 0 0 0,-1-1 0 0 0,1 1 0 0 0,-1-1 0 0 0,1 0 0 0 0,-1 1 0 0 0,0-1 0 0 0,1 1 1 0 0,-1-1-1 0 0,0 0 0 0 0,0 1 0 0 0,0-1 0 0 0,1 0 0 0 0,-1 0 0 0 0,-21 9 0 0 0,19-5-16 0 0,1-2 1 0 0,0 0 0 0 0,0 0 0 0 0,0 0 0 0 0,0 0-1 0 0,0 0 1 0 0,1 0 0 0 0,-1 0 0 0 0,0 1 0 0 0,1-1-1 0 0,-1 0 1 0 0,1 1 0 0 0,-1-1 0 0 0,1 0 0 0 0,0 1-1 0 0,0-1 1 0 0,-1 0 0 0 0,1 3 0 0 0,0-3 116 0 0,3-1-64 0 0,0 0 1 0 0,0-1 0 0 0,-1 1 0 0 0,1 0 0 0 0,0-1 0 0 0,-1 1 0 0 0,1-1 0 0 0,0 0-1 0 0,-1 0 1 0 0,1 0 0 0 0,-1 0 0 0 0,1-1 0 0 0,2-1 0 0 0,-5 3-18 0 0,8-7 68 0 0,-8 7-113 0 0,0 0 0 0 0,0 0 1 0 0,0 0-1 0 0,0-1 0 0 0,0 1 1 0 0,1 0-1 0 0,-1 0 0 0 0,0 0 1 0 0,0 0-1 0 0,0 0 0 0 0,0 0 0 0 0,0 0 1 0 0,0 0-1 0 0,0 0 0 0 0,0 0 1 0 0,1 0-1 0 0,-1-1 0 0 0,0 1 1 0 0,0 0-1 0 0,0 0 0 0 0,0 0 1 0 0,0 0-1 0 0,0 0 0 0 0,0 0 0 0 0,0 0 1 0 0,0-1-1 0 0,0 1 0 0 0,0 0 1 0 0,0 0-1 0 0,0 0 0 0 0,0 0 1 0 0,0 0-1 0 0,0 0 0 0 0,0-1 0 0 0,0 1 1 0 0,0 0-1 0 0,0 0 0 0 0,0 0 1 0 0,0 0-1 0 0,0 0 0 0 0,0-1 1 0 0,0 1-1 0 0,0 0 0 0 0,0 0 0 0 0,0 0 1 0 0,0 0-1 0 0,0 0 0 0 0,0 0 1 0 0,-1 0-1 0 0,1-1 0 0 0,0 1 1 0 0,0 0-1 0 0,0 0 0 0 0,0 0 0 0 0,0 0 1 0 0,0 0-1 0 0,0 0 0 0 0,0 0 1 0 0,-1 0-1 0 0,1 0 0 0 0,0 0 1 0 0,0 0-1 0 0,0 0 0 0 0,0 0 0 0 0,0 0 1 0 0,0 0-1 0 0,-1 0 0 0 0,-1 0-1 0 0,0 0-1 0 0,1 1 1 0 0,-1-1 0 0 0,0 1-1 0 0,0 0 1 0 0,1-1-1 0 0,-1 1 1 0 0,0 0-1 0 0,1 0 1 0 0,-1 0-1 0 0,1 0 1 0 0,-1 0 0 0 0,1 1-1 0 0,0-1 1 0 0,-1 0-1 0 0,1 1 1 0 0,-1 1-1 0 0,-10 13 37 0 0,11-15 24 0 0,-13-11 594 0 0,13 10-727 0 0,-6 8-5239 0 0,1-4 3564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5:40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 16 0 0,'0'0'500'0'0,"0"-4"2488"0"0,-3-1-2460 0 0,13 4-1328 0 0,-4-1-1588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8:49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0 135 256 0 0,'1'-75'4517'0'0,"-1"74"-4415"0"0,0-1 0 0 0,0 1-1 0 0,1-1 1 0 0,-1 1 0 0 0,1 0 0 0 0,-1-1-1 0 0,1 1 1 0 0,-1 0 0 0 0,1-1 0 0 0,0 1-1 0 0,0 0 1 0 0,0 0 0 0 0,0-1 0 0 0,0 1-1 0 0,0 0 1 0 0,0 0 0 0 0,0 0 0 0 0,0 0 0 0 0,0 1-1 0 0,0-1 1 0 0,1 0 0 0 0,-1 0 0 0 0,3 0-1 0 0,-3 1 15 0 0,21 8 146 0 0,5 13-73 0 0,32 24 68 0 0,-48-38-230 0 0,1 1 0 0 0,0-2-1 0 0,0 1 1 0 0,1-2 0 0 0,-1 0-1 0 0,15 4 1 0 0,-22-8-40 0 0,0 0 0 0 0,0 0 0 0 0,0 0 0 0 0,0-1 0 0 0,0 0 0 0 0,0 0 0 0 0,1 0 0 0 0,-1-1 0 0 0,0 0 0 0 0,0 0 0 0 0,0 0 0 0 0,0 0 1 0 0,-1-1-1 0 0,1 0 0 0 0,0 0 0 0 0,-1 0 0 0 0,1 0 0 0 0,5-5 0 0 0,4-4-597 0 0,0 0 1 0 0,0-2-1 0 0,21-25 1 0 0,-7 7-1537 0 0,3 0 234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6:18.190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326 7 119,'0'0'113,"0"0"-15,0 0-3,10-7-11,-10 7 1,0 0-13,0 0 3,0 0-3,0 0-7,0 0-5,0 0 0,0 0-3,0 0-9,0 0 3,0 0 2,0 0-7,0 0-1,0 0-1,0 0-7,2-12-9,-2 12-1,0 0 3,0 0-6,0 0-12,0 0 13,0 0-4,0 0 1,0 0-6,0 0-1,0 0-14,0 0 10,0 0 1,0 0-15,0 0 12,0 0-5,0 0 7,0 0-4,0 0-2,-33 21-6,19-15 7,2-3-1,-2 6 5,1-1-3,1 0-6,-4 1 2,1-2-5,2 1 6,-2 1 4,-1 0-7,1 4 4,2-4-6,-2 1 4,3 0-3,-1 2 2,3-3-1,-2 4-4,0 0 4,4-2 4,-4 3-7,4-1 3,2 1 5,-1-2-3,1 3-8,-2-2 8,4 0-6,2 0 4,1 1 10,-1 0-7,2-3-5,3 2-1,-1-2 5,1-2 2,0 2-6,3-1 2,0-2 2,1 1 1,1 1-4,3-4-2,-4 1 4,1-3-1,-1-1-1,1 3 0,2-2 1,-10-4 1,17 3 3,-8 0-2,-9-3-3,15 0 3,-15 0-1,0 0-3,21-6 6,-21 6-1,12-6 4,-5 1-4,-7 5 0,9-10 0,-5 3 0,-4 7 0,6-13 2,-4 5-3,-2 8 0,1-13 0,-1 13 0,0 0-7,-1-17 3,1 17 8,0 0-5,0 0-4,-5-14 0,5 14 0,0 0 4,0 0 0,0 0-1,0 0-6,-1-15 4,1 15 9,0 0-5,0 0-3,0 0-11,0 0 6,0 0 3,0 0 2,0 0-4,0 0 0,0 0 6,0 0-2,0 0-1,0 0 0,4-7-4,-4 7 8,0 0-1,0 0-2,0 0 1,0 0-2,0 0-3,0 0 5,0 0-3,0 0 4,0 0 0,0 0-1,0 0-3,0 0 5,0 0-10,0 0 8,0 0 2,0 0 1,0 0-6,0 0 1,0 0-2,0 0 2,0 0 1,0 0 4,0 0-4,0 0 0,0 0 5,0 0-5,0 0 0,0 0 3,0 0-2,0 0 1,0 0-1,0 0 8,0 0-8,0 0 5,0 0 2,0 0 0,0 0-1,0 0 0,0 0 2,0 0-6,0 0 2,0 0 1,0 0 2,0 0-2,0 0-1,0 0-2,0 0 3,0 0-2,0 0 6,0 0-4,0 0-5,0 0 0,0 0 2,0 0-4,0 0 4,0 0-2,0 0 0,0 0 3,0 0-2,0 0 2,0 0 3,0 0-5,0 0-4,0 0-7,0 0 10,0 0 0,0 0 0,0 0-4,0 0 4,0 0-5,9-7 5,-9 7 0,14-1-7,-14 1 7,0 0 2,24 0-3,-24 0 0,17 1-2,-17-1 1,16 0 1,-16 0-5,15 2 4,-15-2 0,13 0 0,-13 0-9,0 0-4,10 0-11,-10 0-6,0 0-4,0 0-8,0 0 6,0 0-9,0 0-16,0 0-10,0 0-10,0 0-29,0 0-116,0 0-245,0 0 108</inkml:trace>
  <inkml:trace contextRef="#ctx0" brushRef="#br0" timeOffset="1388">633 76 42,'7'-6'127,"-7"6"2,0 0-4,0 0-15,0 0 1,0 0-21,0 0-2,0 0-9,0 0-7,0 0-16,0 0 3,0 0-6,0 0-6,0 0 1,-34 11-6,23-7-3,1 3-6,-4 1 1,-3 3 3,2-2-3,0 2 5,-5 2-10,1 4 2,2-6-3,0 7-11,-1-3 9,2 3 3,2-4-6,-3-2 0,7 3-3,-5 4-1,4-5-10,3 3 4,-2-4-1,2-2 4,2-2-1,3 4 0,0-5-3,3-8 4,3 20-4,-3-20 4,8 13-4,-2-7-2,1 1-13,1-2 12,4 1-4,-1-5 1,1 0 2,3 1-7,-1 1 7,-1-3-5,4 2 6,-17-2-6,19 0 5,-19 0-1,17-2-1,-17 2-2,14-3-6,-14 3-3,10-8-4,-8 1-4,-2 7 1,6-9 2,-6 9-18,0 0 3,-6-17-4,6 17 4,-8-14 3,8 14-3,-7-11 3,7 11 8,-11-8 1,11 8-1,-3-10 0,3 10 2,0 0-7,-7-7 5,7 7 1,0 0-1,0 0 2,0 0 15,0 0 8,0 0-5,0 0-1,0 0 4,0 0 10,7 31-10,-7-31 8,9 16-6,-4-8 3,2-2-7,-1 2 4,2 1-1,-1-2 7,1-3-4,-2 3-5,0 2 6,0-1-5,0-3-3,-6-5 5,3 13 0,-3-13 5,6 7 3,-6-7-3,0 0-1,2 10 5,-2-10 2,0 0-2,0 13-2,0-13-7,0 0 1,-5 9-2,5-9 2,0 0-10,-10 9-14,10-9-30,-8 6-30,8-6-33,0 0-72,-9 4-92,9-4-291,0 0 129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6:20.18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3 190,'0'0'221,"0"0"-20,0 0-20,0 0-20,0 0-15,8-8-10,-8 8-19,0 0-10,0 0-14,0 0-25,18 11-32,-18-11-38,3 6-29,-3-6-43,0 0-66,0 0-95,0 0-256,0 0 114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36:47.54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273 170 88,'0'0'111,"0"0"-7,0 0-10,-1-15-8,1 15-7,-6-8 3,6 8-5,0 0-7,-5-10-4,5 10-5,0 0-1,0 0-9,-6-10-5,6 10-2,0 0-1,0 0 0,-7-11-6,7 11-2,0 0-5,0 0-8,0 0 5,0 0-1,0 0-5,0 0-2,0 0 3,0 0-6,-3-9-2,3 9-3,0 0-1,0 0 9,0 0-14,0 0 4,0 0-6,0 0 2,0 0 0,-17 20 0,14-13 3,3-7 0,-11 19-8,7-8 11,-7 4-1,2 0 2,-3 5 3,0 1-4,-2 1 5,1 0-10,-2-2 3,4 6 1,-6-4 0,4 2-2,1-4-1,0 1 1,4-3-3,-1-1 6,1-1-2,-1-2-5,6-1 0,-1-5 2,-2 2-2,6-10 0,-8 9 6,8-9-3,-4 11 6,4-11 8,0 0-1,0 0-1,0 0 1,0 0 1,0 0-4,0 0-3,0 0-1,0 0-1,0 0 1,0 0-1,15-31 2,-11 22-3,1 1 0,-1-7 0,2 1-5,-3 0 4,3-4-6,2 4-9,0-2 10,-1-1 0,4 1-3,2-4 1,-4 7-2,5-3-2,0 2 0,-2 2 5,3-7-3,-3 4 1,0 2 5,2 0-6,2 0-5,1-4 4,-3 7-1,-2-3 2,-2 1-1,2 1-5,-4 3 3,3-2-1,-2-1 6,-2-4-3,2 4 4,-3 5-2,-1-2-2,1 0-5,0-1 2,-6 9 4,9-13-1,-4 5 1,1 0-3,-6 8 2,3-10-2,-3 10 1,0 0-4,4-11 0,-4 11 4,0 0-2,9-9-2,-9 9 4,0 0-4,0 0 0,0 0-1,0 0 4,0 0 1,0 0-1,0 0 1,0 0-2,0 0-4,0 0 13,0 0-13,0 0 7,0 0-2,0 0 11,-13 35-2,13-35 9,0 11-4,0-11 2,0 0 1,3 17 2,-3-8-3,1 1 7,-1-10-1,-1 19-3,2-8 4,-1 0-1,-1 3-2,2 2 5,-1 1 3,0-1-2,0 1-2,-1 1 0,-4-1-2,7 7 3,-2-7-4,-2 7-3,1-2 1,2 0 2,1-3-2,-4 1-4,2 2 3,0-3-5,0-3-3,2 1 3,-4-3 0,1 3-2,1-2-2,-3 0 0,6-5 3,-3-10-1,-6 19-5,9-9 1,-3-10-2,0 16 0,0-16 2,0 12 2,0-12-6,0 0 4,-3 14-3,3-14 3,0 0-1,0 0 1,3 14-2,-3-14 5,0 0-2,0 0 0,0 0 0,0 0 2,0 0-3,0 0 2,0 0 3,0 0-1,0 0-11,0 0-18,0 0-9,0 0-23,0 0-20,0 0-35,0 0-23,0 0-42,0 0-176,0 0-377,0 0 166</inkml:trace>
  <inkml:trace contextRef="#ctx0" brushRef="#br0" timeOffset="1101">158 399 101,'0'0'160,"0"0"-1,0 0-5,0 0-10,8-10-15,-8 10-5,0 0-5,0 0-7,6-6-5,-6 6-8,0 0-8,0 0-9,0 0-6,0 0-5,0 0-4,0 0-4,0 0-4,6-10-4,-6 10-6,0 0-12,17 0 2,-17 0 1,19 0-7,0 0-2,-1 2-3,-2-2-2,6 2-3,3-1-5,4 2 1,-5 0-2,2 2 2,0 3-4,-2-3-11,2 1-13,-10 0-27,-5 1-45,1-1-35,-6 1-75,-6-7-133,-3 13-349,3-13 156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2:47.311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0 35,'0'0'214,"0"0"-2,0 0-3,0 0-2,0 0-6,0 0-3,0 0-7,0 0-6,0 0-10,0 0-6,0 0-9,0 0-10,0 0-13,0 0-9,0 0-10,0 0-12,0 0-14,0 0-7,0 0-11,0 0-11,0 0-1,0 0-7,0 0-11,0 0 2,0 0-15,0 0-21,0 0-17,0 0-29,0 0-26,0 0-33,0 0-41,0 0-38,0 0-36,0 0-230,0 0-476,0 0 211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2:44.029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153 158 84,'0'0'113,"0"0"-3,0 0-20,0 0-6,0 0-5,0 0-7,0 0-4,3-14-3,-3 14-1,0 0-2,0 0-7,0 0 3,0 0-2,0 0 10,0 0-3,0 0 10,0 0-1,0 0 3,0 0-1,0 0 8,0 0-1,0 0-7,0 0-5,0 0-2,0 0 3,0 0-6,0 0-3,0 0 1,0 0-1,-2-14-4,2 14 0,0 0-4,0 0 5,0 0-5,0 0-2,0 0-3,0 0-5,0 0-1,0 0-4,0 0-1,0 0 0,0 0-3,0 0-2,0 0-4,0 0-1,0 0-7,0 0 0,0 0-2,0 0 0,0 0-4,0 0-1,0 0-5,0 0-1,0 0-2,0 0-1,0 0 0,0 0 3,0 0-3,0 0 3,0 0 6,-6 41 2,6-28-3,-3 3 13,-1 3 6,-1 4 3,-3 0 1,1 2 6,4-1-1,-6-1-3,6-1-3,-3 3-1,-2-4-2,1 1-1,1-7 1,-1 3 0,6-2-6,-8-3-2,6 0-1,-3-1-4,4-2 1,2-10-2,-4 16 0,-1-9-1,5-7-4,0 0-4,-1 16 4,1-16 2,-3 7-10,3-7-1,0 0 4,0 0 1,-6 11-2,6-11-3,0 0 1,-6 9 0,6-9-1,0 0 2,-5 8-1,5-8-6,0 0 6,0 0-4,-6 11-5,6-11-6,0 0-1,0 0-5,-3 9-5,3-9-1,0 0 2,0 0 0,0 0 4,0 0-8,0 0-3,0 0-8,0 0-7,-5 10-12,5-10-14,0 0-16,0 0-36,0 0-37,0 0-33,0 0-75,0 0-155,0 0-454,-7-30 201</inkml:trace>
  <inkml:trace contextRef="#ctx0" brushRef="#br0" timeOffset="812">24 156 172,'0'0'172,"0"0"-10,0 0-10,0 0-10,0 0-8,0 0-9,0 0-6,0 0-3,0 0-7,0 0-6,0 0-2,0 0-5,0 0-12,0 0-3,0 0-7,0 0-4,29-18-3,-17 15-2,8-1-7,-4 1-1,10-4-4,0 0 0,-2 1 0,0 3-2,2 0 0,-7-1-2,1 3-11,-3-1 2,-2 0-4,0 2-6,0 0-3,0 4-2,-4-1-3,-4 4 1,1 0-5,-2 2-3,0 1 2,-3 3-2,-3-1-2,-6 6-1,0-1-1,-2 0-2,-2 6 2,-7-1-3,1-2 1,-7 1 3,0-1-5,0 0 4,-1-2-3,2-3-4,-3 0 4,12-4-2,-5-1-3,2-3-3,0 2-5,1-2 1,1-3-4,0-1 1,4 0-1,2 1 3,8-4-1,-18 2 1,18-2 3,0 0-2,-13-2-1,13 2 2,0 0-2,0 0 3,-13-10-2,13 10 0,0 0-4,0 0 6,0 0 3,0 0 0,0 0-1,0 0 0,0 0 0,0 0-1,0 0 3,0 0-1,0 0 1,0 0 0,0 0-2,0 0 4,0 0-4,0 0 0,0 0 0,40 6 4,-40-6-1,7 10 8,-1-5-3,-6-5 2,9 10 3,-4-2 2,0-1 1,-1-1 0,2 5 2,-1-2-4,2-1 1,1 4 1,-1 3 2,-1-7 1,5 3-5,0 1 5,-1 1-6,4-1 3,-2-4-2,3 2-3,3-2 0,-1-3 2,-1 2-1,0-1-3,-4-2-3,-2-1-2,4 0-3,0 1 2,2-1-2,-7-3 2,3 2-1,0 0-1,-2-1-2,-10-1-2,24-1-1,-15 1 6,-9 0-3,15 0-4,-15 0 3,17-4 2,-17 4-4,10-7-2,1 4-2,-5-4 2,1-1-5,-7 8-4,14-13 3,-8 6-2,0-2-1,2 2 1,-2-2 4,-6 9 2,9-14 1,-5 5 1,-1 3-1,-3 6 2,6-15-3,-6 15 6,2-12-4,-2 12 0,0 0-2,-5-14 2,5 14-1,-13-4 0,13 4 4,-18-3 1,18 3-2,-20 3 4,8-1 0,1 2-3,1 1 4,1-1 4,-1 3 3,3-1 1,-1 1-1,8-7 7,-12 16 3,11-7-1,1-9 6,-2 14 3,2-14-1,3 14 1,6-5-1,-4 0 1,8-1-7,4-3 3,0 0-5,1 2-1,0-6-4,2 3-22,1-3-19,-1-1-23,1 0-34,-2 0-42,-2 0-54,1-1-89,-3-4-166,2-1-472,-8 2 209</inkml:trace>
  <inkml:trace contextRef="#ctx0" brushRef="#br0" timeOffset="1969">914 549 77,'3'-9'168,"-3"9"-7,0 0-11,0 0-5,0 0-8,0 0-9,0 0-13,-3-17-3,3 17 3,0 0 0,0 0-4,-8-9-14,8 9-3,-12-5-11,12 5-10,-15-2 6,15 2-1,-27 2-9,10 3 3,2-3-2,-5 3 1,2 1-9,3 1-2,0 3-5,-2 1-5,3-1-4,1 0-3,2 1-7,-1 0 3,6-5-1,0 4-3,0 0-4,4-2 0,2-8-2,2 17 1,-2-17-4,11 10 5,-5-7-12,-6-3-2,19 8 2,-4-8-7,-1 2-2,1-6-4,3 1-7,-3-3 4,4 2-2,-6 1-2,-4 0-2,5-4 0,-1-1-6,-2 3-2,-2-2 0,-1 0 2,-1 1 3,-7 6 0,11-13-2,-7 8 5,-4 5 2,8-7 1,-8 7-2,6-9 2,-6 9-6,0 0 4,5-7-5,-5 7 1,0 0-2,0 0 4,0 0-2,0 0 5,0 0-3,16 12 4,-16-12-3,11 9 3,-5-4-1,3 0-1,0 0 1,-1 1 1,2-1-2,-1 1-6,-1-3-15,-8-3-16,16 8-17,-8-3-26,-8-5-14,9 5-18,-9-5-22,11 3-58,-11-3-169,0 0-393,0 0 175</inkml:trace>
  <inkml:trace contextRef="#ctx0" brushRef="#br0" timeOffset="2469">1290 524 25,'0'0'240,"0"0"-11,0 0-17,0 0-12,0 0-26,0 0-13,-18-6-9,18 6-11,0 0-8,0 0-9,-21 17-12,15-12-1,0 4-3,-2-1-12,8-8-9,-9 17-8,3-8-7,0 1-3,4 0-4,-2 0 0,-2 3-9,4 0-3,1-3-5,1-10-3,1 22-1,-1-14-9,0-8-4,6 18-1,-3-10-10,2-1-1,1 1-3,-6-8-1,12 7-2,-12-7 4,17 0-7,-17 0-2,21-5 1,-9 5-5,2-8 2,-1-1 2,1-1-2,1 1 5,2-5-5,-4 2-4,2-7 3,4-1-3,-3-4-2,8-6-1,-1 0 4,3-1-3,0-4 2,-1-1-3,-1 1 1,-1-1 1,0-2-6,1 0-2,-3-3 0,0 4 1,-2 1-3,-1 0 2,-5 12 3,2 1 10,-5 7 7,-4-2 6,1 6 4,-1 2 2,0 1 2,-3 4-6,-3 5-4,5-12 0,-5 12-7,6-8-2,-6 8-3,0 0 4,0 0-4,0 0 2,0 0 1,-17 34-2,13-20-1,-5 2-3,-2 4 2,-1 2 2,1-1-4,-2 4 3,-1-1 5,4 1 3,-4 1 0,2-1-4,-6 8 1,4-6 8,3 1-3,1-2 3,-5 7-2,3-8-1,0 1 6,1-1-6,0 1 9,5-5-3,-1 2-3,2 0 6,1 0-3,1-6-4,1-1 0,2-2-2,-1 0-5,1-14-3,3 16 1,1-8 0,-4-8-4,8 13 2,-1-9 0,-7-4-1,20 5 1,-9-5-3,4-2 0,0-3 2,-2 1-5,1-3 3,3 0-3,-2-2 7,0-2-7,-1 1-2,-1-1-5,1-2 0,-1 2 2,-1-3-1,2 0-2,-2 0 3,0 2-5,-1 1 8,-2 2-1,-1 4 1,-2-2-2,1 2-1,-7 5-1,9-12 0,-4 7 1,-5 5-3,0 0-1,9-10-1,-9 10 3,0 0-3,0 0 3,0 0 4,10 21 5,-10-21-9,2 18 4,-2-9 6,4-1-7,-4-8 2,8 22 0,-6-16 0,4 2 3,0 1-6,0-1 14,3-3-7,0 1 1,1-1-2,4-1 4,-2-1-10,-3 0-11,3-1-7,-12-2-14,20 5-11,-12-5-9,-8 0-17,0 0-16,18-5-25,-18 5-26,0 0-24,7-7-29,-7 7-36,0 0-181,0 0-444,-13-24 196</inkml:trace>
  <inkml:trace contextRef="#ctx0" brushRef="#br0" timeOffset="3563">1372 228 27,'0'0'237,"21"-9"-10,-4 4-15,1 3-14,12-1-16,3 1-18,11 0-20,6-1-12,-1 3-12,0 0-31,1-2-27,0 2-28,2 0-38,-10 2-42,0-4-55,-11 2-179,-3-1-303,-3-1 134</inkml:trace>
  <inkml:trace contextRef="#ctx0" brushRef="#br0" timeOffset="4032">2236 579 205,'0'0'217,"0"0"-12,0 0-9,0 0-14,0 0-12,0 0-17,0 0-14,0 0-16,0 0-10,0 0-11,0 0-10,0 0-10,0 0-5,-25-4-8,25 4-2,0 0-5,-19 15-5,10-10-7,0 0-5,1 3-2,-1 2-7,3-3-2,-2 4-4,4-4 0,-2 3-6,6-10 0,-8 18-2,7-8 1,1-10-5,0 16 1,0-16 2,1 14-2,-1-14-4,12 12 2,-4-7-4,1 1-5,0-5-9,0 3 1,3-3-10,-12-1-2,17 5-5,-7-5 3,-10 0 0,14 0-6,-14 0-2,11-6-7,-11 6-2,10-5 2,-10 5-4,5-11-1,-5 11 4,0 0-2,-6-19 7,6 19-2,-12-16 3,4 5 3,0 3 2,-1-5 10,0 3-1,0-3 11,2 6 10,-1 1-3,4-3 3,4 9 1,-8-16 2,3 9 6,5 7 1,-1-13 4,1 13-3,0 0 2,3-17-1,-3 17 0,11-7-1,-7 2 2,-4 5-1,15-11 4,-4 8-2,-4 0-4,5-2-3,-1 2 4,0 0-5,1 1-1,-12 2 2,21-2-8,-9 0 0,0 1 0,-12 1-2,26 3-1,-16-3-1,1 2 1,0 1 0,-1-1-2,-1 1-3,0 3 1,-9-6 0,16 16-1,-10-7-1,0 3-6,-5-2-3,1 1-3,-2-1-4,0-10-4,-3 27-7,0-13-7,-3-5-16,3 1 2,-4-1 8,3 0 2,4-9 3,-8 14 1,5-7 5,3-7 4,-4 8 6,4-8 11,0 0 16,-8 7 11,8-7-6,0 0 6,0 0 0,0 0 11,0 0-2,0 0 3,15-28 6,-7 21 0,1-5-4,2 1-2,-1 0 3,-1-1 1,2 1-2,2 0-6,1 0-3,0 1-2,-1 1-3,1-1 1,0 3-5,-5 2 0,4 1-5,-13 4-2,18-4-1,-9 2 2,-9 2-1,14 4 0,-14-4-5,11 9 1,-10 0-2,-1-9 3,8 16-3,-4-4 1,-4-4-2,3 1 3,0 5-1,2-1 0,-2-3-1,0 0-2,1 3 3,4-3 0,-3 1 0,1-2 0,1-2-1,1-2-2,1 1-2,1-3-2,-1 2-4,11-5 5,-6 0-4,2-2 4,1 1-2,0-4-2,-5 3 5,0-6 1,0 3-1,3-2 5,-6-5-1,-4 3 10,5-1-2,-1-3-4,-1 3 7,1-5 2,-3 4 3,-3-6-1,2 2-1,-2 1 5,3-3-9,-3 2 2,0 2-3,-3-2 6,0 15-2,1-15 3,4 5-2,-5 10 0,1-10-5,-1 10-1,0 0-7,0 0 7,-6-14-2,6 14-8,0 0 2,0 0 2,0 0-8,-19 26 1,17-16 5,2-10-1,0 17 0,0-8 0,0-9 0,6 24 1,0-12-2,2-1-2,1 0 6,4 1-1,1 2-3,-2-2 0,2 1 0,-1-5-1,-1 2 0,1 1-3,-1-2 8,-3 1-5,-2-6-3,1 3 6,-8-7 0,7 12-2,-7-5-4,0-7 6,0 0-1,-10 20-9,-1-15-15,-2 2-27,-2 2-36,-4-2-41,-8 1-55,12-2-62,-18-3-213,6 4-494,-1-2 218</inkml:trace>
  <inkml:trace contextRef="#ctx0" brushRef="#br0" timeOffset="5813">3810 588 10,'0'0'183,"0"0"-10,0 0-13,0 0-11,0 0-15,0 0-4,0 0-15,0 0-4,0 0-2,0 0-1,0 0-6,-16-25-7,16 25-5,0 0 0,0 0-8,0 0-6,0-14-5,0 14-4,0 0-6,0 0-9,0 0 0,0 0-9,-11-9-2,11 9-7,0 0 2,-15-3-6,15 3-5,0 0 1,-21 5-6,12 0 2,-2 1-4,-1-2-1,-2 4 4,4 1 0,-2 0 0,-2 1-1,-3 5-6,8-3 1,-3 4-1,3-6-1,2 5-1,-1 1-1,2 1 1,2-2-2,0-2-1,1-1 2,3 2-5,0-14-2,5 19 0,1-13-1,-3 0-1,6 0-1,-9-6 2,17 6-6,-10-4 1,5 1-5,-12-3-1,17-3-1,-17 3 3,20-5-1,-11 2 1,1-1 0,1-4 0,-2-2-2,-3 3 2,2-1 1,-1-5 4,5 3-1,-6-3-3,0 1 1,2 0 2,-2 0-3,2 1 4,-2-1-1,0 3-3,1 1-2,-1 0 7,-6 8-3,9-12-4,-4 7 3,-5 5-1,6-9-2,-6 9-1,0 0 0,11-4 6,-11 4-2,0 0-1,0 0-1,0 0 1,15 13 1,-15-13 2,7 10 1,-7-10-1,6 15 2,-3-8 3,-3-7-3,5 13-1,-2-4 1,-3-9-2,6 12 3,-6-12 2,6 11-2,-6-11 3,8 7-5,-8-7 2,9 9 3,-9-9-5,13 3 4,-5-1-4,-8-2 1,15 2 4,-1-2-1,-14 0 1,16-6-2,-4 3-2,2 1 4,-8-3 0,8 2-3,-4-5 0,2 1 2,5-1-3,-3-1 4,-5-3-3,4 1 1,7-5-2,0 0 0,-1-4 0,-2-3 2,0-2 3,8-5-5,-2-1 0,-3-1-2,7-3 1,-7-2 1,2 2 3,-5-2-4,2-1-1,-2-2 2,-5 0 3,2 4 7,-8 8 9,4 1 8,-5 3 1,1 6 7,-3 4 11,0 3 2,-3 3-5,0 8-3,3-16-4,-3 16-6,0 0-6,0 0 1,0 0 0,0 0-6,-23 34 4,13-11-5,-2 4-2,-2 7-2,-2 1 0,-1 0-2,2-2 1,4 4 0,-2 0 6,0-1 3,6 2 2,1-10-10,-5 7 10,8-11 1,-3 4-3,3-3 5,-1 1-3,2-3-6,1-6-2,2 0 0,5-1-6,-3-3-9,3 3 3,2-2-7,1-1-2,0-6-9,-1-1-8,8 0-16,-2 1-13,1-2-14,2-1-16,-1-3-22,-2-1-25,1-1-36,3-3-29,-3-1-64,-1-1-135,2-4-424,-3 1 188</inkml:trace>
  <inkml:trace contextRef="#ctx0" brushRef="#br0" timeOffset="6719">4198 402 132,'19'-2'205,"7"0"-19,-2 1-12,9-1-19,7 4-21,5-4-7,-2 0-12,0 1-25,-9-4-43,-3 5-51,0-1-71,-3-1-140,-2-1-232,-6 1 103</inkml:trace>
  <inkml:trace contextRef="#ctx0" brushRef="#br0" timeOffset="7126">5247 386 183,'0'0'227,"0"0"-17,0 0-17,0 0-22,9-7-17,-9 7-19,0 0-12,0 0-7,0 0 4,0 0-2,0 0-10,-9 30 2,5-16 0,-5 1-3,-2 0-8,-1 8-7,-2 2-3,-2 8-5,-1 2-6,1-1-11,-4 4 2,6-5-9,2-7-6,-1 6-6,-3 1 0,9-8-11,-2-4-3,1-3-1,2-5-1,2 2-7,-2-2-1,0 0-2,6-6-3,0-7-1,-3 12-2,3-12 0,-5 9 1,5-9-7,0 0 1,0 0-3,0 0 2,0 0-2,0 0-2,18-34-2,-9 22 1,-3-2 0,5-8 4,1 2-3,5-6-4,-1-6-3,1-1-3,6-2-4,-4 1-3,-2-1-11,6 0-6,1-2-1,1 1 0,1 1 0,-2-3 3,-1 5 4,0 2 2,-7 6 0,4 4 6,-6 1 9,-2 5 3,-2 2 5,1 3 10,-5 1 0,3 2 3,-4 0-2,-5 7-5,9-10-2,-9 10 0,9-5-2,-9 5 4,0 0-1,0 0 6,16 10 3,-16-10 8,3 16-8,2-7 1,-2 4 7,0 2 6,0 0 5,0 4-2,-3 3 12,3 2 4,-3 1-2,5 3-2,-5-2 1,0 4 10,0-3 15,0 7 4,0 1-4,0 3-10,0-10 2,0 0-2,-5-2-4,10 2 4,-10-3-2,5-3-10,0-4-11,5 2 6,-5-5-11,0 1-3,0-2 2,3-2-4,0-1-4,-3-11-4,0 17-13,3-8-13,-3-9-2,0 13-9,0-13-1,4 12-1,-4-12-3,6 6-2,-6-6-3,0 0-15,0 0-3,0 0-13,0 0-18,0 0-32,0 0-33,0 0-32,0 0-49,0 0-36,0 0-302,0 0-605,-30-23 268</inkml:trace>
  <inkml:trace contextRef="#ctx0" brushRef="#br0" timeOffset="7829">5169 690 76,'0'0'253,"0"0"-19,0 0-23,0 0-17,19-21-16,0 17-21,-3-1-13,4 6-14,7-6-8,-1 2-16,13 1-11,-6 0-4,7-3-13,-7 4-27,6-3-37,-7 2-42,-2 1-68,-2-2-239,-10 0-364,1-1 162</inkml:trace>
  <inkml:trace contextRef="#ctx0" brushRef="#br0" timeOffset="8891">6108 672 87,'9'-11'169,"-9"11"-9,14-10-11,-8 7-10,1-2-10,6-1-9,-6-1-12,2 2-1,-1 0-6,1-1-6,4 1-4,-3-1-6,0 5-7,1-4-4,4 0-5,-5 1-9,-1 2-3,-9 2-8,23-3-8,-15 1-4,-8 2-4,19 2 1,-19-2-6,12 3 0,-12-3-5,11 7-4,-8-2 0,-3-5 1,8 13-1,-8-13-6,0 19-1,0-6 0,-3 2 0,1-1-3,-4 2-3,0-2-4,3 2-4,-5-2 1,2 2-2,0-2-3,3-2 4,-4-1-6,1-1 1,3-1 1,-5 0 2,2-3 1,6-6 1,-6 10 4,6-10 9,-8 7 4,8-7 5,0 0 2,0 0 0,0 0 2,0 0 2,0 0 2,0 0-4,0 0 1,0 0 0,0 0 3,14-45 1,-8 37 1,5-8-3,-2 2 0,1-2-2,2 2-5,5-7 1,3 2-4,-1 3-1,-2-2-3,3 2 2,7-1 3,-4 4-4,2 2 3,0 0 4,-9 4-3,2 0 3,-4-2-5,3 6 1,-1 1-1,-4 2-2,-4 5-2,6-3-2,-8 3-4,3 2 1,-5 2 0,-4-9 3,9 21-3,-9-7-2,0 1 2,-3 0 0,-3 3 2,5-1-4,-5 4 0,0-3 2,-2 2-2,-7 0-5,7-4 3,-1-2-1,2 0-1,-5-2-2,6 2 3,-2-3-6,-1-5 1,6 2-2,3-8 1,-11 12 3,5-7 0,6-5 2,0 0-1,-3 10 5,3-10 2,0 0-5,0 0 0,0 0-1,0 0 2,0 0 0,0 0-2,26-27 1,-17 16-1,2-1 0,2-2 4,5 4-4,-4-5 1,3-4-2,2 3 0,1 0 2,-3 1-1,-1 2 0,-4 3-1,2 1 1,0 0 2,-1-3-5,1 5 1,-5 1 2,1 1-2,0 2 0,0-1-2,-1 1 0,-9 3 2,17-5-5,-17 5 3,15 2 2,-15-2-2,14 6 0,-14-6 4,7 11-4,-7-4 4,3 3-4,-3-10 1,3 22 1,-3-9 1,0-3 0,0-10 4,-6 26-5,6-14 2,-3-2-1,3-10-2,-1 18 3,1-8-3,0-10 3,1 15-2,-1-15 1,-1 12 2,1-12 0,4 11 0,-4-11 1,12 8-2,-4-5 2,-8-3-1,15 0 1,-1 2-1,-14-2 5,25-5-7,-10 0 3,1 0 2,5-4-3,-6 0-3,8-1-2,-1-3-3,-1-1 1,-1-3-2,3 1-3,-4-3-1,1 1-3,0 3 2,-1-5 2,1 2 1,-6 5-3,-4 1 5,2 2 8,-1-2 9,-5 5 3,0-2 7,-6 9 6,11-8 5,-5 0 2,-6 8-5,0 0-6,7-8 1,-7 8-6,0 0 0,0 0 1,0 0-6,0 0-5,0 0 3,-15 28-3,11-17 2,-4-3-2,5 6 1,0-3-1,-3 1-3,1 2 0,2 2 2,0 0-2,0-4 0,2-1-1,1 2 3,0 0-6,0-13 4,0 19-3,1-12 4,-1-7-2,3 16-2,0-11 0,-3-5 6,12 14-4,-7-10 1,1 1 0,-6-5 2,17 3 0,-8-1-3,-9-2 6,18 0-7,-18 0 2,20-4-3,-11-1 7,4-1-1,1-4 1,-2 2 2,0-1 1,0-2 4,0 1 0,2-2 3,1-1-2,0 1 3,3-6 1,2 5 10,0-3-10,-4-4-3,4 5-1,-6 4 7,5-1-2,-5 3 9,1-2-2,2 5 0,-4-1-2,4-1-5,-5 3-4,-4 2 1,4-1-5,0 2-1,-12 2-3,15 4 0,-15-4 2,17 7-7,-14-2 7,4 6-5,-2 2-2,-5 0 7,-3 4-2,3 1-3,-9 5-18,6-7-7,-2 1-7,-7-1-11,3 0-1,-2 0-5,-1 3 0,2-5 1,0-1-5,0 0 1,-4-2-5,7 0 6,-5-3-2,6-1 8,-1-3 2,7-4 6,-13 10 0,13-10 6,-5 7 2,5-7 9,0 0 1,0 0 1,0 0 3,0 0-2,0 0 2,0 0 2,0 0-1,0 0-2,0 0 2,31-25 9,-24 20-8,-7 5 6,12-8-3,-3 3 2,2 1-2,-11 4 2,17-7-4,-10 3 2,-1-1 0,-6 5 2,14-8 0,-14 8 1,12-6-1,-12 6 2,12-7-4,-12 7 3,8-3-5,-8 3 9,13-7-5,-7 2 0,3-1-1,-9 6 3,17-7-2,-10 3 2,3-2 0,-3 1 2,4 0-3,1-1-1,1-1 3,4-2 1,-3 0 1,4 2-5,-5-5 2,7 3 1,0-3 1,-1-3 1,1 0-5,3 2 3,-4-2-1,1-1 1,-6 6 2,2-5 3,1-2 0,0 4-1,-4 0 0,-1 0 7,0 3 2,1 1 6,-6 2 6,-2 0 1,1 0 1,-6 7-3,10-11-3,-10 11-1,0 0-7,6-3 0,-6 3 4,0 0-13,0 0 13,0 0-8,0 0-4,-12 31 2,11-20-6,-2-1 7,0-1-2,0 5 0,0 2-4,3 0 1,-2 0 0,-2-2 1,2 3-2,1-3 6,-2 2-6,-2-2-2,2 2-2,1-2 6,-2 2 1,1-4-6,-5-1 6,5 1 1,0-3-1,-1 1 0,-2-3-3,6-7 2,-14 14-5,8-8 2,6-6-11,-9 5 4,9-5-3,-14 1 1,14-1 1,-10 5-1,10-5 2,0 0 2,-17 2-1,17-2 1,0 0 1,0 0-1,0 0 2,0 0-7,0 0-1,0 0-1,0 0 0,0 0 4,0 0-3,0 0-2,0 0 1,35-17 3,-23 14-3,5-1 4,-4-2-5,5 1 4,4-7-6,-3 9 3,2-8 0,4-1 1,-1-1-3,2 3 4,-1-2 2,3-1 0,-1 1 0,-3-2 3,0 2-4,-1-2 3,-2 0 1,-7 1 1,-1 7 1,-1-5 0,-3 7 2,-1-3 7,-3 2 9,-5 5-7,10-8 5,-10 8 0,0 0-1,0 0 3,0 0-4,0 0 4,0 0 4,0 0-5,-18 26 4,9-14-1,0-2 3,3-1 2,-2 7-1,2-2 0,2-2-2,1 3 1,-2-3-1,4 2-1,2 0-4,-1-2-1,5-1 4,-2 1-2,3-5-7,4 5 1,-4-7-1,2 1-7,4-1-8,-1-1-7,1-3-17,-12-1-10,24 0-16,-11 0-25,-13 0-32,19-1-40,-9-1-37,-10 2-60,14-7-219,-8-1-507,1 2 224</inkml:trace>
  <inkml:trace contextRef="#ctx0" brushRef="#br0" timeOffset="10829">8625 319 223,'0'0'266,"0"0"-12,3-12-12,-3 12-20,0 0-17,17-2-18,-17 2-21,17 2-17,-17-2-22,13 4-32,-2-1-42,-11-3-40,12 4-39,-12-4-64,7 6-48,-7-6-187,0 0-352,0 0 156</inkml:trace>
  <inkml:trace contextRef="#ctx0" brushRef="#br0" timeOffset="11173">8761 579 162,'0'0'234,"11"-7"-9,-6 2-10,-5 5-12,13-9-19,-2 4-14,-2 1-18,-9 4-11,19-5-15,-6 3-12,-1 0-12,-12 2-5,21-1-14,-21 1-7,15 5-7,-6-2-9,0 5-3,-3-1-4,-4 3-11,-2-10 2,0 23-10,0-5-1,-8-1-9,-1 4-10,3-5-11,-8 5-6,2 0-14,-1-2-7,1 1-3,-1-5 0,4 0-4,-1-5 5,4-2 2,-2 2 4,2-3 0,6-7-2,-7 8 8,7-8 7,-8 6 5,8-6-5,0 0 6,0 0 8,0 0 1,0 0 7,0 0 6,24-32 1,-10 22 2,-5-5-4,3 5 4,2-2-3,-1-4-1,2 4 2,-1-1-2,6-4 2,1 3 1,-2-2 0,0 9 5,3-5 5,-4 4-5,-2 1 3,0 1-3,-1 2 0,-1 2-7,-2-1-2,-12 3-1,23 2-1,-13 1-2,-1 2-5,1 0 0,2 5 1,0 0-2,-5 0 3,5 3-3,2 1 1,-2-3-1,2 4-1,-4-2-13,4-3-7,4 3-10,-3-5-8,5-1-5,3 1-8,-5-2-4,1-2 1,1 1-1,0-5 4,-2 0 3,5-5 7,-5 1 1,-2-2 3,2 1 6,1-2 2,-4-3 8,-2 1 10,-1-3 1,-1 1 4,-2-1 9,-1 2 9,-5-1-3,3-1 0,-5-3-2,2 4-1,-3-1 5,0 12 4,-4-17-3,1 8 2,3 9-3,-14-13-6,5 9 3,9 4-4,-21-3 0,9 1-1,12 2-1,-21 3-2,12 1-3,-4 3 1,0 1-6,4 3 5,0-2-1,4-3 0,-4 7-2,6-6 3,-2 3-2,2 0 0,3-10 0,-3 19-2,3-19 0,5 17-4,0-10-7,-5-7 1,9 11-6,-2-9-1,-7-2-4,14 5 7,-14-5-1,13 2 2,-13-2-1,0 0 3,20-7-3,-14 2 6,0-3 0,2-1 1,-2 1 0,0 1 3,-3-2 3,3 0 7,0 1-3,-6 8 6,8-18-1,-2 9 3,-2 0 7,-4 9 5,8-15 6,-7 10 8,-1 5-1,6-11-2,-6 11-4,0 0-4,8-7-3,-8 7-6,0 0 5,0 0 9,0 0 0,0 0 2,-8 33-2,1-17 3,2 1 10,-2 6-14,-3 2 3,4 1-3,-1 2 8,-4 7 3,2-9-2,2 2 1,-2 1-1,-1 8-1,1-4 0,0-3-8,5-5-2,-5 3 2,1-2-6,1-1 4,-1-1-10,2-3 1,-2 0-3,1-5 5,7-1-5,-6-2-2,1-1-4,2-2 1,-1-4-2,4-6 3,-6 12-1,6-12-6,-3 11 5,3-11-1,-5 7 7,5-7-7,0 0 1,0 0-3,-9 3 5,9-3-1,0 0 9,0 0 1,0 0 6,-23-10 6,23 10 13,-7-11-13,7 11 15,-8-15 1,4 4 0,1-1-5,1-3 6,2 0 0,0-1-8,3-7-1,3 1-5,2-3-11,5 1 5,7-10-21,4-1-31,5 0-25,6-2-36,13-15-45,10-1-61,2 5-81,-5-8-397,10 3-721,-3 7 319</inkml:trace>
  <inkml:trace contextRef="#ctx0" brushRef="#br0" timeOffset="12892">7383 232 63,'0'0'173,"0"0"-9,0 0-18,0 0-13,0 0-15,0 0-6,0 0-8,0 0-8,0 0-7,0 0-8,0 0-3,-19 19-7,19-19-3,-3 7-18,3-7 3,-6 7-2,6-7-11,0 0 3,0 0-5,0 0 1,-5 10-1,5-10 0,0 0 1,0 0 0,0 0-3,0 0-3,0 0 2,0 0 0,0 0-4,0 0 0,0 0-3,0 0-2,0 0-3,0 0-1,0 0-2,0 0 3,0 0 1,0 0 1,0 0 7,0 0 0,0 0 3,0 0-6,0 0-2,0 0-3,0 0 6,0 0-4,0 0-5,0 0-4,0 0 3,0 0 0,0 0 4,0 0-4,0 0 3,0 0-6,0 0 2,0 0-7,0 0 2,0 0-1,0 0-1,0 0-4,0 0 2,0 0-5,0 0-1,0 0-2,0 0 2,-20-3-4,20 3 4,0 0-2,0 0-2,0 0-1,0 0 4,0 0 5,0 0 6,0 0 2,0 0 3,0 0 0,0 0 0,0 0 3,0 0-2,0 0 3,0 0 4,0 0 3,0 0 0,0 0 0,0 0 1,0 0-8,0 0-3,0 0 1,0 0 0,0 0-1,0 0 6,0 0-10,0 0-7,0 0-3,0 0-6,0 0-27,0 0-36,0 0-56,0 0-95,0 0-272,0 0-525,0 0 232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3:01.327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162 0 46,'0'0'122,"0"0"2,0 0-2,0 0-8,0 0-1,0 0-4,10-5-5,-10 5-9,0 0-2,0 0-4,0 0-3,0 0-8,0 0-4,0 0-5,0 0-5,0 0 1,0 0-4,0 0-9,0 0-4,0 0-8,0 0 8,0 0-4,0 0-8,0 0-4,0 0 7,0 0-5,0 0 2,0 0-8,0 0-1,0 0 1,0 0 0,-30 14-3,30-14 2,0 0-3,-12 5-2,12-5 1,0 0-6,-11 5 1,11-5 4,-7 6 7,7-6 7,-12 8-4,6-3-2,6-5-2,-12 13 5,9-8-2,-4 2-1,0 0 2,7-7-4,-12 14 5,4-5-1,2-1-3,0 0-1,0 0-1,2 3-2,-4 0-4,5-3 6,0 2-1,3-10 1,-5 20-3,1-11 2,4-9-2,0 17-1,0-17-6,-2 15 1,2-15 3,2 15 5,-2-15 8,0 16-2,0-16-5,4 14 2,-4-14 0,2 13 9,-2-13-8,6 13-2,-6-13 0,8 13-3,-5-8-4,-3-5 1,9 12-2,-6-4-6,3-3 2,-6-5-1,10 8-4,-10-8-3,8 13 5,-5-8 0,-3-5-3,7 10 2,-7-10 2,11 7-5,-3-3 2,-1 0 2,-7-4 2,14 7-6,-14-7 1,12 3 3,-12-3 0,12 3-3,-3 1 4,-9-4-6,11 6 8,-11-6-2,13 3-7,-13-3 0,11 3 1,-11-3 3,12 0-4,-12 0 1,12 4-8,-12-4 7,0 0-3,15 0 5,-15 0 2,12 0 3,-12 0-1,0 0 13,23-2-18,-14-1 3,-9 3 1,15-5-1,-7-1-2,4 2 1,-3 1-1,2 0-3,-2-3 2,3 1-2,-3 1-1,1-1-1,-1 2 0,2-1 3,-11 4-1,14-5 0,-8 0 2,-6 5-1,0 0 3,13-9-4,-13 9 7,8-5-2,-8 5 7,7-6-4,-7 6-3,8-6-2,-8 6 2,0 0-2,6-11-1,-6 11-4,6-7 5,-6 7-5,6-10 6,-6 10-8,6-10 3,-6 10 1,5-10-1,-5 10-2,4-13-1,-4 13-3,2-10 2,-2 10-3,4-12 7,-4 12-2,3-9 3,-3 9-3,5-10 0,-5 10-2,0 0 2,1-15-3,-1 15 1,5-8-4,-5 8 6,0 0 2,1-12-10,-1 12 11,0 0-4,0 0 0,0-15-1,0 15 1,0 0-1,-1-13-4,1 13 8,0 0-6,-6-11 9,6 11 3,0 0-2,-5-11 2,5 11 4,0 0-5,0 0 1,-4-12 3,4 12 15,0 0-16,-6-9 1,6 9-5,0 0 2,0 0-3,0 0 5,-5-10-6,5 10 1,0 0 5,0 0 6,-7-9-6,7 9-1,0 0 2,0 0-3,-8-6 4,8 6 10,0 0-16,0 0 2,-7-8-11,7 8 7,0 0-7,0 0 9,-11-7-11,11 7 7,0 0-3,0 0 6,-12-4-12,12 4 14,0 0-8,0 0 0,-8-5 6,8 5-2,0 0 1,0 0-4,-10-4 12,10 4-10,0 0-6,0 0 1,0 0 1,0 0 3,0 0-10,0 0 9,-11-5-8,11 5 6,0 0-7,0 0 20,0 0-17,0 0-8,0 0 15,-15-5-3,15 5-2,0 0 4,0 0-6,0 0 4,-11-3-1,11 3 5,0 0-5,0 0 0,0 0-5,-9-6 6,9 6 0,0 0 12,0 0-9,0 0-4,0 0 0,-13-2 4,13 2-5,0 0 1,0 0-13,0 0 17,-18 0 2,18 0-11,0 0 9,0 0-11,-14-2 7,14 2 1,0 0-11,-14 2 8,14-2 6,-12 2-7,12-2 6,0 0-2,-15 2-5,15-2-2,0 0 8,0 0 4,0 0-1,-15 2 0,15-2-2,0 0 5,0 0-13,0 0 8,0 0-3,0 0 0,0 0-2,-14-4 8,14 4-12,0 0-23,0 0-37,0 0-40,-13-2-51,13 2-60,-18 6-87,5-6-326,-9 5-681,-4 2 303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3:12.595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14 32,'0'0'239,"0"0"-11,11-7-15,-11 7-19,0 0-19,9-7-18,-9 7-22,0 0-9,0 0-16,0 0-7,14 0-19,-14 0-23,0 0-24,0 0-30,0 0-20,0 0-45,0 0-41,0 0-190,0 0-313,0 0 140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3:30.019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204 215 15,'0'0'127,"4"-10"-11,-4 10-8,0 0-10,0 0-16,0 0 9,0 0-15,5-11-10,-5 11-6,0 0-1,9-7 5,-9 7-2,0 0-11,8-7 0,-8 7 2,0 0 9,0 0-11,7-6-9,-7 6 8,0 0-12,0 0-8,0 0 4,0 0-11,0 0-3,0 0 7,0 0-3,0 0-5,0 0 2,0 0 14,0 0 11,-4 31-5,4-31 3,-9 24 0,2-7 1,-2 7-3,-1-2 0,1 4 3,-3 0-2,-3-1-5,2 9-1,-6 1-5,1 2-4,2-4 2,1 1-3,3-10-3,0 1-4,5-8-5,-2 3 2,2-3-4,1-4 0,2-4-1,1-1-3,-2 1 2,5-9 0,-6 13-2,6-13 2,-6 9 15,6-9 4,-3 8 7,3-8 1,0 0-4,0 0-5,0 0 2,0 0-9,0 0 1,0 0-2,0 0-6,-4-42 1,8 31-5,-1-3-1,5-8 2,2-1-4,2 0-2,2-4-8,1-8-2,6 2-9,-1-3 3,1 2-4,3-5 4,-1 5-7,1-1 3,-3 2 2,-2 10-1,-4 2 1,-3 7 1,-3 0 1,-1 1 6,-4 5-5,2 0 1,0 4-4,-6 4-3,9-9 0,-9 9 6,0 0 3,0 0-4,8 18 7,-8-18 2,0 22-3,-2-6 1,2 2 2,-1-1-4,-2 1 2,1-3 2,1 2-4,-2-1 4,3-5 2,3 4-1,-2-4-2,1-1 4,-2-10-2,4 16 5,-2-10-5,-2-6 1,4 11-2,-4-11 4,8 5-1,-8-5 4,0 0-7,0 0 4,21-7 2,-21 7-2,14-12-1,-8 4-1,3-3 2,0 0 1,0-3-3,2-1 1,2-3 0,-2 3 2,5-7-3,1 0 2,-3 0-1,2-1 1,1 2-7,1 0 3,-3 1 1,-1 9-1,-2-3 1,-3 5-6,-3 2 3,2-1-3,-8 8-3,12-7 2,-12 7 2,0 0-1,15 4 3,-15-4 4,6 13-1,-6-13 4,4 17 6,-2-3 6,-4-1 7,1 4 0,-2 1-4,1-1-2,-2 7 8,-1 0 11,1 2-1,-2 2 6,-2-1-1,1 9 1,-6-1 2,7-8 1,-3 10-4,-1 0 0,4-11-1,3 0-5,-2-2-3,-1 0-2,5-3-3,-1-3-2,2-1-3,0-3-3,0 1-7,-3 0 4,6-6-17,-1 1 0,-1 1-7,-1-11-12,3 12-15,-3-12-10,3 13-17,-3-13-17,3 8-20,-3-8-18,0 0-30,0 0-32,0 0-45,0 0-148,-9 11-404,9-11 179</inkml:trace>
  <inkml:trace contextRef="#ctx0" brushRef="#br0" timeOffset="891">842 545 188,'0'0'191,"0"0"-14,0 0-13,0 0-12,0 0-16,0 0-11,0 0-8,-19 34-4,13-25-8,-1 0-8,1 4-4,0 2-8,2-6-5,-1 6-7,-1-6-8,5 3-8,-5-4-2,4 3-4,2-11-5,-3 16-6,3-16 0,5 17-5,-4-9-2,-1-8 0,11 9-1,-4-5-5,1 0-4,-8-4 0,20 0 1,-7 0-5,-13 0 0,21-6-2,-9 3-1,-2 0 0,2-2-1,-5-3-5,4 3-1,-2-2 0,1-3 1,0-1-3,-6 0-1,4-3-2,-5-1 2,1 0 0,-1 0-1,-3-2-2,0 3 1,-1-3 0,-2 1-3,-3 3-2,0 4 3,-2-3 1,0-1-1,2 6 3,6 7-7,-12-7-1,2 2 0,10 5-14,-18-3-19,18 3-29,-14 0-42,14 0-50,-14 3-65,14-3-123,-12 6-372,12-6 164</inkml:trace>
  <inkml:trace contextRef="#ctx0" brushRef="#br0" timeOffset="1485">1208 533 57,'8'-10'161,"-2"4"-13,-6 6-8,14-11-11,-5 5-7,4 0-5,1 0-14,-5 2-4,6 1-2,-1-3-9,-1 2-9,-1 4-9,-12 0-8,19 2-3,-19-2-6,15 4-5,-8 2-6,-1 5 1,-4-2-4,-2-9-8,3 25 4,-6-8-4,1 3-12,-4 5-3,-1-3 4,-2 0-3,-2 0-5,3-6 3,1 1-4,-4-1-2,7 0 0,-8-5-1,4 0 2,2-2 5,0 0-11,1-2 6,5-7 6,-6 11 11,6-11 16,-7 5 6,7-5-6,0 0-4,0 0-4,0 0-7,0 0 3,0 0-1,19-32-1,-11 19-5,3 2 3,1-3-3,-3-1 0,4-6-6,3-1-2,0 4 1,4 1-3,-5-3 7,2 3-8,-2 4-5,1-3 1,-2 6-3,-2 1 0,-4 1-2,-2 3-1,1-1-4,-7 6 1,12-1 2,-12 1-3,0 0 1,14 7 0,-12 3 2,-2-10-1,4 16 1,-2-2-1,-2-4-1,-2 5 3,2 1-3,-3 1 0,0-4 4,1 4-7,-1-3-6,2-1 2,-4-2-1,5-11-2,-4 17-1,4-7-2,0-10 2,-6 11 2,6-11-2,-5 8 7,5-8-6,0 0 4,0 0 0,0 0 7,0 0-9,0 0 3,0 0 4,0 0-1,15-31 0,-9 20 2,2-1 1,3-4-3,-2 4 5,3-5-3,6 0-1,-4 0-2,2 3 3,-2-1 2,8 4-3,-8-2 0,-2 2 0,3 3 1,-1 1-1,0 3-1,-4 1 1,2-1-1,-12 4 4,21 4-1,-10-1 1,-11-3 3,15 9 6,-4 3 3,-8-1-2,3-2 0,-3 4-2,0-1 3,-2 2-6,-1-3-1,2 4 4,-2-6-6,3 2-11,-3-11-17,-3 19-21,3-19-26,-2 17-33,2-17-34,0 12-28,0-12-177,0 0-371,-1 11 164</inkml:trace>
  <inkml:trace contextRef="#ctx0" brushRef="#br0" timeOffset="2172">1966 557 61,'0'0'178,"0"0"-15,0 0-8,15 0-16,-15 0-13,20 0-11,-5 0-8,-1 0-16,-14 0-6,27 0-8,-16 0-7,4-3-10,-2 0-8,-1 1-11,-3-2-7,2-1-6,-11 5-3,14-10-3,-14 10-9,9-7-6,-9 7-1,3-9 2,-3 9-13,0 0 5,0 0 6,-17-19-6,11 16-2,6 3-1,-18-2 4,6 1 2,12 1-15,-21 1 16,4 1 2,6 3 13,-1 3-4,0 1-1,3-2 0,-1 0 0,3 5 4,1-3 12,3-1-9,-1 1-8,4-9-8,7 24 12,-4-15-3,3 2 1,5-2 2,1 0-4,0 1-4,3-5 5,-1-1-2,3-2-4,-1 2 0,-2-3 3,1-2-8,2 1 3,-17 0 2,22-4-5,-8 0 2,0-1-2,-1-1 3,-1 2-2,0-1-3,2-2 2,-5 1 4,-1-2-4,1 3 1,-2-1 5,1-2 2,1 2-2,-3-4 2,5 1-1,-4-4 1,1 4-1,2-2-2,1 3-2,1 0-3,-6 2-1,2 1 0,-8 5-1,16-6-1,-16 6 0,12-4-4,-12 4 2,0 0 0,17 7 3,-17-7-3,6 11 3,-1-2-1,-5 4 3,0-1 2,0-12-7,0 20 4,-5-11-5,2 5 2,2-2-3,1-12-2,-7 17-6,6-8 4,1-9 2,-6 13 1,6-13 5,-2 13-1,2-13 3,0 0-5,-6 7 3,6-7 1,0 0-2,0 0 0,0 0 10,0 0 3,0 0 4,0 0-6,0 0 5,15-30 0,-8 23 5,-7 7 5,15-22 2,-5 13-1,-1-2 2,-1 0 6,4 0-6,-4 0-4,2 3 1,-2 0-3,-1 3 2,-7 5-5,14-9-6,-11 3-3,-3 6-1,0 0-3,10-5 0,-10 5 1,0 0-1,0 0-3,19 16 1,-16-10 4,4 3-1,-7-9-4,11 10 1,-2 1-1,-5 0 1,2-4 0,4 4 3,-4-4-7,1-1 9,-1-2-3,2 2-3,1 1 0,0-3 8,-9-4-10,18 8 3,-18-8-5,18-1 6,-18 1-5,20-7 2,-6-1-2,-1-3 4,-2 5-3,1-7 0,-3 1 1,1-2-1,1-2 1,1 1-1,-1-2-1,5-1 9,-3-8-4,0 2 1,4-11-3,-5 11 1,1-9 0,3-5-3,-4 9-4,0-6 5,3 0 1,3-4 0,-4 6 1,-5 7-3,1 0-2,-2 3 10,1 6 12,-6 2 7,0 1 0,2 5-5,-2 2-9,-3 7-2,0 0-3,6-6 6,-6 6 2,0 0 1,-14 28-2,5-7 0,-2 3-4,-2 1 1,-2 13 13,-4-4 1,4 1-1,2 4-3,-7-4-3,6 0 14,2-7-12,2 8-2,-4-3-3,8-7-2,-4-1 2,7-8-1,-2 5-1,3-1 9,2-7-13,0 5 1,0-3-3,0-6 2,0 5-4,3-4-6,2 0-10,1-4-3,0 0-17,-3-1-5,-3-6-4,11 10-7,-11-10-13,9 3-18,-9-3-29,16 2-27,-16-2-36,17-4-47,-17 4-173,26-9-420,-13 3 186</inkml:trace>
  <inkml:trace contextRef="#ctx0" brushRef="#br0" timeOffset="3297">2868 301 22,'22'-18'249,"-22"18"-6,14-4-12,-14 4-19,17-3-15,-2 2-18,0-2-15,3 1-16,2 2-14,-1-2-9,1 1-13,10 1-12,-4-5-9,-6 2-36,1 1-45,0 0-61,-3-3-67,-3-1-233,2 4-379,-3-3 167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3:34.395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191 658 73,'0'0'127,"0"0"-4,0 0-2,0 0-10,0-15-2,0 15-11,0 0-8,0 0-1,0 0-11,6-8-11,-6 8 4,0 0-12,0 0-3,0 0 3,0 0-10,0 0-8,0 0 3,0 0-3,0 0 1,0 0 1,-29 12 2,19-5 2,-2 2 2,-2 1-7,3 4 2,-4-1-4,-1-1 5,2 8 0,0-7-7,2 1-3,2-1-7,-2-2 0,4 4-3,-1-5-3,6 1 0,-2-2-5,5-9 1,-3 16-1,3-16-3,3 13-1,-3-13-3,14 10-6,-8-9 1,-6-1-7,24-1-10,-9-3 1,-4-2-7,6 1 7,-5 1-3,1 0 6,1-3-4,-2 0 2,-4-2 1,1 4 0,1-6 0,-1 4 3,2-5 4,-8 2-2,5-2-1,1 1-3,-6 1 5,1 1 1,2 1 10,-6 8 6,6-13 2,-6 13 4,3-7-5,-3 7-7,6-10-1,-6 10-1,0 0 4,0 0-2,0 0-2,0 0 1,0 0 0,0 0-2,17 19-1,-14-11 0,-3-8 4,8 14-2,-2-9-4,1 0 4,-7-5-4,9 12 0,2-7-4,-2-2-1,-9-3 0,17 0-5,-7 0 7,5-6-7,-1-1 5,-4 0-2,6-3-2,-3-3 2,7-4 6,-3 1 0,-1-6 0,4 0 3,3-6 9,-10 6 5,10-8 2,-7-3-1,7 0 0,-3-2-2,3-1-3,-4-2 3,2-3-5,-1-3 4,6 0-9,-7 1 0,4-1 1,-6 5-4,2 3-1,1 3 5,-6 12 10,-8 5 9,1 2 4,-1 5 0,0 1-3,-6 8-3,5-8-2,-5 8 3,0 0-2,0 0-1,0 0 5,-24 45 2,10-19-6,-1 5 3,-5 4-4,1 2 0,-3 0 3,3 0 0,-1 0 0,0-2-3,5 1-1,2 0 0,2-3 3,2-4 1,2-4-5,3 1 1,1-9-3,3 0-3,0 0 0,3 2-5,1-4 1,-4-2-9,4 0-3,2-2 2,0-3-13,-1-2-4,-5-6-8,15 10-9,-8-8-11,2 3-8,2-3-14,-2 0-19,-9-2-18,23 0-32,-13-4-46,1 3-223,6-5-435,-5-1 193</inkml:trace>
  <inkml:trace contextRef="#ctx0" brushRef="#br0" timeOffset="781">563 353 185,'0'0'192,"12"-22"-9,-4 17-18,4 2-18,4 0-12,1-2-11,7-1-13,2 4-10,3-2-12,-2-1-4,6 0-11,5-2-13,-5 3-29,-2-1-27,0 2-44,0-3-47,-4 2-175,-1-3-283,2 1 125</inkml:trace>
  <inkml:trace contextRef="#ctx0" brushRef="#br0" timeOffset="1265">1546 264 73,'0'0'92,"9"-11"-10,-9 11 2,3-6-9,-3 6-2,0 0 2,0 0-4,0 0 10,0 0-6,0 0 4,6-11-4,-6 11-7,0 0 3,0 0-5,0 0-1,0 0-2,0 0 5,0 0-2,0 0-5,-3-14-9,3 14 1,0 0-2,0 0-1,0 0 1,0 0 5,0 0-5,0 0-3,0 0 1,0 0 0,0 0 1,0 0-4,0 0-6,0 0-3,0 0 4,0 0 4,0 0 7,0 0 2,-31 25 5,23-12-4,-4 4 4,-5 2-2,7-5 2,-7 7 0,2 3 9,1-2 5,1 2 6,-4 9 0,1-5-8,0-2 3,9-2-17,-4 3 2,5-2-3,-3 5-7,6-8 9,3 0-18,3-2 3,-3-2-12,6-3 9,0 1-13,2-2-7,1-1-3,1-2-1,7-2-5,0-2-1,2-4-7,1-2 1,0-1-5,2-4-3,1 1 1,-3-2-3,-4-5-2,7 1 0,1-1-3,-12-2-1,5 1 0,0-8 6,-1 2-2,-1-3-1,-1 2-1,-3-5-8,5-3-1,-7 2-1,5-1 2,-2-1 3,-1-11-10,-5 1 3,1-4-2,-4 12 2,3-8-1,-3-4 5,-6 6 0,6 6 4,-9-1-1,3 4 5,-3 6 3,2 5 12,-2-3 9,-3 2-10,-2 4-3,2 0 3,-2 5-3,4 5-1,7 1-2,-21 3 3,4 3-19,3 3-30,1 6-37,-4 2-62,3 3-92,-4 0-224,8 1-501,-1-5 221</inkml:trace>
  <inkml:trace contextRef="#ctx0" brushRef="#br0" timeOffset="3156">2269 468 11,'0'0'169,"-7"-5"-12,7 5-10,0 0-3,0 0-7,0 0-9,-6-9-5,6 9-5,0 0-8,0 0-5,0 0-2,0 0-4,0 0-3,0 0-9,0 0-3,-3-13-9,3 13-9,0 0-1,0 0-11,0 0-4,12-16-9,-12 16-5,7-4-3,-7 4-1,10-5-3,-10 5-6,10-4-1,-10 4-4,17-6-1,-17 6 1,0 0-4,16 2-7,-16-2 4,12 6-3,-12-6-1,14 9-1,-8-2 0,2-3-3,-5 6 2,0 0 3,3 2-5,-5 4 2,1-1 0,-2 3-2,-2-2 0,1 9-3,-5-9 0,0 1 3,4 0-1,-7 2-2,0-5 0,1 5 1,-2-4-1,-2-1-1,3 3 3,-2-8-2,2 4-2,-2-3 5,5-4-2,-1-1 2,7-5-2,-12 12 4,7-7 0,5-5 1,0 0-1,0 0-2,-9 5 0,9-5 5,0 0-2,0 0 2,0 0-4,0 0-2,12-30 1,-7 21 3,4-4-4,-5 0 0,5 0-1,2-2-1,1-1 3,5-3-4,-5 6-1,2-1-2,-1 0 2,1 0-1,1 0 0,-2 3-1,1-2-2,0 4 1,-1 1 2,-4 2-5,2 1 2,-5 0 2,5 0-4,-11 5 2,15 0-5,-15 0 9,13 5-2,-7 3 4,-6-8-1,6 19-1,-1-10-5,-5 1 4,6 4 3,-6 0 0,3 1-1,-3-3-4,3 2-10,-3-1-7,0 2-6,0-15-7,0 20-1,-3-13 3,3-7-1,-3 13 4,3-13 5,0 11 5,0-11 9,0 0-6,0 0-1,-6 8 4,6-8 2,0 0 14,0 0-4,0 0 2,0 0-3,0 0 1,0 0-2,0 0 0,3-39 5,3 29-2,0-4 1,5 1 0,-1 2-3,2-3 2,2 2 0,3-4 2,-1 0-1,1 5-1,0-2-2,1 4-4,-2-1 7,-2 2-3,0-1-1,-1 1 9,-4 5-6,3-1-4,-1 2 8,-11 2-11,17-5-4,-17 5 8,16 0 2,-16 0-4,12 0 4,-12 0-1,14 3 0,-14-3-1,11 8 5,-8-1-1,-3-7-5,7 13 6,-5-6 1,-2-7-3,1 19 0,-2-8 5,-1 3 0,1 0 4,-2 0-2,0 0-1,0-3 4,-3 2 2,2-1-2,-3 1 1,4 0 0,0-4-4,1 1-2,2-10 2,-4 16-4,4-16 2,0 12 1,0-12 2,0 0-2,0 13-3,0-13-1,0 0 9,0 0-7,15-2-3,-15 2 2,0 0 1,26-13 2,-13 3-4,-2-1 0,4 1 1,-1-1 3,-4-1-2,5-1 0,-1-2 0,0 3-6,5-7 9,1 5-5,-6-2 0,-1 2-2,2 3-4,-1-2 0,-1 1 2,6 1-3,-6 2 2,-2 0 2,-5 5 1,1-1-1,-7 5-5,11-10-1,-11 10-1,9-3 6,-9 3 3,0 0 1,0 0 3,0 0 9,0 0 1,6 20-6,-6-11 1,0-9-6,0 19 2,-3-5 10,3-2 9,0 6-3,0-7-1,-4 6-1,4-8-8,0 4 2,0-13 0,1 20-3,2-10 3,-3-10-2,3 16 1,2-12 0,1 5 2,-6-9 0,9 7 0,-9-7-1,13 6 2,-13-6 0,17 0-2,-17 0 1,23-7 4,-14 2-5,1-3 3,3 4-2,-6-3-1,7-4-2,-1-2 2,-1 2-3,2-9 1,1 6-4,-3-1 2,3-2-2,-1-2 0,-2 2-3,-1 0 2,1 4-1,0-3 1,-3 2-3,0 3-3,-1 3 8,-5 0 1,3-1-2,-6 9-2,10-10 1,-10 10-2,3-11-1,-3 11-3,6-7-2,-6 7 1,0 0 1,9-5-1,-9 5-2,0 0 2,0 0 0,0 0-2,0 0-1,0 0 0,23 9 4,-23-9-2,2 9-2,-2-9 2,7 11 2,-7-11-4,0 17 4,2-6-1,1 0 3,-6 0-2,3 7 0,0-5 7,0 4-9,-2-4 1,2 1 2,-1 5 1,-2-6-3,0 4 3,1-6 1,-1 3 0,0 0-3,-1-1 4,-1-4-1,2 0 3,-3 0-6,6-9 3,-11 11-4,5-5 4,0 1 0,6-7 1,-12 6-2,12-6 0,-12 3 3,12-3-4,0 0 6,-14 2 0,14-2-3,0 0-2,-15-5-1,15 5 2,0 0-6,-7-10 9,7 10-9,0 0 5,0 0-4,0-16 4,0 16-5,0 0 1,9-18 2,-9 18 0,4-10 0,-4 10-1,0 0-3,6-9-1,-6 9 4,0 0-5,8-7-1,-8 7 3,0 0-3,12-3 5,-12 3-6,0 0-1,11-1 2,-11 1 3,12-2-1,-12 2 2,13-2-11,-13 2 3,14-1 0,-2-1 5,-4-2-6,10-1 4,-5 0-2,4-2 1,-3 0-1,7-8 2,-3 5-2,3-3 1,0-1 3,4-3 2,-4 1 1,3 1 0,-1-3-1,-5-1-2,3-1 4,-4 3 2,-1-3-7,-2 1 6,-2 5 1,-4-1-3,-1 0-1,2 1 6,-6 4-1,3 3 0,-3-3 1,-3 10-2,6-13-1,-6 13-4,0 0-2,5-7 2,-5 7 1,0 0-1,0 0 1,0 0 0,0 0 3,-3 36 1,6-20 0,-3-2-1,0 1-2,0 0 3,0 2-4,0-1 3,0-1 2,0 6-1,0-7 7,0 1-6,3 5 0,-6-7-1,3 2-2,0-5-3,0-10-1,-3 17 6,1-7-3,2-10 1,-6 17-3,3-8 3,3-9 2,-10 13 1,4-6-3,-3-3 3,9-4-3,-14 11-1,6-5 0,-2-3 1,1 1 2,9-4-2,-18 11 4,11-9-5,7-2-6,-12 5-6,12-5-9,0 0 2,-9 4-2,9-4 0,0 0-1,0 0-2,0 0-2,0 0 0,40-7-14,-27 1-7,4 1-11,0 1-5,2-3-10,4-7 3,-6 7 5,5-6-2,1-2-5,0 1 6,-1 0-3,-1-3 1,-1 0 12,0 0 7,-1-3-3,1 1 7,-3-3 6,-1 3 3,1 1 13,-6 3 20,2 3 17,-4-1 15,0 3 8,0-1 5,-4 2 11,1 5-1,-6 4 7,5-11-8,-5 11-3,0 0-6,0 0 12,0 0 11,0 0-3,0 0 2,0 0-4,-9 37 3,2-24-2,-2 6-3,3-5 5,-4 10 3,4-7-9,-2 7-3,1-2-7,1-5 1,-2 2-7,6-3-2,2 1-3,0-1-2,3-1-8,5-2 2,-2-5 1,2 1-3,4-4-11,0 1-11,-5-4-15,9-1-13,3-2-15,-1-1-21,-3-4-31,4-2-35,-3 2-37,2 0-169,-2-4-364,-3-1 162</inkml:trace>
  <inkml:trace contextRef="#ctx0" brushRef="#br0" timeOffset="5219">4227 59 99,'0'0'241,"10"-7"-22,-4 2-21,-6 5-19,17-5-20,-17 5-18,15 4-22,-15-4-43,12 13-53,-9-4-54,-1 2-75,-2-11-114,-2 20-238,2-20 105</inkml:trace>
  <inkml:trace contextRef="#ctx0" brushRef="#br0" timeOffset="5703">4526 468 79,'-6'-8'174,"6"8"-10,0 0-11,0 0-19,0 0-15,0 0-10,0 0-10,14-13-13,-14 13-7,12-3-9,-12 3-7,12-4-6,-12 4 1,15 0-10,-15 0 0,18 1-9,-18-1-6,17 3-2,-6-1-4,-11-2-3,13 11-1,-7-3-2,-3-2 1,2 3-2,-4 2-4,-1-11-1,0 21 2,-1-8-2,-4 2-6,1-1 0,-1 3 0,1-4 2,-2 2-3,1-4 0,1-2-2,-4 0 1,3-1 0,5-8-2,-7 11 4,7-11-1,-8 7-1,8-7 1,0 0-3,0 0 1,0 0 3,0 0 2,0 0-2,0 0-4,0 0-4,2-32 9,-2 32-4,13-22 2,-5 10 3,3-1 1,-1-1 1,7-5 0,-5 5-4,5-4 3,2 1-3,-5 6-8,7-5 3,-4 4 4,-1 4 5,1-2 3,0 4 1,-4-1 3,4 5 5,0 0-11,-7 0 0,-10 2 4,21 8-4,-13-3 2,-1 1-4,-2 2-2,-2 0 2,3 6-3,-1 0 3,-4-1 0,-1-2-3,0 5 2,0-5-2,2 3-2,1-3-2,0-3 2,-3-8-4,7 14 5,-1-4-5,2-3-8,2 0-6,4-3-6,0 0 0,1-3 0,3-1-8,2-1 1,-1-1 5,1 0 1,4-4-7,-1-3 6,-1-2 3,3 3 4,-1-5 1,0-3 2,2 1-2,-2-3 6,0 1-4,-1-3 7,-2 4-3,-3-5 2,0 2 1,-7 3 2,0 3-6,-2 0 6,1 0-3,-7 6 4,0 0 2,-3 7-7,0 0 7,-10-17 11,-2 15 2,12 2 6,-31 5-2,12-1 1,-1 1 2,-3 3-5,-1 1 2,6 1-4,4 3-2,1-4-5,-1 0 7,5 2-4,-2 0-1,4 4-1,1-2-1,4-2-3,2-11 0,5 18 4,-2-8-3,4-5-4,3 1-9,-3-1-15,2 1 4,2-4-1,-1-1-2,-10-1 0,20 0 6,-20 0-1,17-3 0,-17 3 0,10-9 7,-4 3 0,-6 6 1,11-9-6,-8 1 4,-3 8 1,4-12 2,-4 12-1,6-14 4,-6 14 2,2-13 3,-2 13 6,0 0 5,6-9-3,-6 9-4,0 0-6,0 0 0,0 0 13,0 0 5,0 0 4,0 0 6,0 0 4,0 0-1,2 34 6,-4-18 5,-2 1 4,2-1 7,-3 5 4,2 2-8,-1 2 2,-2 10 4,1-9-5,1 2 2,-2-3-7,-3 13-5,0 0 0,1 1-2,-1-2-9,3-2 2,0 3-5,-2-3-1,-1 1-7,0-9 4,2 0 23,-3-3-6,0-1-11,-1 0 6,2-8-9,2-2 2,1-1-5,-2 1-8,0-5 3,2-1 3,0-1-4,6-6 2,-9 11-5,9-11 1,-12 4 5,12-4 8,-9 1 4,9-1 3,0 0 0,0 0-1,-13-22-7,9 15 5,4-8 8,5 1-12,1-3 0,3-5-2,3-5-4,6-9 4,2-4-33,3-9-9,13-10-25,2-4-23,3 2-43,4-3-58,10-9-84,-7 1-290,32-30-585,-27 31 258</inkml:trace>
  <inkml:trace contextRef="#ctx0" brushRef="#br0" timeOffset="7516">3038 242 83,'0'0'117,"0"0"1,0 0-6,0 0-8,0 0-11,0 0-7,-6 16-5,6-16-11,0 0-8,0 0-9,0 0 0,-6 10-7,6-10-4,0 0-5,0 0-1,0 0-3,0 0-4,0 0-2,0 0-2,0 0 5,-8 7-1,8-7 4,0 0-1,0 0-2,0 0 3,0 0-7,0 0-1,0 0 2,0 0-5,0 0 2,0 0-2,0 0-5,0 0 2,0 0-2,0 0 1,0 0-1,0 0-5,0 0-1,0 0-3,0 0 3,0 0 4,0 0 5,0 0-5,0 0-7,0 0 0,0 0 3,0 0 11,-3-26 0,3 26-2,0 0 1,0 0-1,0 0-1,0 0 2,0 0-8,0 0 1,0 0 0,0 0 0,0 0-9,0 0 6,0 0-5,0 0 3,0 0-5,0 0 2,0 0-1,0 0 1,0 0 1,0 0 0,0 0 0,0 0 1,0 0 2,0 0 6,0 0 12,0 0 3,0 0 4,0 0-1,0 0-16,0 0 0,0 0-1,0 0 3,0 0-7,0 0 4,0 0-6,0 0 0,0 0 1,0 0-2,0 0-1,0 0 0,0 0-1,0 0-1,0 0-4,0 0 2,0 0-3,0 0-3,0 0-1,0 0-16,0 0-26,0 0-39,0 0-65,0 0-215,0 0-393,0 0 174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9:42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16 88 0 0,'0'0'760'0'0,"1"-1"-443"0"0,-1-1 0 0 0,1 1-1 0 0,0 0 1 0 0,0 0 0 0 0,-1-1 0 0 0,1 1 0 0 0,0 0-1 0 0,0 0 1 0 0,0 0 0 0 0,0 0 0 0 0,0 0 0 0 0,2-1-1 0 0,0 16-203 0 0,-1-1 0 0 0,-1 1-1 0 0,0-1 1 0 0,-1 1-1 0 0,0 0 1 0 0,-1-1-1 0 0,0 1 1 0 0,-4 16 0 0 0,-2 28 156 0 0,5-34-161 0 0,-1 30 322 0 0,-16 81 1 0 0,12-91-14 0 0,1 0 0 0 0,2 89 0 0 0,10-53 109 0 0,-5-54-2148 0 0,-15-45-2397 0 0,10 13 2133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9:42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19 484 0 0,'-4'-8'1560'0'0,"-3"-2"1564"0"0,6 10-3108 0 0,0 1 0 0 0,0-1 1 0 0,0 1-1 0 0,0-1 1 0 0,0 1-1 0 0,0 0 1 0 0,0 0-1 0 0,0 0 1 0 0,0-1-1 0 0,0 1 0 0 0,1 0 1 0 0,-1 0-1 0 0,0 0 1 0 0,0 0-1 0 0,1 0 1 0 0,-2 3-1 0 0,-101 132 608 0 0,89-114-512 0 0,7-11 19 0 0,-1 0-1 0 0,0 0 1 0 0,-17 18 0 0 0,25-34-17 0 0,0 0 0 0 0,0 1 0 0 0,1-1 0 0 0,-1 1 0 0 0,1-1 0 0 0,0 1 0 0 0,3-9 0 0 0,5-8 13 0 0,23-37 0 0 0,-28 51-109 0 0,1-1 0 0 0,1 1 0 0 0,-1 1 0 0 0,1-1-1 0 0,0 1 1 0 0,0 0 0 0 0,14-10 0 0 0,-18 15-24 0 0,-1 1 0 0 0,0 0 0 0 0,1-1 0 0 0,-1 1 0 0 0,1 0 0 0 0,-1 0 0 0 0,1 0 0 0 0,-1 0 0 0 0,0 0 0 0 0,1 1 0 0 0,-1-1 1 0 0,1 0-1 0 0,-1 0 0 0 0,0 1 0 0 0,1-1 0 0 0,-1 1 0 0 0,0 0 0 0 0,0-1 0 0 0,1 1 0 0 0,-1 0 0 0 0,0 0 0 0 0,0-1 0 0 0,0 1 0 0 0,0 0 0 0 0,0 0 0 0 0,0 0 1 0 0,0 1-1 0 0,1 1 0 0 0,2 1-772 0 0,0 1 1 0 0,0 0-1 0 0,0 1 1 0 0,-1-1-1 0 0,4 8 1 0 0,-6-7-1013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9:43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37 396 0 0,'0'0'465'0'0,"42"-16"3199"0"0,96 3-2545 0 0,-1 5 0 0 0,171 13-1 0 0,-229 2-996 0 0,47 2-314 0 0,-121-9 505 0 0,-34-2-7077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09:43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2 360 0 0,'12'-1'469'0'0,"0"1"-1"0"0,1 0 1 0 0,-1 0 0 0 0,0 1-1 0 0,1 1 1 0 0,-1 0 0 0 0,0 1-1 0 0,0 0 1 0 0,0 1 0 0 0,-1 0-1 0 0,0 1 1 0 0,22 12 0 0 0,-33-17-459 0 0,0 1 1 0 0,1-1 0 0 0,-1 0-1 0 0,0 0 1 0 0,1 1 0 0 0,-1-1-1 0 0,0 0 1 0 0,1 0-1 0 0,-1 1 1 0 0,0-1 0 0 0,0 0-1 0 0,1 1 1 0 0,-1-1 0 0 0,0 0-1 0 0,0 1 1 0 0,0-1 0 0 0,1 0-1 0 0,-1 1 1 0 0,0-1 0 0 0,0 1-1 0 0,0-1 1 0 0,0 0 0 0 0,0 1-1 0 0,0-1 1 0 0,0 1 0 0 0,0-1-1 0 0,0 0 1 0 0,0 1 0 0 0,0-1-1 0 0,0 1 1 0 0,0-1-1 0 0,0 0 1 0 0,0 1 0 0 0,0-1-1 0 0,-1 1 1 0 0,-13 10 81 0 0,-26 2-507 0 0,-67 7-3278 0 0,73-16 2105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0:10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574 52 220 0 0,'0'-2'282'0'0,"0"0"0"0"0,1 0-1 0 0,-1 0 1 0 0,1 0 0 0 0,-1 0 0 0 0,1 0 0 0 0,0 0-1 0 0,0 0 1 0 0,0 1 0 0 0,1-4 0 0 0,3-4 1126 0 0,-5 8-835 0 0,4-5 356 0 0,2-2 1328 0 0,-6 8-2236 0 0,0 0 0 0 0,0 0 0 0 0,0 0 0 0 0,0 0 0 0 0,0 0 0 0 0,0 0-1 0 0,0 0 1 0 0,0 0 0 0 0,0-1 0 0 0,0 1 0 0 0,0 0 0 0 0,0 0 0 0 0,0 0 0 0 0,0 0 0 0 0,0 0 0 0 0,0 0-1 0 0,1 0 1 0 0,-1 0 0 0 0,0 0 0 0 0,0 0 0 0 0,0 0 0 0 0,0 0 0 0 0,0-1 0 0 0,0 1 0 0 0,0 0 0 0 0,0 0 0 0 0,0 0-1 0 0,0 0 1 0 0,0 0 0 0 0,0 0 0 0 0,0 0 0 0 0,0 0 0 0 0,0 0 0 0 0,0 0 0 0 0,-1-1 0 0 0,1 1 0 0 0,0 0 0 0 0,0 0-1 0 0,0 0 1 0 0,0 0 0 0 0,0 0 0 0 0,0 0 0 0 0,0 0 0 0 0,0 0 0 0 0,0 0 0 0 0,0 0 0 0 0,0 0 0 0 0,0 0-1 0 0,0 0 1 0 0,0 0 0 0 0,0 0 0 0 0,0 0 0 0 0,-1 0 0 0 0,1 0 0 0 0,0-1 0 0 0,0 1 0 0 0,0 0 0 0 0,0 0 0 0 0,0 0-1 0 0,0 0 1 0 0,0 0 0 0 0,0 0 0 0 0,0 0 0 0 0,0 0 0 0 0,0 0 0 0 0,-1 0 0 0 0,1 0 0 0 0,0 1 0 0 0,-35 8 14 0 0,0 2 0 0 0,0 1 0 0 0,1 2 0 0 0,-37 21 1 0 0,39-17 132 0 0,1 0 1 0 0,0 2 0 0 0,2 2 0 0 0,-38 34 0 0 0,42-31 101 0 0,0 2 0 0 0,2 0 0 0 0,1 2 0 0 0,-31 51 0 0 0,45-63-112 0 0,1-1 0 0 0,0 1-1 0 0,1 0 1 0 0,1 1-1 0 0,1 0 1 0 0,0-1-1 0 0,2 1 1 0 0,0 0-1 0 0,0 35 1 0 0,3-44-67 0 0,0 1 0 0 0,1 0-1 0 0,0-1 1 0 0,1 1 0 0 0,0-1 0 0 0,0 1 0 0 0,1-1-1 0 0,0 0 1 0 0,0 0 0 0 0,1-1 0 0 0,0 0 0 0 0,1 0-1 0 0,0 0 1 0 0,0 0 0 0 0,10 8 0 0 0,-12-13-29 0 0,1 1-1 0 0,-1-1 1 0 0,1 0 0 0 0,0 0 0 0 0,0-1 0 0 0,0 1-1 0 0,1-1 1 0 0,-1 0 0 0 0,1 0 0 0 0,-1-1 0 0 0,1 0 0 0 0,-1 0-1 0 0,1 0 1 0 0,0-1 0 0 0,-1 0 0 0 0,1 0 0 0 0,10-1 0 0 0,-9-2-17 0 0,2 0-11 0 0,0 0 0 0 0,0-1 1 0 0,-1 0-1 0 0,10-5 0 0 0,-17 8-32 0 0,8-8-2239 0 0,-8 9 2085 0 0,-1 0 1 0 0,1 0-1 0 0,-1 0 1 0 0,1 0-1 0 0,-1-1 1 0 0,1 1-1 0 0,-1 0 1 0 0,0 0-1 0 0,1-1 1 0 0,-1 1-1 0 0,1 0 1 0 0,-1 0-1 0 0,0-1 1 0 0,1 1-1 0 0,-1-1 1 0 0,0 1-1 0 0,1 0 1 0 0,-1-1-1 0 0,0 1 1 0 0,0-1-1 0 0,1 1 1 0 0,-1 0-1 0 0,0-1 1 0 0,0 1-1 0 0,0-1 1 0 0,0 1-1 0 0,0-1 1 0 0,1 1-1 0 0,-1-1 1 0 0,0 1-1 0 0,0-1 1 0 0,0 1-1 0 0,0-1 1 0 0,0 1-1 0 0,-1-1 1 0 0,1 1-1 0 0,0-1 1 0 0,0 1-1 0 0,0-1 1 0 0,0 1-1 0 0,0-1 1 0 0,-1 1-1 0 0,1-1 1 0 0,0 1-1 0 0,0 0 1 0 0,-1-1-1 0 0,1 1 1 0 0,0 0-1 0 0,-1-1 1 0 0,1 1-1 0 0,0-1 1 0 0,-1 1-1 0 0,1 0 1 0 0,-1 0-1 0 0,1-1 1 0 0,-1 1-1 0 0,-3-4-3103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0:14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68 220 0 0,'-3'-4'588'0'0,"1"1"-227"0"0,0 0 1 0 0,0 1 0 0 0,0-1-1 0 0,0 1 1 0 0,-1-1-1 0 0,1 1 1 0 0,-6-4-1 0 0,7 6 205 0 0,-8-13 1646 0 0,9 13-2122 0 0,0-1 0 0 0,-1 1 0 0 0,1 0 0 0 0,0 0 0 0 0,-1 0-1 0 0,1 0 1 0 0,0-1 0 0 0,-1 1 0 0 0,1 0 0 0 0,0 0 0 0 0,-1-1-1 0 0,1 1 1 0 0,0 0 0 0 0,-1 0 0 0 0,1-1 0 0 0,0 1-1 0 0,0 0 1 0 0,0-1 0 0 0,-1 1 0 0 0,1-1 0 0 0,0 1 0 0 0,0 0-1 0 0,0-1 1 0 0,0 1 0 0 0,0 0 0 0 0,0-1 0 0 0,-1 1-1 0 0,1-1 1 0 0,0 1 0 0 0,0 0 0 0 0,0-1 0 0 0,0 1 0 0 0,1-1-1 0 0,-1 1 1 0 0,0 0 0 0 0,0-1 0 0 0,0 1 0 0 0,0-1 0 0 0,0 1-1 0 0,0 0 1 0 0,1-1 0 0 0,-1 1 0 0 0,0 0 0 0 0,0-1-1 0 0,0 1 1 0 0,1 0 0 0 0,-1-1 0 0 0,0 1 0 0 0,1 0 0 0 0,-1 0-1 0 0,0-1 1 0 0,0 1 0 0 0,1 0 0 0 0,-1 0 0 0 0,0 0-1 0 0,1-1 1 0 0,-1 1 0 0 0,1 0 0 0 0,0 0 0 0 0,0-1-53 0 0,20-6 118 0 0,99 16-129 0 0,6 2-2 0 0,-89-12-44 0 0,-24 10 40 0 0,-13-9-17 0 0,33 7-78 0 0,-21-3-53 0 0,1-1 1 0 0,23 4-1 0 0,-31-6 111 0 0,2 1-60 0 0,-4-2 51 0 0,-1 0 1 0 0,0 0-1 0 0,1 1 0 0 0,-1-1 1 0 0,0 1-1 0 0,0 0 0 0 0,0 0 0 0 0,0 0 1 0 0,0 0-1 0 0,3 1 0 0 0,-4-1 38 0 0,-1 0-129 0 0,1 0 118 0 0,0 0 0 0 0,-1 0 0 0 0,1 0 0 0 0,0 0 0 0 0,-1 0 0 0 0,1 0 0 0 0,0 0 0 0 0,0 0 0 0 0,0-1 0 0 0,0 1 0 0 0,0 0 0 0 0,0 0 0 0 0,0-1 0 0 0,0 1 0 0 0,0-1 0 0 0,0 1 0 0 0,0-1 0 0 0,0 1 0 0 0,0-1 0 0 0,2 0 0 0 0,-2 1 267 0 0,-5 3-338 0 0,0-1 57 0 0,0 1 0 0 0,0 0 0 0 0,-1-1 1 0 0,1 0-1 0 0,-8 4 0 0 0,12-7 12 0 0,-14 11-11 0 0,0 0-1 0 0,1 1 1 0 0,0 1-1 0 0,1 0 1 0 0,-21 29-1 0 0,13-17 4 0 0,-38 64 51 0 0,53-70 24 0 0,5-18-54 0 0,-5 3 2 0 0,5 1-12 0 0,0-3 6 0 0,0 0 130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08.837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0 322 137,'9'-5'229,"-9"5"-16,0 0-15,0 0-18,0 0-23,0 0-14,0 0-15,0 0-12,0 0-7,0 0-13,0 0-12,0 0-7,0 0-4,23 9-12,-23-9-19,0 0-28,0 0-33,0 0-38,3 8-49,-3-8-54,0 0-127,0 0-308,0 0 136</inkml:trace>
  <inkml:trace contextRef="#ctx0" brushRef="#br0" timeOffset="6641">6963 3 181,'0'0'224,"10"-4"-15,-10 4-23,12 0-18,-12 0-21,0 0-26,20 4-45,-20-4-45,8 5-53,-8-5-52,9 4-135,-9-4-224,0 0 100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05.774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319 117 7,'0'0'142,"0"0"-4,0 0-2,8-9-19,-8 9-1,0 0-10,0 0 0,0 0-3,0 0-5,0 0-7,0 0 2,0 0-9,0 0-4,-2-13-3,2 13-2,0 0-5,0 0-3,0 0-3,0 0-7,0 0-3,0 0-4,0 0-4,0 0-4,0 0 0,0 0-3,0 0-3,0 0-2,0 0-1,0 0-5,0 0 2,0 0-5,0 0-3,-9-9 4,9 9-7,0 0 0,0 0-5,0 0-1,0 0-1,0 0-5,0 0-4,0 0 0,0 0 2,0 0 5,0 0 3,-12 29 1,7-20 5,-2 6 7,-1 2-1,-2 4 9,-7 10 6,3-4-1,-4 6 6,2 1-1,-4-1-2,0 4 0,2-2 2,3 0 2,0-1-5,1-8 3,2-1-9,0 1 0,4-1-5,1-5 1,-1-2-2,2 0-2,0-3-2,0 0 1,2-5-6,2-2-2,2-8-2,-6 16-3,6-16 1,-3 11-5,3-11 1,-3 9-2,3-9 1,0 0 1,-6 8 0,6-8-7,0 0-13,0 0-24,0 0-37,0 0-42,0 0-47,0 0-57,0 0-245,-15-21-500,12 11 221</inkml:trace>
  <inkml:trace contextRef="#ctx0" brushRef="#br0" timeOffset="610">183 121 198,'0'0'201,"-5"-10"-11,5 10-8,0 0-11,0 0-15,0 0-10,-3-13-18,3 13-8,0 0-11,0 0-7,0 0-4,3-15-8,-3 15-5,6-9-6,-6 9-5,8-6-10,-8 6-8,14-8-5,-4 4-4,2 2-4,-1-2-7,2 1-3,0 1-3,2 1-2,1-2-3,-2 1-2,-3 2-4,2-1-2,4 2-2,-4 4-4,0-4 3,-4 3-1,0 1-5,1 1-1,-1-1 0,2 2 0,-5 4-4,2-1 3,-7 3-7,4 4 5,-2-3 3,-5 5-1,-2-3-2,-4 7 1,-3-1 0,-1 3 1,-4-4-3,-1 3-2,-10 3-3,3-6-6,2 0-7,0-2 1,-9 4-5,7-7-3,0 0-5,-2-4 3,4-1 2,5-3 1,-1-1-2,1 1-3,2-5 3,1 0 0,2-1 9,12-2 1,-19 2 1,19-2-2,-14-4 3,14 4 7,-12-3 6,12 3 4,-8-7-2,8 7 4,0 0-3,-3-15 5,3 15-5,0 0-2,9-15 3,-1 9 2,-8 6-5,14-8 8,-5 3-1,0 3 3,-9 2 1,23-2 3,-13 2-1,5 2 2,-4 2 7,2 1-3,1 1-1,-5 4 0,5-2-5,-4 2 4,-1 5-9,-3-1 7,2 0-3,-2 0 2,-4 2 5,2 0 1,-1 1-7,2 1 4,-4-2-9,2-1 6,0 0-4,2 0 2,-4-4-3,5 1 2,2-2-5,-1 0-4,1-4-3,9-1 6,2-1-6,1-2-2,-2-1-1,2-2-2,6-5 0,-1 3-2,1-2-2,-2-4-2,2-2 1,0 1 0,-1-3 0,-3 2 2,-1-2 1,0-1 0,-8 1 0,1 0-4,3-7-1,-8 7 4,1-4-4,-2 2-4,-2 2 8,-4 2-3,4-1 1,-5 4 2,-1 8-3,0 0 0,-9-18-2,9 18 3,-24-2 1,9 2-2,-5 8 5,2-3-5,-3 5 5,4 1 0,-3 3-1,1 4 9,5-5 3,4 4 5,0-4 1,4 2 5,0-3-1,6 5 0,2-3 0,8 1 3,4-5-5,7 4-9,2-4-27,9 1-41,-4-4-51,16-2-64,-12-1-235,9-4-447,-11 0 198</inkml:trace>
  <inkml:trace contextRef="#ctx0" brushRef="#br0" timeOffset="1735">1050 583 98,'0'0'137,"0"-15"-17,0 15 0,0 0-5,0 0-4,0 0-10,0 0-4,0 0-7,0 0-1,3-10-1,-3 10-10,0 0-2,0 0-4,0 0 0,0 0-9,0 0 0,0 0-3,-6-13-8,6 13 0,0 0-4,-8-7-2,8 7-3,0 0 4,-12-3-6,12 3 4,0 0-10,-17 0 6,17 0 0,0 0 0,-19 0 1,19 0-4,-22 5 2,9 0 3,-1 1 2,1 3-6,-1 1-2,0 1-1,1-1-2,1-1 0,1 3-8,4 0-1,-1 1-2,2-1 0,0-1-2,4-1-1,2-10-3,0 20 0,5-10-2,-2-1-2,3-2 2,2-2 0,2 0 1,1 1-5,5-3 0,0-1-4,-1-1-4,1-1-2,-5 0 2,5-1-5,-2-4 0,0-1-3,-5 3 1,1-2 1,-2-3 3,0 1-1,-1 1-2,-1-3 1,-6 9 1,9-16 2,-4 8-1,1-2-2,-2 3 1,-4 7 0,5-15 1,-5 15-4,6-9 2,-6 9-5,4-9 1,-4 9-8,0 0 7,0 0 0,0 0 1,0 0-2,0 0 5,13 21 2,-12-12 0,-1-9-1,3 16 1,0-7 0,-3-9 0,6 17-3,-3-6-3,2-3-6,-2 3-15,1-4-14,-4-7-14,8 12-17,-4-6-27,-4-6-24,9 10-26,-9-10-210,13 4-390,-13-4 173</inkml:trace>
  <inkml:trace contextRef="#ctx0" brushRef="#br0" timeOffset="2282">1441 565 191,'0'0'188,"0"0"-13,0 0-14,0 0-13,-12 3-16,12-3-11,0 0-8,0 0-5,0 0-3,-12 5 0,12-5-6,-9 8 1,3-3-4,6-5-4,-12 12-12,4-3-3,-1 0-6,-1 3-1,2 2-10,2 0-4,-1 0-3,-1 0-5,2 0-5,0 3-4,0-4-1,4 2-5,2-2-3,2-3-2,1 1-5,3-2-2,-1-2-4,4 2-2,0-4-6,0-1-4,7-1-5,-2-3 3,6-2 0,-1-1 0,-1-2-2,7-6 1,-3 2-2,4-3 2,-2-2-3,-1-1 0,-2-3 2,3-2-3,4-6 2,-1-2-2,0-2 1,-3 0 2,0-3-3,2-2 2,-2 0-1,1 0 1,5-5-5,-3 2-1,-3-3 3,5 0 1,0 1-2,-7 1-4,3-1 4,-4 5 0,-2 0-2,-5 11 4,-2 4-4,-4 1 8,-2 8 8,1-2 6,-4 4-4,2 1-6,-5 8 2,0 0 1,0 0 4,0 0 1,0 0 5,-29 24 0,11-9 3,-3 7 3,1 3-1,-2 4 7,-7 2 3,2 5 6,2-4-8,0 3 3,-4 0-1,3-2 4,5 2 4,-2-1-13,2-2 0,8-6 1,3 0 4,0-1-6,1-3-1,4 1-3,2 0 1,0-5-4,3-1 4,3-3-6,-1 0-4,2 1 3,-1-7-11,3 1 0,0 0-3,2-4 2,1 2 4,0-4-9,0 1-2,-9-4-3,15 4-1,-15-4 2,20-2-3,-9-2 7,-1-1 0,1 0-3,-2 0 3,0-4-3,1 0 2,1 0 3,-3 1-4,-1-2 2,-1 4-2,-6 6 2,9-12-1,-3 6-2,-6 6-1,11-9-4,-11 9 0,0 0 4,8-5-6,-8 5 2,0 0-1,0 0 3,12 18 3,-11-8-1,2-1 0,0 2-4,0 1 6,0-4 0,2 5 5,-1-3-4,2 3-1,-1-5 1,-2 1 0,1 0 5,3 0-12,-3-4-3,2 2-6,0 0-6,-6-7-14,11 9-7,-11-9-11,7 5-10,-7-5-19,9 3-24,-9-3-33,0 0-34,0 0-43,0 0-200,0 0-452,0 0 200</inkml:trace>
  <inkml:trace contextRef="#ctx0" brushRef="#br0" timeOffset="3282">1838 273 228,'9'-3'218,"4"-1"-21,6-1-10,6 4-23,3-1-13,2 0-11,9 0-16,-6 1-15,8 2-31,0 1-46,0-2-45,-11 0-56,-6 2-189,-4-2-279,0 0 123</inkml:trace>
  <inkml:trace contextRef="#ctx0" brushRef="#br0" timeOffset="3641">2416 618 90,'-9'-6'173,"9"6"-7,0 0-15,-11-5-14,11 5-7,0 0-6,-12-3-10,12 3-6,0 0-3,-14-3-7,14 3-11,0 0-6,0 0-4,-18 5-4,18-5-5,0 0-6,-14 6 3,8-2-9,6-4-3,-9 12-4,3-6-6,0 1 0,6-7-9,-9 15-3,3-6-3,2 0 1,1-1-6,1 3-1,2-11-1,-4 17-2,2-7-3,2-10-1,2 17-5,2-10-1,-4-7-5,8 12-5,-5-7 0,4 0-9,2 1-2,0-2-1,-9-4-4,19 3-1,-12-1-3,-7-2 3,15 2-1,-15-2-4,14 0 4,-14 0-3,10-7 3,-10 7 5,5-10-5,-5 10 10,3-11 1,-3 11-5,0 0 2,-8-18 7,8 18-3,-9-16 0,6 8-1,-1-2 0,4 10 4,-9-17 4,4 10-2,-1-2 7,6 9 6,-6-14 3,6 14 4,-3-15 6,3 15-4,0-15 0,0 15 1,3-12 4,2 4-7,-5 8 3,12-11-5,-6 4 4,3 3 3,3-1 1,-3 2-3,3-1 0,6-1-3,-3 1 0,1-1-2,2 3-1,0-1 0,-3 1 1,0 2 0,0-1 5,2 2-3,-2-1-1,0 2-5,-1 0-1,-2-2-1,4 3 1,-6 0-4,-1 3-3,1-3-1,-2 5 5,-2-2-2,0 1-2,-3 3 3,1 1-2,-2 0-4,1 1 3,-6 4-4,1-2-3,1 2-3,-5-2-5,1 0-7,2-2-3,-1 2 2,-1-5-4,2 2 0,3-11 4,-6 14 0,5-7 0,1-7 3,-5 12 3,5-12 2,-3 9 7,3-9 1,0 0 1,0 0 4,0 0 3,0 0 6,0 0 1,0 0 7,0 0 5,0 0 2,0 0-2,11-36-2,-5 30 5,-2-3-2,2 0 3,0 0-4,2 1 2,-1-5-2,3 3-3,-3 3 2,5-4-4,-4 4 0,1 0 2,-2 2-5,1-1 3,-8 6-6,12-7-1,-12 7 1,14-1-2,-14 1-5,0 0 4,18 5-3,-12 0-2,-6-5 4,12 9-1,-4-2-1,2-2 0,-4 0-2,2 3 1,-1-3-5,1 0 2,-1 2 2,1-1 0,-8-6-1,18 7 6,-10-4-4,2-1 0,-10-2-2,15 1 2,-5 1-2,-10-2 4,16-7-1,-16 7-5,15-8 5,-6 0-3,0 1-2,-4 1 4,6-4-5,-2 0 3,1 0 0,-2-3-2,4 2 1,-3-3 1,2 4-2,2-3 2,-2 2 1,1 0 6,0 2 1,2 2-2,-5 2-1,1 0-3,2 5-4,-12 0 4,17 3-1,-9 1 2,-2 4-4,1 3 0,-2 1 1,1 3 0,-5 2 1,1 1-2,-2-1-1,0 0 7,-2 1-8,2-2 3,-3 0-3,-1-3-5,-2 2-8,-3-5-15,-1-1-18,1-2-20,0 0-30,-1-4-45,-2 1-60,-3-4-240,-1-2-475,3-1 210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11.197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181 729 118,'7'-9'169,"-7"9"-17,3-9-8,-3 9-12,7-8-2,-7 8 2,9-7-6,-9 7-9,3-11-8,-3 11-5,5-10-8,-5 10-5,3-9-3,-3 9-3,3-11-6,-3 11 1,0 0-5,4-12-7,-4 12 0,0 0-2,0 0-8,-3-14-4,3 14-7,0 0-6,0 0-4,-15-6-4,15 6-4,-24 0 0,9 4 2,1-1-2,-4 2-1,3 0-3,-2 1 0,2 3-3,-1 0-1,-1 0-3,5 1 0,-3 1-1,6-1 0,-2 3-5,8-4-2,-3-1 0,3 3 3,3-11-6,3 15 6,0-6-3,6-1-1,-1-2-2,2-1-1,7 1-3,0 0-6,-1-3-3,1-1-3,-1-1-2,-5-1-2,3 0 1,-1 0 5,-1-3-5,-12 3-4,20-5 4,-11 2 2,-9 3 0,15-7 3,-15 7 0,11-8 1,-5 3-1,0-3 6,-6 8-2,7-10-1,-7 10 0,6-10-2,1 4 3,-7 6 1,3-9 1,-3 9-6,0 0 1,10-6 3,-10 6-4,0 0 5,0 0-6,15 0 2,-15 0 1,0 0 1,17 5-2,-17-5 4,13 6-1,-5-2 1,0 0-3,-8-4 4,12 10-1,-6-5 2,-2 1-1,-4-6 0,12 11 1,-6-8 4,-6-3-3,12 10 1,-12-10 0,11 5-1,-11-5 1,12 5 2,-12-5 1,14 0-2,-14 0 2,13-2-1,-13 2-3,17-6 1,-12 1 0,4-2-1,1-2 0,2-2-1,2 1 3,-1-3 7,0-2 6,5-4-2,-2-4 3,-2 0 0,7-7-5,3-5 3,2-2-3,-2-2 0,6 0 4,-2-1-6,2-3-2,0-1 5,-4 0-6,1 0 2,-3 2-1,-1-2 0,0 3 1,-5 6 7,-5 11 9,2 3 4,-7 4 4,0 4 3,-2 3-2,0 1-2,-5 3-8,-1 6 1,0 0-1,0 0 6,-23 23-7,8 0-2,-9 8-2,-3 9 1,-2 2 13,-12 17-3,2 1 7,6 1 8,9-17-1,4 3 1,3-4 3,-1-3 5,9 0-3,2-1-3,2-2-9,4-9 0,2-5-7,4 1-4,1-6-9,-2-1-8,2-2-9,5-3-5,-2 0-10,4-3-9,0-1-14,-1-2-9,-5-1-12,10-1-13,-5-1-18,5-1-25,-7-4-25,-10 2-34,26-7-44,-13 2-69,0-6-154,-1 3-475,-5-7 210</inkml:trace>
  <inkml:trace contextRef="#ctx0" brushRef="#br0" timeOffset="828">602 396 74,'13'-12'230,"-2"9"-14,6-2-14,2-1-9,8 0-18,4 0-15,11 1-20,3 2-10,-2-1-12,2 4-13,2 0-15,-5-1-36,-1 2-43,-11-1-48,-7 0-53,-3 2-206,-1-4-320,-1 1 142</inkml:trace>
  <inkml:trace contextRef="#ctx0" brushRef="#br0" timeOffset="1172">1979 343 67,'0'0'232,"0"0"-8,0 0-14,0 0-16,0 0-16,0 0-16,0 0-16,0 0-9,0 0-7,0 0-1,0 0-4,0 0-5,-39 10-13,30 1-5,-2-1 0,2 5 0,0-2-14,-3 9 5,-3 0-6,-2 3-4,2-3 4,-3 11 0,4-10-13,2 4-3,-2-1-7,4 1-2,-1-3-6,4 1-2,2-2-4,2-1-7,2-4-2,2-2-6,2-2-10,2 2-5,1-2-6,3-2-5,3-2 3,1-2 3,6-1-15,0-4-4,1-3-6,0 0 2,4-3 5,3-4-3,-4-2 1,1-3-3,-3-3 7,3-2-4,-4-1 0,-1-1 5,-2-3-1,3-11 1,-4 0-2,-5 7 1,4-9-2,-4 0 3,-2-2-2,-6 2 3,-2 5-6,-2 2 0,-2-2-2,-3 2-2,-5 4 3,1 2-1,-1 6-3,-7-1 1,-5 3-2,-3 5-5,-1 4-12,2 2-22,-4 3-28,5 3-42,1-1-66,6 3-84,1 0-190,5-1-498,4 0 220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27.401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6 121,'0'0'155,"10"-8"-22,-10 8-31,0 0-36,0 0-50,0 0-116,0 0-106,3 23 47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25.370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0 253 114,'0'0'178,"-3"-12"-8,3 12-13,0 0-13,0-16-11,0 16-9,6-7-11,-6 7-10,0-11-10,0 11-9,3-11-7,-3 11-5,6-10-10,-6 10-3,7-9-9,-7 9-5,11-7 1,-11 7-4,12-7 1,-4 2-9,1-1 7,1 3 2,-1-1-3,2 1-4,-1 1-2,-10 2-1,20-5-4,-11 4-7,-9 1-4,20-2 0,-20 2 3,16 3-2,-6 1-7,-4-1 1,-6-3-1,16 7-2,-11-2-1,1 4-1,0-2-1,-6-7 1,1 18 1,2-8 0,-1 5-4,-2 0-4,-2 1 3,-2 1 2,-2 1-2,-2 0 0,-4 2-1,5-4 3,-2 2-3,1-2-3,-1 0 2,0-1-3,1-1 2,-1-3 1,0 1-1,8-3 1,-5-1-3,-1 0 3,7-8 0,-7 9-2,7-9 2,-6 8 0,6-8 3,0 0 5,0 0 2,0 0-1,0 0-2,0 0 0,0 0-1,0 0 6,0 0-4,0 0 0,23-23 1,-14 16 0,1-3-4,1-3 4,2 3-8,3-4 3,-3 0-2,-2-2-1,5 1 2,3-5-1,0 2-1,-1 0 0,-3 6-2,-1 1-2,1-2 1,-1 1 0,-1 2-3,1 0 5,-3 2-3,-2 4-2,-3-1 1,-6 5-3,13-7 2,-13 7 1,0 0 1,14 7-4,-14-7 1,6 14 3,-6-3 0,0-11 1,0 18 2,0-7-1,-4 2 0,2 1 0,1 0 0,-1-2-1,0 2-3,2 1-9,-3-5-7,3-10-5,0 19-5,0-19-4,0 14-2,0-14-4,0 14 7,0-14 3,0 0 5,-6 9 6,6-9-2,0 0 5,0 0 0,0 0 2,0 0 4,0 0-2,0 0-1,0 0 7,0 0 0,0 0 2,0 0 6,0 0 2,0 0-5,6-40 3,1 25-2,3 1-1,1 2-1,1-2 3,4-5 2,-5 4-1,1 2 2,5 0-2,-4 1 0,7-4-3,-3 6 5,5-3 3,-8 5 4,1-2 2,2 3 5,-1 1 1,-2 0-4,-3 3-1,4-2-2,-5 5 0,-10 0-4,20 2 3,-11 3 0,-6 0 3,2 4 1,1 1 4,-6 1 0,0 1-2,0 5 0,-3 0 3,-5 0 0,2 1-2,0 4-1,-3 1-1,7-5-4,-4-2-3,0 0 1,3-1-1,-1 1-2,4-2-1,0 0 1,0-2-2,1-2 2,-1-10-5,6 17 3,0-8-4,0-4-6,2 2-6,1-2 0,-9-5 1,23 8 1,-16-5-4,5-3 3,-12 0 1,22 0-1,-10-2 2,-12 2 3,22-7 1,-8 0-3,0-2 0,-2-2 5,1 3-2,1-6 0,-5 0 2,5 0-2,5-2-1,-2-5 1,3 4 0,-1-5 1,-2 1 1,0 5-2,-1 2 1,-7 2-1,5 0 0,-4 1 0,0 4 0,-4 0 1,1 0-1,-1 2-4,-6 5 1,8-8 2,-8 8-1,0 0 6,0 0 2,0 0 1,0 0 3,0 0-3,-2 32 4,2-32-2,-9 19-3,3-7 3,2 1 2,-2 2 2,-1-4-1,0 6-2,7-4 5,-6 3-4,3-5-3,3 5 0,3-3 5,-3-2-8,0 0 6,6 1 1,-2-1-2,-1-5 3,7 1-2,-3-1-2,-7-6-1,17 9 5,1-6-5,-4-1 0,-4-4 1,5 0-2,2-3 5,0 0-4,-1-4-1,-2 2-2,2-3 2,0-3 1,3-2 1,-2-1-2,-1-2 2,1 1 1,0-3 7,-1-3-2,1 0 1,0 1-3,2-1-1,7-5 3,-6 7-3,-1 0 2,1 5-2,-3 0 2,-1 4 3,1 3-5,-3 0 2,-2 3-9,-5 1 3,-7 5 0,18 0 2,-18 0-2,14 6-1,-14-6-2,3 15 3,-3-4 3,0 3 0,-3 2-3,-3 1 0,-2 5-3,-4 1 2,2-2-1,-5-2-7,1 0-4,0 1-5,1-7-2,-4 5-1,5-3-5,-5-3-9,4-1-6,-1 0-8,5 1-9,-2-1 1,2-4-4,-1 2-6,1-4 2,3 1 1,6-6 2,-8 8-5,8-8 14,-6 5 3,6-5 5,0 0 6,0 0-1,-11 6 5,11-6 6,0 0 2,0 0 1,0 0 5,0 0 4,0 0 2,0 0 6,0 0-18,0 0 23,0 0 6,3-30 0,-3 30 1,0 0 6,0 0 0,0 0 2,0 0-3,0 0 3,5-14-5,-5 14 0,0 0 1,0 0-4,9-7-2,-9 7 1,0 0 0,0 0-1,0 0 2,8-6-5,-8 6 1,0 0-3,12-3 2,-12 3-2,7-3 0,-7 3 4,12-6-1,-12 6-3,20-6-2,-9 0 4,-1-1-6,5-3 4,-1 0-1,9-2 3,-1-2-5,0-1 0,3-1 5,9-7-11,0-2 10,0 3-2,-1-5 3,-4-1-5,4 2 4,0 1-4,-7 1 4,-3 4-1,-4 1-2,-2 3 4,-6 3 17,2 0 6,-7 4 13,0 0 7,2 2 0,-8 7-4,3-10-6,-3 10-1,0 0-6,0 0-1,0 0-3,0 0-4,0 0 0,-23 26-4,20-12-4,-1 2 4,4-1-4,0 3-6,0 2 5,4 3-4,-4 3 0,6-5 0,0 2 0,-3-4 0,2 4-2,-2 0 1,0-4-7,0-1-10,-3-3-4,0 1-1,0-1-3,0-2-1,-6 2-3,-2-5-3,-1 2 0,-1-1 1,0-3-4,-6-1-1,2 2 4,1-3-3,-3-1 6,6-2 5,1-1 2,9-2-2,-20 3 0,10-1 7,10-2-6,-14 2 8,14-2-1,0 0 5,0 0-4,0 0 3,0 0 7,0 0-7,0 0 7,0 0 0,27-16-2,-13 12 1,4 1-3,6 0 2,2-6-1,1 2-2,-4-2 1,9-3 2,-5 3 0,2-4 3,1 3 2,6-9-5,-3-2 0,-7 7-6,10-8 7,-13 5 2,0 1-1,-1-5 2,-2 4-4,-3-3 3,-4 1-7,1 3 8,-5 2-5,2 1 10,-2 1 13,-3 4 8,-5 1 6,-1 7 1,9-11-6,-9 11-4,0 0-2,0 0 0,0 0 6,0 0-3,0 0 2,0 0-2,-30 30-1,21-16-2,-5 6-2,2 0 5,2 3 3,1-1-3,-2 2 0,2-1 2,-2-2-9,5 2-1,2-2-1,2-3-2,-2-3-5,8-1 6,-1-3-3,3 1 1,0-1-1,5-1-3,1-1-3,5-4-1,-4 0 0,4-3-11,0-2-8,-1-2-17,1 1-20,0-4-34,-5 1-37,1-3-46,2-2-89,-4-1-137,0-3-423,-2 1 188</inkml:trace>
  <inkml:trace contextRef="#ctx0" brushRef="#br0" timeOffset="2375">2603 244 67,'0'0'239,"-3"-13"-9,3 13-12,-6-10-15,6 10-13,0-14-23,0 14-17,0 0-12,12-17-10,-4 12-18,-8 5-5,9-13-7,1 8-7,-1-1-6,-1 3-9,-8 3-9,20-6-3,-8 4-11,-12 2-3,13 4-4,-4 2-5,-1-1-2,1 0-3,-5 4-4,3 3-5,-4 2-4,4 0 2,-11 3-3,4 0-7,0 0 2,0 1-3,0 1-3,-3-1 1,-3-3-8,1 1-3,2-2-7,-3-1-5,0-1-3,4-1-3,-2-3 0,-4-1-2,8-7 2,-6 13 2,6-13-1,-7 7 3,7-7 0,0 0 5,-12 1 1,12-1 1,0 0-1,0 0 2,0 0 11,-2-24 7,2 24-6,5-18 2,4 4-2,-2 0-1,8-5 2,-4 4 2,3-4 1,2-1-1,2 5 2,0-1 1,-2 2 1,0 4 12,-2 1 2,2-1 4,0 4 1,-3 1 2,4 1-5,-7 2-3,-10 2-3,20 0 0,-8 5-5,-1-4 1,-2 6-5,-2 0 2,-1 0-4,4 2-2,-6 1-1,2 0 1,2 3 1,-2-4-6,0 2 2,-3-3 0,1 1-9,2 0-4,4 1-3,-6-3-3,5-2-2,5 3 0,-4-3-7,-1-2 5,4 1-4,2-2 4,3-1 1,-2-2 1,1-5 1,3 3 2,-4-4 3,1-2-3,0-1 4,2-5 1,4 0-1,-3-3 1,-4 1 0,-1-1 2,-1-1-2,0-1 3,-4 5-1,-1-1 3,-1 2 3,-2-1 3,-3 2 0,-3 5 3,0 8-3,-6-13 0,6 13 0,-20-5 1,4 5 0,-1 5-1,-3 0 0,-5 3 1,-3 5-3,6-1 2,2 2-3,0 3 3,7-4-4,1-1 1,-2 3 1,8-1 0,-2-2-3,5 0 3,0 1-1,3-13 1,6 21 1,0-13 1,0 1-3,2-2 1,0-1 3,1-3-3,1 0 0,-10-3 5,20 2-4,-11-2-2,-9 0 1,14-3 1,-2-2-2,-5-1 1,2 1-3,-9 5 5,17-12-4,-8 5 2,-4 1-3,1-1 1,-6 7 3,10-7 3,-10 7 0,0 0 1,9-7-6,-9 7-1,0 0 2,0 0 5,0 0 5,11 17 13,-11-2 1,0 2 3,-2 9 13,-2 1 2,-1 2 10,-4 8-3,2 4 0,-5 1 0,-2 0-1,0-1 11,1-1-15,-2 1-9,1-5-2,-3-1-4,2 2 0,5-10 1,-4-1-5,2-3-3,1-8-3,2 2-1,-1-2 2,1-2-3,-2-6 7,7 1 3,-6-3 5,4 1 1,6-6-1,-16 2-4,16-2 19,-17-8-19,7 0 0,-3-3 1,4 5 0,-1-7-1,5-1 14,-4 0-7,3-2 5,3-1-11,2-1 4,5-7-7,-1-1-5,11-1-6,5-9 2,7-2-35,4-3-15,16-12-31,1 0-32,1 1-31,5 1-46,-3 2-71,6-2-106,-8-2-285,-11 12-683,-1 3 301</inkml:trace>
  <inkml:trace contextRef="#ctx0" brushRef="#br0" timeOffset="4266">1216 33 25,'0'0'155,"0"0"-13,0 0-5,0 0-5,0 0-7,0 0-14,0 0-9,0 0-12,0 0-3,0 0-11,0 0 2,0 0-6,0 0-12,0 0-3,0 0-4,0 15-1,0-15-4,0 0 3,0 0-9,0 0 0,0 0-4,0 12-5,0-12-2,0 0-3,0 0-3,0 0-1,0 0-10,0 0 8,-3 10-2,3-10-1,0 0 3,0 0-3,0 0 4,0 0 2,0 0 8,0 0 4,0 0 0,0 0-1,0 0 2,0 0-5,0 0-7,0 0 2,0 0-3,0 0-2,0 0 3,0 0-5,0 0 0,0 0 1,0 0-2,0 0 2,0 0 0,0 0-5,0 0-1,0 0-1,0 0-7,0 0 3,0 0-7,0 0-1,0 0 0,0 0 2,0 0-2,0 0-1,0 0 1,0 0-3,0 0 1,0 0 1,0 0 2,0 0 1,0 0 3,0 0 6,0 0 1,0 0 6,0 0-2,0 0 7,0 0 3,0 0 2,0 0-3,0 0 4,0 0-7,0 0-4,0 0 0,0 0-18,0 0-36,0 0-53,0 0-87,0 0-270,0 0-479,0 0 213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48.154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265 556 59,'0'0'180,"-8"-14"-7,8 14-3,0 0-9,0 0-9,-3-11-2,3 11-11,0 0-9,0 0-11,-6-10-9,6 10-7,0 0-7,0 0-7,-10-7-8,10 7-9,0 0-6,-14-2-4,14 2-4,0 0-7,-20 2-1,20-2-4,-22 5 2,13-2 3,-5 4-5,0 0-2,-1 2 1,-1 0-2,-1-1-3,0 2-4,4 2-6,-1 0 2,-1-3-8,4 4-1,2-2-2,2 1-4,1-2-2,3-2 2,3-8-2,-3 18 0,3-18-3,9 12 0,-3-7-4,7 0-4,-2-3-2,4 0-7,2-2 4,-1-2-9,4 0-3,-6-3-5,2 2-1,1-1 0,-5-1-2,2 0 3,-4-3 0,2 2-2,-4-3 6,-2 4 4,0-3-1,-6 8 1,8-15 1,-5 6 2,-3 9 2,6-14-1,-6 14-1,3-14 2,-3 14-2,3-12 1,-3 12 1,0 0-2,4-10-2,-4 10-3,0 0 4,0 0 0,0 0 0,0 0 2,0 0 0,0 0 1,0 0 3,0 0-3,0 0 1,15 18 2,-15-18 1,8 8 1,-8-8-2,9 7 2,-9-7-2,8 7-5,-8-7 0,9 6 1,-9-6-1,7 4 0,-7-4 4,0 0-8,9 6 2,-9-6 0,0 0 3,11 3 0,-11-3 1,0 0 1,12 5 1,-12-5 0,0 0 0,0 0 4,0 0 0,0 0-1,17-8-3,-17 8 2,7-5 1,-7 5-2,9-8-1,0 5 4,-9 3 0,14-12-2,-6 6 0,1-1 0,-2-2 1,2 3 1,5-4 0,-2 2-2,-1-2-2,2-3 3,2-1 3,-1 0-3,0 4 3,5-8-4,-2 0 0,0-1 3,2-4-2,1 2-1,-3-2 0,2 0 0,7-7-1,-12 6-3,11-9-3,-14 6 0,6-6 0,2-3-2,-10 9 2,5 3 4,-2-1 7,-4 4 4,-2 5 14,0 2 11,-3 4 8,-2 0 2,-1 10-4,3-13-6,-3 13-4,0 0-1,0 0-1,-13-7-4,13 7 1,-20 15 0,11 0 1,-8-2-1,4 10-1,-4 0 4,-9 10 7,7 0 3,-3 1 5,-3 3-1,8 0 6,-3 2-1,4-3 1,4-1-7,1 1-2,-1 0-1,4-8-4,5-1-7,3-4-4,3 1-6,-3-5 0,8 2-6,-2-5-11,3-2-14,-1-3-12,4-1-13,-2-3-18,4 0-14,1-1-10,-1-3-18,-1-1-19,-1-2-17,-12 0-6,28 0-26,-18-2-31,-1 0-170,-9 2-399,17-11 177</inkml:trace>
  <inkml:trace contextRef="#ctx0" brushRef="#br0" timeOffset="874">571 321 33,'0'0'217,"25"-11"-20,-11 8-17,3 3-17,2-2-16,7-3-16,7 5-15,-4 1-33,15-1-43,-12 0-47,-2 0-67,-1 0-131,-5-1-221,-4 1 98</inkml:trace>
  <inkml:trace contextRef="#ctx0" brushRef="#br0" timeOffset="1297">1438 351 208,'0'0'205,"0"0"-8,3-8-18,-3 8-17,0 0-21,0 0-12,0 0-19,0 0-9,4-8-13,-4 8-6,0 0-11,0 0-7,0 0-5,0 0-4,0 0-3,0 0 1,0 36-2,-3-25-4,0 3-7,-1-1 0,1 2 2,-4 1-5,3 0 1,-2 1 0,3-1-6,-3 0-2,4 0-5,-4-4-2,0 0 2,6-1-3,0-11-5,-6 16-3,6-16 1,-1 10-2,1-10 6,-6 11-7,6-11 2,0 0-4,0 0 3,0 12 1,0-12 4,0 0 4,0 0 4,0 0 3,0 0 0,0 0 2,0 0-5,0 0-3,0 0-2,-7 8-1,7-8-4,0 0-2,0 0-2,0 0-3,0 0 0,0 0-3,0 0-1,0 0 1,0 0-4,0 0 4,-7 8-3,7-8 1,0 0-3,0 0-1,0 0 3,0 0-2,-9 5 2,9-5-2,0 0-3,0 0 0,0 0 6,0 0 0,0 0-4,0 0-1,0 0 4,-6 9 9,6-9 4,0 0-1,-6 10 0,6-10 3,-5 7-1,5-7 3,-9 9 2,9-9-1,-7 10 0,7-10-4,-3 9 1,3-9-2,0 0-3,-10 7 0,10-7 3,0 0-5,-4 7 1,4-7 0,0 0 7,0 0-5,0 0 0,0 0 0,0 0 2,0 0 5,0 0-2,-6 7 7,6-7-1,0 0 1,0 0 1,0 0 10,0 0 0,0 0 2,0 0 0,0 0-4,0 0 1,0 0-9,0 0 0,0 0-10,17-32 3,-17 32-2,9-13-1,-5 3-2,2-1-3,2-3 2,-5 1-5,3-2 4,0-1-13,4 0-3,0 0-1,0-5-10,-1-2 4,5 4-3,-2-3-5,-4 0 6,1 6 1,1-4 2,1 4-2,-2-1 4,0 0-6,-2 3 3,6-1 2,-6-1 2,2-1 0,-1 5 0,2-1 1,-4 0-1,4 1 1,-1 1 1,-5 1 6,2 2-5,0-2-3,-1 3 8,4-1-7,-9 8 1,10-16 2,-7 11 1,5-2-2,-3-3 2,-5 10 2,7-11-5,-1 4 3,-6 7-4,8-8 3,-8 8-4,9-8 4,-9 8-3,9-7-1,-9 7 1,0 0 2,11-4-2,-11 4 0,0 0 2,19 4 2,-19-4-1,14 3 2,-5 1 1,-9-4 0,14 6-1,-5-2 2,-9-4 0,12 9-4,-5-5 4,-7-4-3,12 10 2,-9-5-2,-3-5-1,9 8 1,-9-8-1,10 8 3,-9-1-1,-1-7 0,2 16 2,-2-16-2,-13 21 1,4-7 2,-6 4-3,-3 0 4,-3 4-4,-8 1 7,3-4-5,-7 7-4,1-3 6,1-1-1,6-5-6,1 0 2,8-1 1,0-5 0,3-1 0,-1-1 1,2 0 0,1-4-2,4 2 2,1-2-2,6-5 7,-11 7-7,11-7 7,-9 6-1,9-6-1,-7 5 1,7-5 1,0 0-2,0 0-2,0 0 5,0 0-7,0 0 1,0 0-2,0 0-1,0 0 5,0 0-4,16-28-2,-11 21 4,-5 7-4,16-11 1,-9 6 3,2 0-2,1 0 1,4-1-3,-1-1 0,0 3 5,-3-1-2,4 4 7,1-1 4,-5 0-6,9 2 6,-4 2-1,0 0 1,-2 1-2,4 0-3,-2 2 2,-1 5 5,-1-3-9,-2 3 0,-2 3 2,0-2-3,-4 0 1,1 1-4,0 2 1,-3 2 3,-3 0 4,0 1 0,-2-1 0,1 1-5,-5 3 8,3-4 0,-3-2-1,-2 2 1,-1-1-2,-1-2 4,-4 1-3,-1 0 6,1-4-5,-2 1-6,0-1 2,1-3-1,0-3 2,-5 2-3,4-1 5,2-2-5,-2-1-3,6-1 2,-6-1-2,16 0-4,-17 0-12,17 0-16,-19-1-22,11-3-26,8 4-45,-12-3-57,12 3-80,-14-8-280,14 8-584,-6-6 258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4:36.965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283 654 104,'0'0'118,"0"0"-15,0 0 0,0 0-6,0 0-5,0 0-1,0 0-8,0 0-4,0 0-5,0-13-5,0 13-3,0 0 0,0 0-13,0 0 2,0 0-12,0 0 0,0 0-3,0 0 0,0 0-6,0 0 1,0 0-9,0 0 0,0 0 6,0 0 12,0 0 8,0 0 3,0 0-1,0 0 2,-10 33 1,5-18 7,-5 6 3,-4 2-1,2-1 0,-3 3-5,0 1 0,1 0 2,-6 8-2,5-10 0,-3 10-6,5-10-3,-1 1-6,0 1-5,5-3-4,-6-2 4,6 0-9,1-5 0,1 2-6,1-3-1,1-2-4,2-5-3,0 3-4,-3-2-3,6-9-4,-3 13-6,3-13-2,-6 13 0,6-13-10,0 0 3,-1 10-6,1-10-1,0 0-5,0 0-11,0 0-28,-6 8-31,6-8-22,0 0-23,0 0-26,0 0-39,0 0-144,-7-29-372,7 29 165</inkml:trace>
  <inkml:trace contextRef="#ctx0" brushRef="#br0" timeOffset="438">492 696 84,'0'0'196,"0"0"-8,0 0-12,0 0-12,0 0-15,0 0-9,0 0-5,0 0-8,-19 14-7,19-14-11,-7 14-5,7-14-6,-3 17-3,-1-5 2,2-1 4,1 3-8,-4 0-4,4 2-5,-5 2-7,6-1-6,-6 0-3,1 1-7,2 0-5,0 3-7,0-4-3,-3 1-7,2-3-1,-1 2-4,0-2-1,1-2-3,-1 0-5,1-2 0,2 0-5,-2-3-2,4-8 1,-3 14-5,3-14 2,-5 11-2,5-11-1,-4 9-2,4-9-4,0 0-1,0 0-8,-2 10-7,2-10-10,0 0-29,0 0-25,0 0-14,0 0-26,0 0-17,0 0-34,0 0-41,0 0-177,-27-13-414,27 13 184</inkml:trace>
  <inkml:trace contextRef="#ctx0" brushRef="#br0" timeOffset="797">56 961 196,'0'0'198,"19"-18"-10,-9 14-14,-10 4-17,26-1-16,-9-1-18,-1 0-9,14 4-7,-4-4-15,1 4-14,-2-2-29,-4 0-26,-5 2-28,1-1-39,-5 1-38,-1 0-170,-11-2-272,15 0 120</inkml:trace>
  <inkml:trace contextRef="#ctx0" brushRef="#br0" timeOffset="1078">595 973 143,'0'0'200,"0"0"-4,0 0-11,0 0-17,0 0-14,0 0-15,0 0-10,0 0-13,0 0-13,0 0-10,0 0-11,0 0-4,0 0-15,0 0 1,0 0-8,-33 16-7,25-11-1,1 0-6,7-5-5,-14 11-2,8-4-5,-2 0-1,5-1-2,-3 4-2,-1-2-7,4 1 1,3-9-5,-8 16 3,4-8-5,4-8 3,-2 13-3,2-13 0,2 14-3,-2-14 1,6 11-4,0-4 0,0-2 2,-6-5 0,13 3-2,-7 0 0,-6-3-2,20 2-2,-6-2 1,-14 0-4,26-3 2,-16 1-2,1 0 1,-11 2-1,21-5 1,-11 2-1,1 1 1,-2-3-4,0-1-1,-1-1 2,-1 2 0,-7 5-4,12-8 2,-5 2 0,-7 6-6,10-10 6,-10 10-4,3-12 1,-3 12-8,3-13 4,-3 13-2,0-10-1,0 10-11,0 0 1,-3-16-7,3 16 6,-12-9 1,6 4 2,6 5 0,-14-6 0,14 6 6,-15-5-1,15 5 0,-12-5 1,0 3 6,12 2-3,-11-3 4,11 3 2,0 0 3,-13-5 0,13 5-5,0 0 7,0 0-4,0 0 5,0 0-2,-12-2 0,12 2 1,0 0 5,0 0-4,0 0 4,0 0-2,0 0-3,0 0 4,0 0 1,0 0-4,0 0 1,0 0 7,0 0-4,0 0-1,0 0 1,0 0-4,0 0 5,28-13 2,-28 13-2,14-3 2,-14 3 3,18-5-2,-9 3-2,2 0 1,4-1 0,-1 1-1,1 2-1,4-4 5,-2 2-2,-2 1 1,5-3-1,-3 4 2,-1 0 0,1-2 1,-4 2-5,-2 2-3,-2 2-1,5-1 2,-5 3-1,-2-1 3,2 5 2,-7-3-1,4 2 4,-3 2-9,-3 3 5,-3 1-2,1 1-3,-2-2 3,-4 2 0,2-1 0,3 2-1,-4-1 0,4-3 3,-5 0-3,2-1 2,3-3-9,-1-2 8,4-7-2,-7 14 4,7-14-5,-3 7 3,3-7 2,0 0 0,-3 11 3,3-11-1,0 0-4,0 0 6,0 0 4,0 0-3,0 0 9,0 0-4,23-27-4,-15 20 1,1 0-1,1-3-1,4 1 1,0-2-5,-4-1 3,8-1-1,5 0-3,-3-3-1,-1 0 4,6 0-5,-4 3 4,3-2-8,-1 5 6,-4-3-2,1 6 0,-5-1-3,-1 0-3,1 1 4,0 4-4,-6 0 3,-9 3-3,15-4 2,-7 3 1,-8 1-3,0 0 5,13 6-7,-13-6 7,3 9 2,-3-9 4,-4 16 4,4-16 6,-8 20 6,1-12 1,2 2 1,-2 1-4,1 3-2,0-3 0,4-1 0,-4-1-5,6 2 2,0-11 1,-3 15-1,3-15 2,3 13-1,5-8 1,4-2-1,-5 1-4,5-1-9,-3-1-14,8-1-24,0 1-19,-4-4-22,-1 2-28,2-3-39,0 0-64,-4-2-148,2-1-382,-4 1 169</inkml:trace>
  <inkml:trace contextRef="#ctx0" brushRef="#br0" timeOffset="2047">1308 713 53,'0'0'202,"7"-12"-20,-1 7-12,-6 5-23,11-7-12,-2 3-16,-9 4-27,14-1-35,-14 1-45,0 0-44,16 1-49,-16-1-95,0 0-191,9 7 84</inkml:trace>
  <inkml:trace contextRef="#ctx0" brushRef="#br0" timeOffset="2610">1523 990 106,'0'0'167,"0"0"-10,12-17-9,-12 17-12,10-7-6,-10 7-10,12-4-6,-12 4-4,17-3-10,-6 1-9,-11 2-2,16-3-5,-16 3-9,17 0-8,-17 0-7,20 2-5,-11 1-2,1 0-6,-10-3-4,8 14-8,-4-6-3,-2 2 1,-2 0-3,0-10-3,-8 26-1,2-9 1,-4-3-6,-2 0-2,-2 0-6,-3 1 1,-2 3 0,4-6-3,-4 1 1,0-1-2,1-4 2,1 2-1,2-4-3,6 1-3,-2-3 1,5 2-1,-3-1 0,9-5-4,-11 5 0,11-5-4,-6 5-2,6-5 8,0 0 0,0 0 0,0 0-3,0 0 1,20 8-8,-20-8 8,20 5-2,-11-5-2,-9 0 4,15 5-1,-6-4 0,2 3-2,1 1 0,-3 0 0,4 3 5,-4 2-4,4 0 7,-6 3 3,4 2-5,-1 8 2,-7 0 3,0 3-3,2-1 1,-5 3-1,-2 0-2,-1 0 1,0-2 1,-3 2-1,2-3 4,-2-2-4,-5 0 3,-1-3-4,3-2 1,-2-3 0,-8 2 1,-4-1-2,3-3 3,2-3-2,3-2 0,1-3-2,-2 0 2,5 1-2,2-4 6,9-2-3,-20 0-2,20 0 1,-16-6 2,16 6-3,-17-10 1,8 3-5,0-6 5,4 5-2,2-7 4,0 2-6,0-3-3,3-1-6,0-10-7,6 3-12,2-4 1,10-7-6,-1-1-4,2 0-5,3-1-5,9 3-2,-5-1 4,7 4 2,-2 1 4,2 4 0,2-2 8,4 3 1,0 4-4,1-2 12,4 2 0,-2 2 4,-1 1 12,0 4 7,-5 0 7,2 0-3,-9 3 7,-4 5 0,-8 0-6,0 0 4,-4 0 3,-4 2 3,2 1 6,-11 3 3,12-5-1,-12 5-5,11-4 1,-11 4-8,0 0 2,0 0 0,0 0-3,0 0-3,-37-9 0,25 9 1,12 0-4,-27 6 11,10-4 2,4 1 0,-3 2-1,3 2-2,-4 1 5,4-2-7,-3 3 1,6 2-3,-1 1 2,5 0 0,-3 2-2,5 0-4,1-1 0,3 2 2,0-1-1,3 2-2,3-2 4,1 1-4,2-4 0,5 0-10,3-2-2,-1-1-1,1-2-6,9 1-7,-7-2-6,-2-1 1,3-3-3,-4-2 3,1-1 5,-5-1 3,2-1 1,-7 0 2,-7 4-1,14-12 3,-10 5 2,1-2 1,-5 9-1,0-19 2,0 19-3,-11-24 2,2 9-3,-1 2 3,-3-2 2,0 1-2,2 2 2,-1 0-1,2-1-1,-1 1 4,2 2 0,0 2 9,1 0 4,2 1 2,6 7 1,-9-11-2,9 11-2,-4-9 3,4 9-2,0 0-5,0 0 3,0 0-6,16-16 2,-7 15 3,-9 1-3,20-5 2,-5 1 0,3 2-1,-1 2-2,3-1 4,-1-1-5,-2 2 1,3-2 0,-1 4 2,1-2-7,0 0 6,-4 2-1,1-1-2,-4 3-3,1 1-1,-2-2 3,-1 7-1,-2-5 0,-3 3 8,1-1-10,-7 4 0,4 1 1,-4-1 4,-4 3-2,-2 0-1,2 0-3,-5 0-4,-2 0-1,2-1 3,-1-3-3,0 0 4,0-2 2,4 0-2,0-1 3,-2-1-4,8-6 6,-12 8 1,12-8 3,-7 9 5,7-9-1,0 0 5,0 0-6,0 0 1,0 0 2,0 0-7,0 0 9,39-23-4,-22 18 3,-4-4 4,10-3 3,-3 0 3,-4 1 5,1 0 3,2-2-1,1 3 2,-6 2 9,1-1-1,-5 2 0,0 3-1,-3-1-2,-7 5-7,12-5-5,-12 5-2,0 0-2,14 2-1,-14-2 2,7 10-4,-7-10-1,6 16-2,-3-9-2,-3-7-2,4 20 1,0-10-1,-2-1 0,5 1 1,-1-1 0,-3 2-5,-3-11 5,8 13-10,-2-7 3,0 0 0,-6-6 3,17 3-5,-17-3 2,16-3-1,-5-2 2,-2 0 0,4-7 1,-2 0-2,4 0 5,-7-5 3,4 4 9,-5-8 3,6-2 1,0-2-5,4-6 5,-1-3-2,1 0-1,0-2-2,-2 3 0,5-5-3,-1-2-2,1 0 4,-2-4-14,0 4-4,2-4-6,0 3-3,-4 1-7,1 6 10,-7 9 1,-1 2 6,-1 6 9,-2 1 2,0 4-5,-3 6 2,-3 6 1,0 0-1,0 0-4,0 0 0,-32 23 3,16 2 0,-7 6-3,-1 10 1,-16 17 0,4 1 1,13-13 3,-2-1 4,2 1 7,3 2 1,4-5 6,2-4-8,2-1 3,1-3-6,8-4 3,0-5-7,3-1-2,0-7-8,3 2-10,-3-7-13,9 2-1,-5-7-10,6 5-7,-4-6-16,2-2-18,1 0-24,7-1-30,-5-3-18,4-2-36,-15 1-62,20-6-141,-7 1-415,-2-3 184</inkml:trace>
  <inkml:trace contextRef="#ctx0" brushRef="#br0" timeOffset="4125">2617 766 123,'16'-2'184,"14"1"-20,1 1-10,11 1-16,-3-1-18,7 0-15,1 2-32,-5 0-45,0-4-44,-11 2-68,-3 2-82,-5-6-178,-2 4 79</inkml:trace>
  <inkml:trace contextRef="#ctx0" brushRef="#br0" timeOffset="4438">3272 989 154,'0'0'161,"-17"-5"-1,8 3-6,9 2-19,-21 0 0,9 0-6,-5 2-2,0 1-10,1 0-4,-4 6-12,0-1-5,7-2-13,-4 3-6,2 1-11,1 1-1,4-1-9,1 1-8,6 1-5,-5-3-3,5 0-3,0 1-3,3-10-9,3 16-7,-3-16 0,11 12-2,-8-7-2,7-3-6,-1 2-4,-9-4 0,20 4-9,-20-4 4,20-2-7,-20 2-1,19-4 0,-13 0-1,-6 4-1,17-6 1,-12 2 1,-5 4 1,12-10-2,-9 4 3,-3 6 0,4-8-1,-4 8 2,3-11 1,-3 11 1,0 0-4,3-9 7,-3 9-1,0 0-6,0 0 0,0 0-1,3-8-3,-3 8 5,0 0 4,0 0-3,0 0 4,0 0 1,0 0-5,0 0 9,20 19 4,-20-19-5,8 7 3,-8-7-9,15 8 8,-8-6-5,2 2 6,-9-4 5,17 4-5,-6-4 3,-11 0-3,16-2-1,-16 2-1,18-6 3,-7 1 4,-2 0 3,-1 0 7,1-5-1,1-1 6,2-3-1,-4 0 6,-2-4 7,8-3-1,-8-3 0,1-3-4,10-6 1,-2-3-4,-1 0-1,2-3-6,1-1-1,3-3-1,2 3-7,-2 1-10,0-4-9,2 5 0,-2-5-2,-3 7 0,2-2-1,-5 12-3,-3 4 4,1 1 10,-5 8 10,2 3-1,-3 3-3,-6 7 1,5-5 6,-5 5 3,0 0 3,-20 28 7,-1 3 0,-5 8 3,-2 3 9,-12 23 10,-1-2 9,7-4 2,3-11 6,9-4-2,-1 1-3,6-3 4,4-5-6,7-1-7,1-12-2,7 0-8,4-1-2,3-7-16,-2 1-16,5-2-23,2-5-22,3-1-36,-1-4-43,4-1-63,-3-4-88,2-6-192,1 0-497,-3-2 220</inkml:trace>
  <inkml:trace contextRef="#ctx0" brushRef="#br0" timeOffset="5891">4304 1053 131,'10'5'144,"-10"-5"0,0 0-6,0 0-3,0 0 2,0 0-6,0 0-6,9 5 3,-9-5-2,0 0-3,0 0-1,0 0-6,0 0-4,0 0-12,0 0-5,0 0-10,24-10-2,-17 5-6,-7 5-6,12-8-6,-5 0 1,2 3-3,-1-4-7,7-1-2,-4-2-5,2-2-7,1 1-1,1-4-5,-1-1-5,-1-1-4,1-2 0,-2 0-5,-2-2-1,0 0-2,3 0-4,-7 0 1,2 1-2,-2-1-4,0 5 1,-3 1-1,0 1-5,-3 2 0,0 4 0,0 10 0,-5-20 3,5 20-5,-1-10 0,1 10-3,0 0 6,-6-11-9,6 11 3,0 0-1,0 0-1,0 0 1,0 0 2,0 0-2,16 34 2,-3-24-1,0-1 3,7 0-3,4-1 0,-1-1-4,2 3-4,3-4-3,-3-2 3,-5-3-3,0 1 2,-4 2 2,1-3-1,0 1-1,-5-2 3,-12 0-1,16 2-3,-8-1-1,-8-1 2,12 5 1,-12-5 3,3 8 1,-3-8 5,-6 18 4,6-18-5,-13 19 1,6-5-1,0-2-2,-2 2 0,6-2 0,-3 3 6,1-2-6,2 4 4,3-6-1,0 1 2,8 1-3,-5 2 2,6-5-1,1 0 1,3-1 0,3 0 0,-2-2-1,5-1 2,1-1-2,3-5 1,-4 1 0,1 1-4,0-2 4,1-2-3,-4 1-1,1-3 3,-2 0 0,1-1 1,0 0 0,-1 0-4,-2 0 4,-2-3-2,-1 1 2,1-1-1,-5-1-1,5 0 4,-4-3-4,-2 1 0,2 1 1,-2-2 0,0-4 1,-3 1 0,3 2-3,-2-2 2,-4 0 0,3 0 1,0 3-3,-3 12 1,-3-17 5,3 17 4,0-12-9,0 12 0,0 0 0,-7-10 5,7 10 1,0 0 2,-29 13 0,17-3 3,-2 3-4,1 1 2,4 2 1,-2-1 4,0 5 3,5-2-3,0-1 0,6 0 6,0 6-6,6-7 3,2 0-4,7-2-2,5 1-5,7-3-20,-1-4-20,1-3-35,-1 4-31,4-3-34,-1-9-33,3 3-52,-5-2-189,0-1-442,2-4 196</inkml:trace>
  <inkml:trace contextRef="#ctx0" brushRef="#br0" timeOffset="6751">5823 819 30,'0'0'220,"-12"-4"-10,12 4-18,-17-2-15,17 2-7,-24 4-15,6-2-6,1 1-9,-1 4-12,1 0-4,-1 2-9,-2-2-8,4 3-11,-1 1-7,3 1-12,2 1-6,2-1-8,4-2-5,0 3-2,1-3-6,5-10-5,5 18-8,-2-12-11,3 1-5,4 1-9,-1-5-11,5 2-9,0-1-5,2-2-6,-1-1 0,2-2-4,-2-3 1,0 1 0,-6-1 3,5 1-2,-3-3 2,-2 1 5,-3-2 2,0 0 0,-6 7 0,10-12 4,-2 5 6,-8 7 7,6-14-1,-3 8 10,-3 6 5,0 0-2,3-10-1,-3 10-3,0 0-8,5-8 0,-5 8-4,0 0 1,0 0 0,0 0-1,0 0 4,0 0 1,19 17-1,-13-14-2,0 3 0,3-1-17,-1 0-38,3 0-45,-2-1-49,1-1-220,-10-3-395,23 0 175</inkml:trace>
  <inkml:trace contextRef="#ctx0" brushRef="#br0" timeOffset="7266">6269 752 80,'0'0'193,"0"0"-10,0 0-8,-24 7-11,24-7-9,-12 7-13,12-7-3,-14 9-1,7-4 0,0 2-12,-3-2-17,1 6-8,-3-3-6,3 3-5,0-1-5,1 3-2,-1-1-1,3-2-4,-2 0-8,2 1-6,2 1-5,4-2 1,0-10-11,-3 19-1,3-10-2,0-9-2,3 19-6,1-10-2,2-2-3,0 0-6,5 2-5,0-4-4,4 0-5,-2-3-11,4-1-8,-2 1-5,2-2 0,1 0-1,0-3 3,-3-2-1,3-2-2,-1 0 1,9-6 2,1-2 1,-3-1-1,-3-2 1,0-2 2,5-9 3,1 1-2,-1-6 0,-3-2 5,4-4-7,-1-4-11,1 3-9,-4-6-12,13-17-3,-13 18-1,10-16-2,-12 13 5,3 3 2,-1-1-2,-2 0 4,-3-2 10,2 1-1,-6 10 9,1 4 19,-8 12 22,-4 4 24,5 4 4,-5 5-4,2 1-7,-5 8-7,0 0-1,0 0-1,0 0 0,0 0-1,-43 33-2,21-12 1,-4 15-1,2 5-1,-11 19 7,8-17 14,1 5 2,0 15 2,5-16 10,-3 1-6,9-2-5,-5-1 1,6-1-5,-1-2-1,5-2-8,1-12 3,9 2-13,-2-5-2,-1 1-13,1-9-8,1-1-5,4-2-1,0-3-4,-1-1-1,5-1-11,1-2 2,2-2 1,1-1-1,-1-3 3,6-1 1,-16 0 1,25-5 5,-11 2-3,0-2 4,-1-3-3,-2 3 2,-2-5 1,0-3-1,0 1 4,2 2-4,-1-3 0,-7 5 5,3 1 2,0-1 6,-6 8 1,11-12 3,-8 7-3,-3 5-1,0 0-4,10-6 0,-10 6 1,0 0 1,0 0 3,14 17 3,-12-9 1,1 1 2,1 2-3,1-1 2,-1 1-2,4-1-1,2 3-1,-2-3-1,4 0 0,0-2-2,2 2 0,-1-3 1,3-1-1,-1-1-10,1-2-7,1-1-12,0 0-8,-2-2-18,0 0-10,2-4-25,-7 4-22,2-3-28,-12 3-29,20-8-50,-13 5-244,1-2-493,-8 5 218</inkml:trace>
  <inkml:trace contextRef="#ctx0" brushRef="#br0" timeOffset="8173">6895 598 274,'0'0'289,"-7"-8"-20,7 8-20,0 0-21,0 0-22,0 0-18,0 0-24,0 0-15,20-10-15,-20 10-13,0 0-14,15 0-26,-15 0-32,0 0-39,0 0-39,0 0-53,0 0-52,16 0-71,-16 0-140,0 0-374,0 0 166</inkml:trace>
  <inkml:trace contextRef="#ctx0" brushRef="#br0" timeOffset="8407">6411 301 5,'37'-18'249,"-16"17"-21,1-1-17,10 0-21,9 1-19,1-3-9,8 4-26,0 0-9,5-3-21,-1 3-28,4-2-28,1 2-42,-8-4-38,5 2-49,-6-3-190,-11-2-292,1 2 130</inkml:trace>
  <inkml:trace contextRef="#ctx0" brushRef="#br0" timeOffset="8938">7187 747 170,'0'0'196,"0"0"-12,8-7-10,-8 7-5,0 0-16,0 0-5,0 0-7,0 0-9,0 0-12,0 0-4,0 0-10,0 0-9,0 0-4,0 0-4,0 0-15,0 0-7,0 0-7,0 0-3,0 0-6,0 0-6,0 0-4,0 0-7,-32 0 2,32 0-4,0 0-4,0 0 0,-19 8-3,19-8-1,-8 5-8,8-5-2,0 0 2,-9 8-4,9-8-3,-5 10 1,5-10-1,0 0 0,-4 12-1,4-12 5,0 0-7,4 18 3,-4-18-3,5 14 3,-1-9-1,-4-5-3,11 11-1,-5-8 3,-6-3-2,9 11 3,-1-7-4,-8-4 0,12 6-1,-12-6-1,10 5-4,-2-3 0,-8-2-1,11 4 2,-11-4-3,15 0 2,-15 0 2,0 0 0,18-4-2,-9 1-1,-9 3-1,11-7 1,-11 7-1,13-9-3,-7 3 1,0 0-6,-6 6-4,11-14-3,-8 6-3,1 0-1,-4 8-8,0-16-3,0 16-1,-6-17 2,0 6-2,-1 2 1,1 2 0,-6-4 8,0 3-1,1 3 5,-1-2-1,-2 2 3,4 1-2,-1 0 4,-1-1 3,12 5-1,-18-3 1,18 3 1,-14-5-4,14 5 2,-9-2 5,9 2 1,0 0 9,0 0 4,0 0 1,0 0 3,0 0 2,0 0 2,47-2 4,-30 1-2,-1 1 4,4-5 1,0 5 4,4-1-2,2-1-1,-1 0 0,-5-1 1,6-1 1,-8 4-2,0-1-2,0 1-4,-3 0 1,-1 1-2,1-2-4,-3 2 6,-12-1-6,20 5 0,-11 1-1,1 1-2,-2 0 1,-2 0-1,-1 4-2,-5-11-1,3 17 1,-3-9-2,1 3-1,-4 3-2,2-1-7,1 0 2,-5-2 2,1 0-3,-1-1 0,0-1-1,-1 0-2,6-9 2,-7 16-2,5-11 3,2-5 2,-6 8 3,6-8 2,0 0 0,0 0-3,-7 6 2,7-6 3,0 0 4,0 0 7,0 0 6,0 0 0,0 0-3,0 0 0,0 0 3,10-39 1,1 32 2,-2-4 0,2 1 4,2-2-1,2 0-2,6-6-1,4 2 1,-4 2-1,2 0 9,4 0 2,0 4 7,2-3-1,-2 4 8,-10 3 4,1 1-3,-2 1 3,-2 3-10,-2 2-3,-12-1-3,18 4-4,-10 2 3,-2 1-2,0 0 3,0 7-2,-4 1-1,-1-3-3,1 4-3,1-4-5,-2 4 0,4-2 3,-4 0-3,1-5-3,-1-1-18,-1-8-24,6 16-23,-3-9-38,-3-7-60,14 5-86,-14-5-277,15 0-549,-15 0 244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26.362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36 0 182,'0'0'184,"0"0"-9,0 0-18,0 0-17,0 0-14,0 0-15,0 0-7,0 0-9,0 0-4,0 0-3,0 0-4,0 0-4,0 0-1,0 0 2,0 0 0,0 0 0,0 0-2,0 0-5,0 0-1,0 0-3,0 0-9,0 0-6,0 0-5,0 0-4,0 0-4,0 0-8,0 0-3,0 0-2,0 0 0,0 0-3,0 0-7,0 0 1,0 0-3,0 0-6,0 0 3,0 0 0,0 0-1,0 0 3,0 0-8,0 0 6,0 0-2,0 0 10,0 0 3,0 0 8,0 0 2,0 0 7,0 0 2,0 0 3,0 0-6,0 0-1,0 0-3,0 0-3,0 0-6,0 0 2,0 0-7,0 0-5,0 0 0,0 0-1,0 0-4,0 0 0,0 0-4,0 0 2,0 0 8,0 0 0,0 0-4,0 0 1,0 0-4,0 0-1,0 0-3,0 0-1,0 0-31,0 0-48,0 0-88,0 0-117,0 0-215,0 0-533,-36 12 236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21.939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12 254 118,'0'0'141,"0"0"-9,3-10-6,-3 10-1,0 0-18,0 0-11,0 0-6,5-11-17,-5 11 0,0 0 0,0 0-6,0 0-2,3-10-6,-3 10-5,0 0-6,6-9-1,-6 9-8,0 0-2,6-9 1,-6 9 4,0 0-5,6-7 3,-6 7 5,0 0 3,4-8 2,-4 8 3,0 0-3,0 0 1,10-8-1,-10 8-7,0 0-7,0 0-2,0 0-7,7-7 5,-7 7 4,12-3-1,-12 3-5,0 0-2,18 0 1,-18 0 2,0 0 0,17 3-5,-17-3 9,9 7 0,-6 3 6,0-2-8,2 2 0,-2 1-8,-2 3-5,1 0-3,-4 2 0,1 2 1,-4-1-4,-1-1-2,3 7-1,-6-6-3,4 1-1,-1-2-4,-4 0-1,4-1-2,-3 0 2,-2-3-1,7 0-1,-9-3 3,7-1 0,0 1-4,-1-2 1,7-7 2,-11 9 0,11-9 3,-9 8-1,9-8-1,0 0-1,-6 4-2,6-4 0,0 0 3,0 0-2,0 0 3,0 0-3,0 0-2,26-28 2,-14 18 1,-2-1 3,4-1-6,-2-2 2,3-4-3,0 5 5,-1-7 0,9 0-4,-7 3 2,1 0 1,-3-3-1,-2 8 0,1-2-2,1 2 1,-5 1-2,3 2 3,-4 4 0,-1-2-4,-1 1 0,-6 6-6,11-5 3,-11 5 1,0 0 4,0 0-1,0 0-2,12 20 4,-15-8-1,-2 4-2,1 2 6,-4 2-3,2-2-2,0-2-1,-4 5 4,1 1-2,-2 0-2,2-1-1,1-7-1,1 0-9,-2-2 3,4-3-2,-1 0-3,0-2 6,6-7 1,-6 12 4,6-12-1,-6 7 3,6-7 3,0 0-5,0 0 3,0 0-2,0 0 3,0 0 4,0 0 14,0 0 6,0 0-9,0 0 7,6-41-8,0 29-1,0-2 0,2-3 0,1 3 2,1-2 0,2-5-3,2 0 1,-3 7-3,8-5-2,-4-1-1,4 3 3,-6 4-4,2 1 3,-1 3-2,4 0 0,-3-1-1,2 3-2,-5 1 0,2 3 5,-4 3-4,-10 0 3,20 3-4,-13 1 1,1 1-2,-2 3 3,0 0-1,-4 2-1,-2 3 3,0 1-1,-2 0-1,2 2 2,-6 0-4,3 1 1,-3-3 4,3 1-6,-5 0 1,5-1 0,-3-2-3,2-1 3,1 3 0,-2-3-1,4-3 4,1-8-5,-6 18 0,6-18 2,0 16-2,6-10 3,-6-6-10,7 13-2,-7-13 0,12 9 0,-6-4-1,-6-5 5,17 3-4,-9-3 0,-8 0 3,19-1 0,-19 1 2,20-6-1,-6 1 3,-4 0-3,5 0 4,-1-3 0,-2 0 0,2-1-1,1-2-2,-3-1 4,1 4-1,0-5 5,-3 0-4,2 0 4,0-1-3,0 0 2,5-2 1,-9 2-4,4 2-3,-5 1 6,-2 3-3,2-1 1,-2 0 7,1 2 8,-6 7-3,5-10 6,-5 10-5,6-8-6,-6 8-3,0 0 4,0 0-8,0 0 4,0 0-5,0 0 3,0 0-4,0 0 0,-10 32 1,6-21 0,1 0-1,-9 6 1,6-4 4,-5 8 6,4-3-5,-2-4 1,-1 9 0,0-2 1,1-7-3,-2 7 0,8-7-2,-1 2 3,-1-3-2,4-2 4,1 1-1,0-12 3,4 18-6,2-8 3,2-5-1,-1 0-1,2-2 1,3 0 1,4-2 1,-3-2-2,4-2-1,0 0 1,-1-2-1,1 0 2,-1-5-2,1 0 0,-3-3 5,2 1 5,-1-4 1,5-3 1,-3 0 5,-1-1-6,-2-2 2,1 1 2,-1-2-4,5 0-1,1 0 3,-3 2-1,-2 2-1,-2 6-2,-5 0-1,1 0 1,2 6 5,-2-1-12,-2 3 0,4 0-1,-11 5-1,12-1 1,-12 1-2,0 0 0,17 14 5,-14-7-6,0 1 3,-3-8-3,1 23-1,-7-10-5,5 1-2,-1 2-3,-4-2-16,-3 0-4,0 1-6,-2 0 3,2-3-5,-1 0-7,-1-1-3,-3 1-7,2 0-8,2-3 0,-2 4-4,4-7-4,-2 1 5,7-1-2,3-6-1,-13 10 3,13-10 3,-7 7 0,7-7 3,-8 5 6,8-5 9,0 0-1,0 0 10,0 0 2,0 0 4,0 0 3,0 0 4,0 0 2,0 0 4,0 0 1,0 0 3,0 0 7,0 0 3,35-12 5,-35 12 4,6-7-4,-6 7-1,0 0 2,11-9-3,-11 9 1,9-5 0,-9 5 4,9-5-5,-9 5 4,13-7-2,-13 7 3,14-7-4,-6 3-1,-8 4 0,18-12 3,-6 5-2,-5 0-1,6-2-1,-1 1-2,0-3 6,1 0-4,-2 1-1,7-3 3,-4 0 0,2-5 6,-4 4-8,7-3-2,-3-5 5,4 3-3,-2 0 2,-1 1 1,-5 2 2,-3 2 10,3 2 8,-1 1 4,-4 3 5,-4 1 8,-3 7-1,12-9-10,-12 9-3,6-7-1,-6 7 4,0 0 1,0 0 10,0 0-7,0 0-8,0 0 0,5 30-5,-5-30 0,0 18-6,0-18 2,-6 18-4,6-7 2,0 3-3,0-1 0,-3 4-4,3-1 6,-2-2-7,4 0 4,-2 0-5,0 2 3,3-2-3,0 0-1,0 0 2,-3 0 1,1 0-3,-1-3-1,0 1 2,0-12-1,-4 21-1,2-10 0,-2-3-1,-1 2 0,1 1 1,-4-2 1,1 1-2,-4 0 5,-1-4-7,3 3 0,1-1 2,-2 0 1,2-3 0,-1-1 3,9-4-1,-12 5-3,12-5 2,-12 4 6,12-4-5,0 0-1,-14 0-2,14 0 0,0 0 0,0 0-1,0 0 0,0 0 0,0 0-1,0 0 2,0 0-4,0 0 0,0 0 1,18-31-1,-18 31 4,12-8-3,-2 3 4,0 1-4,1-4 0,-4 0-2,7 1 6,3-3-5,-4-1-6,2-1 1,3 3-1,2-5-2,3 0-3,-2-2 1,0 0-1,2 3 2,0-4 3,-2 2 2,-5 4-2,1 3 2,0-3 2,-4 2-1,1 1 0,-4-1 2,1 1 3,-3 3 0,1 0 1,-9 5 2,12-8-3,-6 2 3,-6 6-2,10-5 2,-10 5-2,8-7-2,-8 7-3,0 0 0,0 0 1,0 0 0,14-4 0,-14 4 1,0 0-1,0 0 3,0 0-1,1 17 1,-1-17-2,0 0 3,-4 17-2,4-17 3,-2 16 5,2-16 5,-1 13 1,-1-2-8,2-11-1,-6 21 6,3-8 5,0-2 1,-2 6 2,2-5 9,3 4-3,-4-6-5,2 3 0,-1-3 1,3-10 1,3 21-2,-1-12 1,-2-9 7,6 16 5,0-13 9,2 2-5,1-1-1,-9-4-3,22 1 0,-8-2-5,6-1-2,-4-1-9,-1-3-16,2-1-26,-5 0-25,2-1-28,-1 1-32,-8-3-53,7-2-56,-8 2-233,-1-2-491,-3-5 217</inkml:trace>
  <inkml:trace contextRef="#ctx0" brushRef="#br0" timeOffset="2110">1800 33 30,'8'-5'274,"-8"5"-7,15-13-8,-3 8-20,-3 4-20,3-4-21,-12 5-20,21-4-22,-13 4-14,-8 0-22,17 2-26,-17-2-26,10 5-33,-10-5-34,6 7-46,-6-7-46,0 0-51,-3 16-192,3-16-361,-10 12 159</inkml:trace>
  <inkml:trace contextRef="#ctx0" brushRef="#br0" timeOffset="2579">2065 342 98,'0'0'139,"0"0"-2,0 0-10,0 0 0,0 0-7,0 0 2,0 0-7,0 0-2,0 0-4,0 0-7,0 0-1,0 0 3,0 0-11,0 0 3,0 0-4,0 0-4,18-21-8,-18 21-6,11-7-3,-11 7-2,12-7-6,-12 7-8,12-5-2,-12 5-4,15-5-4,-15 5-9,14 0-2,-14 0-5,0 0 2,16 10-8,-11-3-1,-1 2-2,1 3 1,-5 0-5,0 3-1,-3 0 1,0 1-4,-2 7-3,-2-5 1,-4-1 2,7-1-3,-7-2 0,2-2-2,1 2 3,-1-3-3,5-2-1,-2-1 0,0-3 0,6-5 2,-11 11-1,8-6 0,3-5-1,0 0 2,-6 9-2,6-9 1,0 0-1,0 0-3,0 0 3,0 0 5,0 0-1,0 0 2,0 0-3,0 0 0,17-35 1,-8 26 4,0-3-1,1 0 0,4-1-2,4-2 0,2-3-2,-4 6 1,12-4 0,-6 2-3,6 0 1,-4 0 3,-2 3 1,0-1 6,-6 5 0,4 0 1,-6 2-5,-4 3-6,2 0 5,-12 2-3,20-1-3,-20 1 0,14 5 0,-8 1-2,-2 4 0,-4-10 2,3 22-4,-9-6 3,3 0-3,-8 5 3,2-3-2,3-1 0,-4 4-2,1 0 0,1-5 1,2 1 0,0-1 1,0 1-2,3-2 0,-3-1 1,6-5 3,0-9 1,6 18 0,1-12 2,6 0-4,2-3-1,-2 0 1,5-3 1,-1 0-2,1-3 1,2 0 1,-3-1-1,1 2 0,1-3 3,1-2-6,-5 2 0,0-4 0,3 2 2,2-2-2,1 0-18,4-4-6,-7 0 1,7-2-4,1-3-11,3-7 0,-8 6-3,8-8-2,-7 7 5,-2-3-2,0 2 2,-4 1 3,-3 8 3,-7 3 4,0 2 7,-3-1 4,-3 8-4,0 0 7,-11-17 9,11 17 11,-27 0 6,3 6 2,-4 3 8,-11 8-4,3-3 10,9 0-2,-1 0 3,4 3-8,3-2 0,1 4 2,7-5-2,5 2-3,-4-4 1,6 1-3,4-3-4,2-10-3,2 18-8,7-11-6,0 0-14,5 4-11,1-8-10,1 0-12,1 2 0,0-3-4,-1-4 1,-2 2 3,3-1 7,-7-3 4,2 1 2,-3-2 6,-9 5 3,19-13 1,-13 6 3,-2-1 4,1-2 4,-2 0-4,-2 0 9,-1 10-1,2-18 12,-2 18 4,3-12 9,-3 12 5,1-9 6,-1 9-4,0 0-1,3-9-1,-3 9-3,0 0-2,0 0 7,0 0-1,0 0 0,0 0 0,0 0 10,0 0 1,-1 35 0,-1-22 15,1 4-3,-4 1 1,1 3 0,1 1-1,-5 5-2,-3 1-2,4 0-1,-7 7 2,1 4-5,-1 0 7,-1-3-9,-2 4-4,1 1 0,-5-2-6,2-2-2,0-2 7,4-2-9,-5-2-5,6-4 0,1-6 2,1-1 1,2-4 6,1-4-16,3 0 0,2-3 5,-2-4 2,6-5-3,-11 10 0,11-10 0,-9 2 7,9-2 8,0 0 4,0 0 5,-12-19 10,12 19 4,-3-16-1,-2 2-2,4 0 3,2 0-12,-5-11 4,8-1-6,2 0 0,7-9-9,2-2-3,10-4-14,3-1-24,13-19-24,5 1-32,4-2-41,9-2-45,8 3-67,30-35-100,-34 30-209,31-24-578,-37 34 256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31.378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20 213,'0'0'239,"3"-11"-27,-3 11-21,0 0-25,0 0-47,3-9-68,-3 9-49,0 0-85,0 0-102,0 0-201,0 0 88</inkml:trace>
  <inkml:trace contextRef="#ctx0" brushRef="#br0" timeOffset="6922">63 1169 38,'9'-6'289,"-9"6"-22,14-4-28,-14 4-29,0 0-17,14 0-23,-14 0-16,0 0-22,13 7-35,-13-7-37,5 5-41,-5-5-42,0 0-56,3 11-60,-3-11-133,0 0-294,0 0 131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29.081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138 466 95,'0'0'164,"0"0"-21,0 0-4,0 0-16,0 0-7,0 0-16,0 0-10,0 0-7,0 0-9,0 0-1,0 0 7,0 0-6,0 0-1,0 0-5,0 0 0,-14 29 7,11-18 5,0 4 3,0 4 2,0 3-2,0 4-11,-5-4-3,5 4-3,-3 0-9,-1-2 3,1 2-11,-5 1-2,2-3-9,3 1 5,-2-5-7,2 6-6,0-11-2,2-1-2,-2-1-6,3-4 2,3 1-5,0-10-6,-8 14 3,8-6-2,0-8 0,-6 9 1,6-9-2,0 0 1,-6 11-2,6-11-1,0 0-4,0 0 7,0 10-2,0-10 0,0 0-2,0 0 5,0 0 0,0 0 4,0 0 5,0 0 6,0 0-5,0 0 2,0 0-10,0 0 1,0 0-2,0 0 0,6-34-1,0 21-3,-1-2 0,1-2 0,3 1-5,-2-6-2,7-4 0,-2-1 2,5-8-4,-1-3-1,-2 2-2,6 2 1,-4-8-2,1 6-3,1-3 4,-1 3 0,-4 2-3,1 9 0,-5 0 0,5 5 3,-4 5-1,-1 1-5,2 0 3,-2 2 0,0 5-4,-2 3 12,3 0-8,3 0-2,-13 4 2,23 0 3,-10 4-8,-2 0 6,1 0 2,2 3-3,-5 4 0,1 1 0,0-1-2,-3 3 0,-4 2 0,0 0-1,-3 0-6,-3 1 0,-6 1-3,1 2 3,-5 2-5,-7-1-6,1-3-3,-4 4 2,3-6-4,-9 0 3,5 1 5,-1-4 5,2-2-6,3-2 6,0 0 6,4-4 0,-1 0 0,10-2 5,-5 1 2,1-3-1,11-1-1,-15 0 2,15 0-5,0 0 6,0 0-4,-8-13 5,8 13 0,0 0 3,0 0 5,0 0 2,20-16 2,-20 16 2,11-4 0,-11 4 1,16-2 1,-16 2 3,17 5-1,-8 0 2,1 4 6,3 0 2,-3 1 0,-4 1 2,3 3-7,2-3-3,-2 0-2,-1 4 3,2-2-6,-1-1 2,2 0-1,-2-1 2,1 2-2,3-2-4,0-1 0,1 1 2,2-5-4,0 0-1,0 0 2,1-2-3,2 0-1,1-1-1,0-1-1,-1 0-1,1-2 1,0-2 3,2 0-4,-8 1-4,6-1 2,-7 1 5,1-6-2,-2 4 2,-4-1-1,4-1 1,-12 5 0,13-12 2,-4 5-5,-1 3 1,-2-3 0,-6 7-2,11-17 0,-11 9 0,0 8 0,3-19 2,-3 9-1,0 10 0,-3-15-4,3 15 4,-5-15 1,-1 8-6,6 7-2,-12-9 2,12 9-3,-11-1 4,11 1-4,0 0 3,-25 8-2,17-2 4,-1 3 3,-2 2 1,5-2 4,0 0 3,3 7-2,-1-7 0,4 5 2,4-1 5,-1-5 4,3 5 1,8-4-3,1-1-1,9 1 7,2-2-6,1-1-10,2-3-14,4 0-14,-4 0-27,1-4-33,-1-1-15,-2 4-49,-10-4-36,3 1-258,-4-1-475,1 0 209</inkml:trace>
  <inkml:trace contextRef="#ctx0" brushRef="#br0" timeOffset="1219">1060 706 171,'0'0'172,"0"0"-11,-18 0-18,18 0-5,0 0-6,-19 9-9,11-5-6,-1 3-7,-5-1-9,4 5-1,-2 1-2,1-1-7,-1 0 3,4 3-13,-1-1-7,2-2-9,1 3-4,3-6-5,3 3-3,0-11-3,0 17-6,6-11-6,1 3-5,-7-9-6,12 7-3,-4-3 0,-8-4-7,20 2-2,-20-2-1,15-4-3,-15 4-1,18-7-1,-9 3-4,0-1 4,2 0-2,-11 5-5,13-11 5,-7 5-4,2-2 1,-4 2 2,-4 6 0,5-13 5,-5 13 2,6-9 9,-6 9-5,0 0-2,6-7-8,-6 7 1,0 0 2,0 0-2,0 0-1,0 0 0,0 0 1,0 0-1,11 26-4,-4-22 3,-7-4 0,15 13-15,-4-8-17,-1 1-27,3 0-31,0 2-34,-1-6-46,-1-2-205,-11 0-398,29 0 177</inkml:trace>
  <inkml:trace contextRef="#ctx0" brushRef="#br0" timeOffset="1594">1440 697 107,'0'0'244,"0"0"-10,-27 11-14,18-4-15,-2 1-12,5 1-11,-5 2-15,-1 2-17,6 0-12,-1 0-16,1 0-12,1 0-8,2-2-13,3-11-6,3 21-7,2-10-9,1 0-5,0-5-9,1 4-14,10-4-6,0-3-6,-2 1-5,4 0-5,3-6-11,-3 0-4,1 0-3,1-2-8,-1 1-1,-1 1-3,1-7-1,1-2-3,-1 3 4,0-6-1,-1 0-3,-2 2 0,1-7 3,0-2-1,2-2 1,3-9-1,2-3 3,-2-4-11,-2-5 5,-1 1 5,1 3-4,3-6 2,-4-2 7,0 1-6,5 1-1,-8-1-2,3-2-2,-1 1-5,-1 5 10,-5 5 19,-4 10 12,-2 0 9,2 13 13,-6-2 10,0 9-1,-1 0-11,-2 8 4,0 0 8,0 0 0,0 0 1,-27 21-3,10-3 1,-9 14-4,0 1 2,2 5 8,-7 6 2,5 1 13,-14 18 6,6-1-2,-1 0 7,5-1 4,10-17-12,0-3 3,4 2-1,1-1-10,2-5 2,4-9-1,3 0-10,3 1-7,2-7-7,2 0-18,2-3-2,3-5-11,2-5 0,1 2-12,5 1 4,-1-8-8,-1-1-3,8-1-7,-3-4 0,2-3 2,1 1-4,0-4-2,-4 0-6,7-6 8,3 0-3,-7-1 6,3-4 0,-4-1 1,-2 1 2,-1-1 0,2 2-1,-8 1 7,2 4-2,-2 2 18,-3 2-1,1 1 3,-2 3-5,-5 5-5,8-9 2,-8 9 11,0 0-8,0 0 6,0 0-6,12 16-3,-12-16 2,1 17 2,2-6-1,0-2-5,3 1 1,-3 4 2,2-3 0,1-1 2,0 1-5,-2-2 2,6 2-2,-3-3-7,-1-5-1,9 5-21,-7-5-16,2 1-15,-10-4-13,19 2-15,-12-2-22,-7 0-26,17 0-27,-17 0-49,13-4-61,-13 4-191,0 0-500,3-9 221</inkml:trace>
  <inkml:trace contextRef="#ctx0" brushRef="#br0" timeOffset="2453">1749 407 8,'0'0'291,"19"-16"-16,-5 10-19,6-4-24,2-3-19,18-1-23,-1 2-18,3 2-14,5-1-16,8 3-21,-5 2-37,-4-1-47,0 1-58,-7 3-71,-9 0-84,-7 2-139,1-1-342,-9-1 151</inkml:trace>
  <inkml:trace contextRef="#ctx0" brushRef="#br0" timeOffset="2937">2558 608 138,'0'0'164,"-8"4"-10,8-4-1,0 0-5,-13 7 2,13-7-12,-12 6-6,12-6-6,-11 9-5,2-7-3,9-2-6,-17 9-7,11-3-11,-1 1-4,-4 0-5,4-1-7,-7 4-5,6-1-7,-1 0-11,-1 4 1,2-2-5,1 2-4,-1 1-4,2-1-7,0-1-2,4-1-2,-1 0-2,3 0-4,0-11-3,6 21-4,0-13-3,-1-2-7,9 3 1,-5-1-13,1-3-10,4 1-4,-2 1-13,-1-4-4,1 0-7,-12-3 7,19 0 0,-19 0 2,14-4-1,-14 4 1,12-9 1,-7 3 3,-5 6 6,3-16 0,-3 16 0,-6-19 4,-2 6 4,-1 2-1,4-4 2,-7-1 0,6 1 4,-4-2 0,2 2 1,1-3 4,-1 5-3,6-3 3,-2 0-1,1 8 2,3 8-2,0-19 4,0 19-1,4-15 0,1 10 2,-5 5-4,15-8 2,-3 6-2,0-1-2,-12 3 9,26 2-3,-12 1 6,2-1 3,1 0-1,-2 0-2,0 1 2,0 1 7,2-2-1,3 3 2,-1-3-1,-4 2 2,4 0-4,-3-1-5,-2 3 3,-2-1 1,3 1-4,-4-2-2,-2 0 0,-2-1-7,4 2-9,-11-5 5,12 11-1,-9-3-1,-3-8 2,0 17-8,0-17 0,-9 18-7,3-5 4,-5-1 5,2-4 2,-1 4-4,-1-1 4,-1-4-1,4 2 0,1-3 1,-1 3 1,8-9 0,-10 13 0,4-8 1,6-5 4,0 0-4,0 0 7,0 0-4,0 0 5,0 0 0,0 0 8,0 0 0,31-1-2,-17-7-5,3-1 12,1 0-6,0 5 2,-4-7-3,8-4 9,-5 6 2,7-4 4,-4-1-1,-5 4 3,9 1 2,-9 0 3,-1 1-1,-1 1 0,-4 3 0,5 1-5,-6-2-1,-8 5 0,15-1-2,-15 1-1,15 4 2,-15-4-3,12 8-3,-6-3-1,-3 4 0,3 0-3,0 2 0,0-1 1,0 3-2,2-1 1,-2-4-4,1 3 0,0-2-6,0-4-4,4 1-2,-4 0 0,2-5 0,0 3-1,-9-4 2,23 0 2,-23 0 0,20-9 3,-11 3 0,1 1 1,-2-6 3,-2 2 5,3-5 9,-4 0 2,-2 4 3,-3-4 6,3-3 4,-3 4 2,3 0 3,-6-2 3,3 5-2,6-4 4,-3 3-13,1 0-3,-4 11-5,9-16-4,-1 8-2,1 5 0,-9 3 0,18 0-4,-18 0-4,24 9 0,-10-2 2,6 7-4,-4-4-3,1 1 1,-3 1-13,-1 0-5,-1 1-3,-1 0-7,-1-2-5,0 2-1,-6-4-2,-1 2-3,2-3 3,-5-8-7,-5 14-19,5-14-20,-15 13-23,7-10-32,-4 0-36,12-3-64,-22 6-135,8-4-397,-9-1 175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33.472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170 527 122,'0'0'192,"0"0"-8,0 0-9,0 0-13,0 0-13,0-13-17,0 13-6,0 0-12,0 0-9,0 0-7,0 0-2,0 0-6,0 0-2,0 0-1,-29 15-7,21-11-1,-2 5-2,-1 0-9,-1 2-6,2 0-6,-4-4 3,3 6-8,-1-2-6,2-1-5,1 1-3,1-2-3,2 0-4,0 1-4,0-1 0,0 0-7,4 0 3,2-9 2,0 14-17,0-14-4,0 0-1,9 14-1,-2-11-2,-7-3-1,19 2-5,-8-2-3,-11 0-2,27-3 2,-18 1-3,3-1 3,2-2-6,-5-1 4,-9 6 3,16-10 1,-8 4-1,0-3 2,-1 2 3,1-2-4,-4-1 7,1 1-6,-2-2 2,3 3 3,-6 8 2,7-16 1,-5 8 4,-2 8 1,6-9 2,-6 9-3,6-9 1,-6 9-8,0 0 5,6-9-2,-6 9-4,0 0 0,0 0 2,0 0-2,0 0 6,12 22-4,-12-22 2,3 17 1,2-12-3,-1 2 0,-4-7 1,5 17 1,-1-9 0,2-1 1,-6-7 1,8 9-1,-2-1-1,-6-8 2,14 5 0,-5-3-2,-9-2 1,16 0-4,-16 0 7,20-6-4,-6-1 3,-5 0 2,3-2-1,0 1-5,-1-5 4,-1-1-1,-1 0 0,3-6-1,2-2-3,-5 0 2,5-2 1,-2 0 1,0-1 0,1 0-3,6-12 1,-1 3-1,0-1-9,-3-3 1,8 4 2,-5-1-4,0-1 4,2 0 2,-11 10-4,3 2 2,-2 9 7,-3 2 8,-3 2 1,2 5-4,0 0 2,-6 6 4,0 0 8,0 0 10,0 0 1,0 0-1,-7 36-6,-2-12-2,-4-1 1,0 12 1,-5 1-1,6 2-3,1-2 1,5 2-1,-6 0-5,6-2 5,0-7-4,3-1 2,0-2-6,3 1-1,0-5-10,0 2-16,3-8-16,0-2-17,1-1-21,-1 0-20,2-3-33,1-3-34,-6-7-29,9 11-208,0-7-425,-9-4 188</inkml:trace>
  <inkml:trace contextRef="#ctx0" brushRef="#br0" timeOffset="734">344 307 16,'27'-4'187,"5"-1"-10,15 1-21,-3-3-14,7 1-17,2 0-42,0 1-50,-2-3-67,-5 5-114,-4-2-160,-10 2 71</inkml:trace>
  <inkml:trace contextRef="#ctx0" brushRef="#br0" timeOffset="1047">1486 239 209,'0'0'221,"0"0"-12,0 0-10,0 0-7,0 0-11,0 0-14,-17 29-15,8-13-10,0 7-10,-2 0-5,-1 2-10,3 1-9,-4 7-6,1-7-4,-2 1-16,2 0-4,3-4-10,-2 2-5,4 1-9,-2-6-6,3-2-12,1-3-8,2-2-5,-2 0-5,4-4-8,1-9 6,-8 15-13,8-15 3,-3 10-5,3-10 8,0 0 5,0 0-8,0 0-2,0 0 1,0 0-3,0 0 2,0 0 1,29-34-5,-21 21 3,-1-6 3,1-3-7,5 0 4,-1-5 2,8-6-7,-3-1 2,2-3 0,3 2-8,3-4 0,-5 3 2,1-4-2,3 1-5,-4 1-1,3-3-3,1 5 0,-7 2 1,-1 10 5,-2 2 4,-4 7 6,1 2 11,-5 2-4,-1 5-1,1 0-4,-6 6 0,12-5 11,-12 5 9,0 0 4,0 0 4,6 21-10,-6-10-2,1 2 9,-1 4 7,0 2 1,-1 8 5,-4-4 0,5 4 3,-1 0 8,-1 1 6,-2-1-3,4 11 10,-3 0 14,0-12-17,-3 1 14,6 2-11,-2-1-7,1-1-1,-1-1-5,-2 0 1,4 0-12,-5-2 4,2-2-6,1 2-3,-1-7 1,2 1-4,-1-5-5,-2 2-2,2-6-6,2 2 0,0-11-10,-4 13-8,4-13-13,0 0-10,0 17-3,0-17-20,0 0-7,0 11-18,0-11 7,0 0-19,0 0-30,0 0-44,0 0-62,0 0-50,0 0-243,0 0-555,0 0 246</inkml:trace>
  <inkml:trace contextRef="#ctx0" brushRef="#br0" timeOffset="1641">1412 508 146,'27'-8'243,"-12"7"-24,6-1-19,-1-1-18,10-1-30,11 0-52,-11 2-68,11-3-94,-11 1-140,-1-3-220,-3 1 98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2T05:15:36.175"/>
    </inkml:context>
    <inkml:brush xml:id="br0">
      <inkml:brushProperty name="width" value="0.03528" units="cm"/>
      <inkml:brushProperty name="height" value="0.03528" units="cm"/>
      <inkml:brushProperty name="color" value="#0070C0"/>
      <inkml:brushProperty name="fitToCurve" value="1"/>
      <inkml:brushProperty name="ignorePressure" value="1"/>
    </inkml:brush>
  </inkml:definitions>
  <inkml:trace contextRef="#ctx0" brushRef="#br0">0 196 127,'10'-8'152,"-10"8"-14,16-5-13,-9 1-16,-7 4-11,26-5-4,-17 1-8,-9 4-11,18-1-3,-18 1-5,15-3-5,-15 3-9,20 3-2,-20-3-1,14 1-9,-14-1-4,10 5 0,-4 3 1,0-1 10,-6-7-9,3 23 2,-3-9-6,-3 2-5,0 3-2,-3 2-4,2 3 1,-5-1-5,-1 4 0,0-3 0,1-2-3,-2 1-3,2-6-1,-1 4-7,2-6 4,-1 0-3,3-4-1,-2 1-6,8-4 8,-6-1-2,6-7-1,-6 13-3,6-13 4,0 0-2,0 0-5,0 0 9,0 0-5,0 0 4,0 0 7,0 0-3,17-32-2,-8 23 2,0-5 5,5 1-5,-1 0 2,1-5-3,5 1-1,-2-2-1,3 1 0,-4 0-5,4-1 8,0 8-4,-1-6 0,-2 6 6,-5 0-4,2 1-2,-1 1 0,-4 4 0,8 0 1,-8 2-8,-9 3 6,17 0-1,-17 0-2,13 8-1,-13-8 3,9 8 0,-4 2 3,-2 0-7,-3 4-2,0-14 7,3 23-3,-6-12 4,3-1-4,0-10 1,-3 28-5,-2-19-7,-1 1 3,3 2 0,-3-2-6,2-5 5,4-5 2,-9 13-4,3-7 3,6-6 2,-11 4 2,11-4-2,-9 5 3,9-5 0,0 0 2,-14 2 2,14-2 5,0 0 2,0 0 12,0 0-4,0-23-5,0 23 3,10-16-3,0 5-1,-4-1-1,5-2-5,1 0 0,-2 0 7,4 2-4,3-1-7,1-4 4,1 1-1,-2 7 0,0 1-4,2-3-2,4 0 6,-2 2-5,-1 3 2,-5-1-2,2 7-2,-4-5 7,1 2-8,-14 3 1,23 3-2,-13-2 1,-10-1 2,9 7 3,2 2-3,-11-2 3,0-7 0,6 17 0,-6-2 3,-3-2 2,0 0-2,3 2 0,-5 2 2,-1-2-5,0-1 1,0 3 0,2-4 0,-5 2-2,6-3 3,-5 2-2,5 1 3,0-6-7,-3 2 0,4-3 2,2-8 0,0 0 1,0 17 1,0-17-2,8 6-1,-8-6 2,17-1 1,-8 2-5,-9-1 4,16-6 1,-8-2-1,4-1 2,2 1-4,-1-1 2,2-2 1,-4-1-5,9-6 5,-7 5-2,2 0-2,5-4 1,-2 3 1,-6 3-1,2 0-2,3 0 2,-5-1 1,1 2-2,-4 2 3,-1 0-2,-2 3 1,-6 5 0,14-10-2,-8 5-2,-6 5 0,10-6 1,-10 6-1,0 0 1,9-5-4,-9 5 2,0 0 1,14 0-2,-14 0 1,0 0 1,0 0 4,0 0-1,0 0 1,0 0 1,0 0-4,0 0 3,0 0-1,0 0 1,13 3 5,-13-3-3,0 0 2,0 0 4,0 0 6,0 0-2,0 0 2,0 0 1,0 0-1,0 0 17,0 0-1,0 0-2,0 0-5,7-10-1,-7 10-6,0 0 3,0 0-5,10-9 1,-10 9 1,0 0-8,9-6-3,-9 6-1,0 0 3,0 0-4,0 0-4,0 0 5,11-3-5,-11 3 2,0 0 3,0 0 4,0 0 11,0 0 1,0 0 5,0 0-1,0 0 4,-23 28-3,16-20 0,0-3 2,0 5 5,-2 3 1,3-3 1,-2 2 0,2 1-1,2-2-6,-2 0 0,6 0-1,-3 2-3,3-13-1,0 18 5,0-7-4,3-2-3,3 1 2,-2-1-1,5-4-3,-3 3 0,2-2-4,5 1-1,0-1 0,-3-4 4,4-1-4,-14-1-6,25 0-2,-8-1-1,-3 1-2,1-4 0,-5 0-5,4-1 1,0-4 3,-5 4-1,4-2-1,-1-2 4,-2 0-5,0-1 1,1-2 3,-1 0 0,2-1-1,5-5 0,0-1-1,-8 7 2,10-7-6,-5 4 0,6-2-1,-4 1 2,1 6 2,-3-1-1,-2 2-3,1 3 2,-2 1 1,-2 2-3,-9 3-3,17-4-1,-17 4 2,19 4 3,-13 1-1,2 1 3,-8-6-2,6 14 0,0-2 3,-6-3 0,0 5 0,-6 0-9,6 0-10,-8-1-2,-1 1-2,2-2-1,-2 2-4,0 0-4,-5-5 6,3 2 2,-2 2-2,4-4 5,-5 1 2,5-1 1,0-3 1,1 2 0,2-2 1,6-6 1,-10 8 3,10-8-1,-6 9-2,6-9 3,0 0-1,0 0-1,0 0 3,0 0-3,0 0-3,34-23-3,-20 12 1,-3 0-1,2 0 1,7-5-2,-6 4 2,-2 0 2,1-3 1,2 1 3,-1 1 2,0-1 0,5 0 0,-5-1 3,-2 3 0,6-5 1,-9 1 1,6 5 3,-4-2-2,3 2 6,-1 0 4,-1 0 1,-4 1 2,4 2 3,-4 0-1,1 4 5,-9 4-3,10-9 0,-10 9-2,14-2 5,-14 2 8,9-2-2,-9 2 2,0 0 3,15 7 2,-15-7 2,5 10-3,-2-1 4,-3-9-5,7 17-3,-4-7-1,-3 0-1,6 3-5,-3-3 2,2 0-2,1 1-2,-6 6-4,3-4 3,-3-3-3,3 3 0,-3-3-2,0-10 3,-3 20-5,0-12 2,1 1-3,-7-1-3,3 1-3,2 0-2,-8 0-1,-1 1 6,3 1-4,-1-2-2,2-4 0,-1 4-1,1-3 3,1-1 0,8-5 0,-18 8 4,10-3 0,8-5 5,-12 5-4,12-5 0,-10 2-2,10-2 1,0 0-2,0 0-2,0 0 4,0 0 1,0 0-3,6-28-3,-6 28-2,0 0 3,9-10-3,-9 10 1,4-9 1,-4 9 3,0 0-2,9-7-2,-9 7-1,0 0 1,0 0-2,0 0-1,0 0 1,0 0-1,0 0-10,0 0-1,0 0-4,0 0 1,0 0-7,0 0 6,0 0-4,0 0 7,0 0-4,0 0-1,0 0-2,0 0 6,0 0 1,0 0 4,0 0 0,0 0-1,0 0-1,0 0 4,11 17 1,-11-17 2,0 0-2,12 6-3,-12-6-4,17 0-1,-17 0-4,21 0-6,-6-2-1,2-1 0,-1 1-6,-4-2 5,8-1 2,-3-2-1,1 0 9,4-2 1,1-3 4,-6 1-2,-2 2 4,2-1 1,-4 0 0,8-3 0,-6 4 7,-4-3-1,-2 3 0,5-3 2,-8 2-3,4 2 7,-1-3-4,-1 4 1,-2 1 0,2-3 2,-8 9 1,12-13-3,-6 6 1,-6 7 0,7-8 0,-7 8-1,0 0 1,14-7 11,-14 7 1,8-1 6,-8 1 6,0 0 4,0 0 5,0 0 6,0 0-1,18 10 2,-18-10-2,3 10 6,0-1 4,-3-9 2,-3 16-4,3-16-6,0 19-3,3-6-3,-3-3-1,0-10-5,4 20-2,1-12-1,-1-2-1,2 2-9,4 0-18,-3-5-26,7-1-19,1-1-45,0-2-51,3-4-57,-1 0-210,5-6-447,0 0 198</inkml:trace>
  <inkml:trace contextRef="#ctx0" brushRef="#br0" timeOffset="2703">2286 227 87,'0'0'196,"0"0"-15,21-16-14,-14 12-16,-7 4-15,23-7-14,-12 3-8,2 1-13,-4 0-10,-9 3-5,20-2-12,-8 1-2,-12 1-10,18 0-7,-18 0-8,15 1-3,-9 4-1,-6-5-7,8 9-2,-8 0-2,0-9-1,6 16-5,-4-5-2,-2 2-5,0-3-1,-2 5 3,-4-5-11,6 3-10,-6 0-1,4 0-3,-4 1-5,0-6-1,3 3-2,3-11 3,-4 11-1,4-11-1,-9 10 1,9-10 5,-6 4 1,6-4-2,0 0 6,0 0 8,0 0 8,0 0 2,0 0 10,-19-15 7,19 15 5,0 0-1,2-18-2,-2 18 2,14-21 1,-8 10 2,6-2-1,1 2-3,1-2-4,1-6-2,6 5-2,2 1-5,-6 3 0,2 3-2,-2-4-4,3 4 4,-4 0-3,-1 4 2,2 0-3,-6 3-4,-1-2 1,-10 2-2,20 2-4,-11 3 3,-2-1-1,3 4-3,-6 1-1,-1-1 2,0 4-5,-1 1 3,-2-1 1,0 2-5,0 0 4,0-1 3,0-3-7,0 4 0,0-3 0,3-1 2,-2 1-1,8-4 0,2-1 2,1-2-22,5 1-6,4-3-11,4-4-3,3 1-5,-1-6 0,3 5-2,-6-5-1,1 0 4,3-2 2,-2 0 6,0-3 3,-5 1 0,3-1 5,-3-2 7,-1 0-4,-9 0 6,2 2 0,-2-1-1,-4 0 2,1 0 5,-8 2 8,1 3 2,-1 8-1,-9-16 4,3 8 3,6 8 6,-22-6 7,3 5 10,4 1 1,-1 1 1,-1 3-1,0 0-2,8 0-1,-4 3-1,4-1-2,-2-2-5,3 2-2,2 3 0,0-2 0,5 4-1,1-11-4,-2 18-2,2-18 0,6 15-1,-3-8-9,5-1-4,-8-6-6,17 6-7,-10-2-7,2-2 1,-9-2 3,20 3-2,-13-3 5,-7 0 3,19-2 1,-19 2 2,13-6-3,-4 3 5,-9 3-2,12-10 3,-7 3 2,1 2 3,-6 5-1,11-15 2,-5 9 3,-6 6 6,12-12 8,-12 12 10,7-11 2,-7 11 1,8-8-1,-8 8-5,0 0-4,6-4 1,-6 4 13,0 0 9,0 0 1,0 0 5,0 28 13,-2-15-3,-1 5 1,0 4 8,-3 5 7,5 2-7,-7-1 0,-1 8 1,5 7-7,-5-7-6,4 7-19,-4-7 8,3 1-5,1-1-3,-1-8-4,-1 7-2,-2-9-1,1-1-17,-2-4 13,3-4-3,1 4-2,-1-5-4,1-2 2,-3-4-9,1 0 8,4-2-4,-5-3-4,1 3 2,-3-1 13,1-2-17,-4 1-3,5-2 2,-1-1-3,-3 0 1,13-3 4,-19 8 8,10-8 11,9 0 11,-14 2 15,14-2 14,0 0 0,-20-7 0,14 1 4,6 6-12,-7-13-4,7 2-5,0 11-1,12-37-2,-5 14-8,3-3-4,9-6-22,2-3-15,11-7-46,12-21-49,4 5-58,5-5-66,3-6-121,31-27-326,-30 27-720,26-23 319</inkml:trace>
  <inkml:trace contextRef="#ctx0" brushRef="#br0" timeOffset="4500">986 27 68,'0'0'221,"0"0"-18,0 0-14,0 0-16,0 0-12,0 0-9,0 0-11,0 0-7,0 0-5,0 0-8,0 0-9,0 0-5,0 0-3,0 0-15,0 0-6,0 0-7,0 0-6,0 0-9,0 0 16,0 0-8,0 0-8,0 0-5,0 0-4,0 0-5,0 0-2,0 0-3,0 0 0,0 0 7,0 0 1,0 0 0,0 0 0,0 0-9,0 0-6,0 0 0,-3-15-2,3 15-4,0 0 0,0 0 6,0 0 0,0-12 7,0 12-1,0 0-9,0 0 6,0 0-7,0 0-1,0 0 6,0 0-20,0 0-1,0 0 2,-17-1-5,17 1 2,0 0-7,0 0 3,0 0-3,-13 16 0,13-16 1,-3 9-3,3-9-2,0 0-1,0 0 2,-3 13-2,3-13 2,0 0-9,0 0 5,0 0 6,0 0 1,0 13 2,0-13-6,0 0-1,0 0 4,0 0 1,0 0-1,0 0 1,0 0-3,0 0 1,0 0 2,0 0-2,0 0 10,0 0-6,0 0-3,0 0 10,0 0 7,0 0 3,0 0-16,0 0 15,0 0 1,0 0-3,0 0-1,0 0-2,0 0 2,0 0-7,0 0 4,0 0-6,0 0 5,0 0-4,0 0-2,0 0-5,0 0 2,0 0-3,0 0 4,0 0 5,0 0-15,0 0 22,0 0 13,0 0-4,0 0-5,0 0 6,0 0 3,0 0-12,0 0-24,0 0 3,0 0-17,0 0-51,0 0-60,0 0-92,0 0-444,0 0-717,0 0 318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27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72 0 0,'0'0'516'0'0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25 352 0 0,'1'-15'4182'0'0,"-2"5"2399"0"0,8 20-5467 0 0,2 13-723 0 0,-6 11-16 0 0,-1 0 1 0 0,-2 1 0 0 0,-1-1-1 0 0,-10 55 1 0 0,9-73-308 0 0,-3 24 138 0 0,2-1-1 0 0,3 58 1 0 0,2-77-127 0 0,-2-12-34 0 0,0 0 0 0 0,1 0 0 0 0,0 0 1 0 0,1 0-1 0 0,4 14 0 0 0,-6-21-32 0 0,3 4 44 0 0,-6-11-5353 0 0,-6-12-116 0 0,7 11 2657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30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14 144 0 0,'2'-13'6004'0'0,"-35"54"-4995"0"0,-22 33-168 0 0,40-60-663 0 0,15-14-173 0 0,-1 1 0 0 0,1-1 1 0 0,-1 0-1 0 0,1 0 0 0 0,-1 0 1 0 0,1 0-1 0 0,-1 0 0 0 0,1 0 1 0 0,0 0-1 0 0,-1 0 0 0 0,1 0 1 0 0,-1 0-1 0 0,1 0 0 0 0,-1 0 1 0 0,1 0-1 0 0,-1 0 1 0 0,1 0-1 0 0,-1 0 0 0 0,1 0 1 0 0,-1-1-1 0 0,1 1 0 0 0,0 0 1 0 0,-1 0-1 0 0,1-1 0 0 0,-1 1 1 0 0,1 0-1 0 0,0-1 0 0 0,-1 1 1 0 0,1 0-1 0 0,0-1 0 0 0,-1 1 1 0 0,1-2-5 0 0,0 0 0 0 0,0 0 0 0 0,0 0 0 0 0,0 0 1 0 0,0 1-1 0 0,0-1 0 0 0,0 0 0 0 0,1 0 0 0 0,-1 1 1 0 0,1-1-1 0 0,-1 0 0 0 0,1 0 0 0 0,0 1 0 0 0,0-1 0 0 0,0 1 1 0 0,1-3-1 0 0,2-4 3 0 0,-2 1-3 0 0,1 1 0 0 0,0-1 0 0 0,0 1 0 0 0,0 0 0 0 0,1 0-1 0 0,0 0 1 0 0,0 0 0 0 0,6-7 0 0 0,-9 13 2 0 0,0-1-1 0 0,-1 0 1 0 0,1 1 0 0 0,0-1 0 0 0,0 1 0 0 0,-1-1-1 0 0,1 1 1 0 0,0 0 0 0 0,0-1 0 0 0,0 1 0 0 0,0 0-1 0 0,-1-1 1 0 0,1 1 0 0 0,0 0 0 0 0,0 0 0 0 0,0 0-1 0 0,0 0 1 0 0,0 0 0 0 0,0 0 0 0 0,0 0 0 0 0,0 0-1 0 0,-1 0 1 0 0,1 0 0 0 0,0 1 0 0 0,0-1 0 0 0,0 0-1 0 0,0 1 1 0 0,0-1 0 0 0,-1 0 0 0 0,1 1-1 0 0,0-1 1 0 0,0 1 0 0 0,-1-1 0 0 0,1 1 0 0 0,1 1-1 0 0,21 28-785 0 0,-13-16-1477 0 0,-8-11 202 0 0,-1 0 156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31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27 536 0 0,'8'-26'11677'0'0,"-4"30"-11596"0"0,0 1 0 0 0,0-1 0 0 0,1 0 0 0 0,-1 0 0 0 0,1 0-1 0 0,0-1 1 0 0,0 1 0 0 0,1-1 0 0 0,-1 0 0 0 0,1-1 0 0 0,-1 1 0 0 0,1-1 0 0 0,0 0-1 0 0,0-1 1 0 0,0 1 0 0 0,0-1 0 0 0,7 0 0 0 0,21 3-25 0 0,65-3 0 0 0,-64-2 0 0 0,30 2-12 0 0,147-6 161 0 0,-192 3-159 0 0,-16 2-2624 0 0,-30-4 1209 0 0,2-1-4258 0 0,15 2 3061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3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1 360 0 0,'0'0'3910'0'0,"33"16"-149"0"0,10 0-2170 0 0,-17-6-900 0 0,0 1 1 0 0,31 16-1 0 0,-57-26-681 0 0,0-1 1 0 0,1 0-1 0 0,-1 0 0 0 0,0 1 1 0 0,1-1-1 0 0,-1 0 0 0 0,0 0 1 0 0,1 1-1 0 0,-1-1 1 0 0,0 0-1 0 0,1 1 0 0 0,-1-1 1 0 0,0 0-1 0 0,0 1 1 0 0,1-1-1 0 0,-1 1 0 0 0,0-1 1 0 0,0 0-1 0 0,0 1 1 0 0,0-1-1 0 0,0 1 0 0 0,0-1 1 0 0,1 1-1 0 0,-1-1 1 0 0,0 1-1 0 0,0-1 0 0 0,0 0 1 0 0,-1 1-1 0 0,1-1 1 0 0,0 1-1 0 0,0-1 0 0 0,0 1 1 0 0,0-1-1 0 0,0 0 0 0 0,0 1 1 0 0,-1-1-1 0 0,1 1 1 0 0,0-1-1 0 0,0 0 0 0 0,0 1 1 0 0,-1-1-1 0 0,1 1 1 0 0,0-1-1 0 0,-1 0 0 0 0,1 0 1 0 0,0 1-1 0 0,-1-1 1 0 0,1 0-1 0 0,0 1 0 0 0,-1-1 1 0 0,1 0-1 0 0,-1 0 1 0 0,1 0-1 0 0,0 0 0 0 0,-1 1 1 0 0,1-1-1 0 0,-1 0 0 0 0,0 0 1 0 0,-31 14 108 0 0,27-12-75 0 0,-77 25-593 0 0,44-15-1338 0 0,1 1-3386 0 0,28-10 2590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51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0 364 0 0,'0'0'4062'0'0,"19"5"-589"0"0,445 23-1230 0 0,-263-21-1811 0 0,383 23 434 0 0,-507-22-765 0 0,23 1 92 0 0,-78-7-1430 0 0,-31 0 543 0 0,-27 2-4813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51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0 376 0 0,'0'0'1644'0'0,"3"1"-1088"0"0,37 15 1221 0 0,42 11-1 0 0,-43-16-900 0 0,64 29 0 0 0,-81-30-651 0 0,24 12 241 0 0,-43-21-425 0 0,-1 1 0 0 0,1 0 0 0 0,0 0 0 0 0,-1 0 1 0 0,1 0-1 0 0,-1 0 0 0 0,0 1 0 0 0,0-1 0 0 0,0 1 0 0 0,0-1 0 0 0,0 1 0 0 0,1 3 0 0 0,-3-5-31 0 0,0 1-1 0 0,0-1 0 0 0,0 0 1 0 0,0 0-1 0 0,0 0 1 0 0,0 0-1 0 0,-1 0 0 0 0,1 0 1 0 0,-1 1-1 0 0,1-1 1 0 0,0 0-1 0 0,-1 0 1 0 0,0 0-1 0 0,1 0 0 0 0,-1-1 1 0 0,0 1-1 0 0,1 0 1 0 0,-1 0-1 0 0,0 0 0 0 0,0 0 1 0 0,0-1-1 0 0,0 1 1 0 0,0 0-1 0 0,1-1 1 0 0,-1 1-1 0 0,-1-1 0 0 0,1 1 1 0 0,-1 0-1 0 0,-31 14 68 0 0,-141 40-446 0 0,100-29-4891 0 0,62-22 3105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57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64 0 0,'3'-1'9352'0'0,"11"2"-9341"0"0,9 5 267 0 0,0-2-1 0 0,0 0 1 0 0,0-2-1 0 0,28 0 1 0 0,-34-1-151 0 0,414-7 962 0 0,-322-3-984 0 0,75-3 53 0 0,-25 6-67 0 0,-136 6-66 0 0,-22 0-15 0 0,5-1 260 0 0,-35-8-8204 0 0,17 7 5258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06:5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1 496 0 0,'0'0'2550'0'0,"-39"12"-115"0"0,-84 32-627 0 0,24-8-1307 0 0,57-23-355 0 0,-1-2 1 0 0,-68 9-1 0 0,81-14 108 0 0,26-2 219 0 0,22 0-137 0 0,36 4 855 0 0,74 20 0 0 0,22 5-146 0 0,-144-32-1012 0 0,36 5 322 0 0,42 12 1 0 0,-84-18-424 0 0,0-3-2882 0 0,0 3 2736 0 0,0-1-1 0 0,0 1 1 0 0,0-1 0 0 0,0 1 0 0 0,-1 0 0 0 0,1-1 0 0 0,0 1 0 0 0,0 0 0 0 0,-1-1 0 0 0,1 1 0 0 0,0 0 0 0 0,0-1 0 0 0,-1 1 0 0 0,1 0 0 0 0,0-1 0 0 0,-1 1-1 0 0,1 0 1 0 0,0 0 0 0 0,-1 0 0 0 0,1-1 0 0 0,-1 1 0 0 0,0 0 0 0 0,0-1-13 0 0,-6-3-2751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1:06:58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0 560,'0'0'1840,"5"3"872,-3 2-1811,1-1-929,2-4-777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44:35.08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64,'0'0'133,"0"0"-20,0 0-11,0 0-8,0 0-6,0 0-12,0 0-14,0 0-16,0 0-1,0 0-18,0 0-16,0 0 0,0 0-8,0 0-14,0 0-33,0 0-93,0 0-149,0 0 67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7:56:39.17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248 70 27,'0'0'113,"-12"-12"-6,12 12 0,0 0-4,0 0-9,0 0-3,-12-6-10,12 6-6,0 0-7,0 0-6,0 0-10,0 0 2,0 0-2,-8-7-9,8 7-7,0 0-1,0 0-4,0 0-1,0 0-6,0 0-2,0 0-4,0 0 5,0 0-3,0 0-5,0 0 7,-7-7-3,7 7 7,0 0-1,0 0-2,0 0 3,0 0-2,0 0-1,0 0 1,0 0 5,0 0-1,-8-8 4,8 8-10,0 0-1,0 0-3,0 0 1,0 0-5,0 0 0,0 0-4,-10-8-1,10 8-2,0 0 2,0 0 0,0 0 0,-9-5-5,9 5 3,0 0-3,0 0 3,0 0-1,0 0 9,-13-4-6,13 4 5,0 0 0,0 0 1,0 0-3,0 0 0,0 0-5,-15 0 5,15 0-2,0 0 3,-18 4-3,18-4 4,0 0-5,-15 3-1,15-3 3,-11 6 0,11-6-3,-9 4 1,9-4-3,-9 3-1,9-3 1,0 0 0,-10 3 0,10-3-1,-8 5 4,8-5 1,-13 6 2,13-6-1,-13 5-2,13-5 4,-13 6-4,13-6 1,-9 6 0,9-6-3,-8 7-6,8-7 5,-9 9 0,9-9 1,-6 11-2,6-11 5,-1 12-4,1-12-4,-2 14 1,2-14 2,3 15-1,0-7-1,-3-8 2,6 12 2,-4-3-3,-2-9 1,6 12-4,-5-5 3,-1-7-5,5 9 3,-5-9 1,3 9-1,-3-9-1,0 0 2,0 0-3,4 8 0,-4-8 1,0 0 1,0 0-2,0 0 8,0 0-3,3 9 1,-3-9-3,0 0 1,0 0-2,0 0-1,0 0 1,0 0 2,0 0 6,11 4-5,-11-4 3,0 0-2,12 2 3,-12-2-1,0 0-2,17 2-2,-17-2 1,0 0 3,0 0-5,16-2 3,-16 2-1,0 0 1,0 0 1,14 0 2,-14 0-2,0 0 5,0 0 0,0 0 3,11 2-4,-11-2-2,0 0 2,0 0 1,0 0-3,0 0 1,10-8 0,-10 8-5,0 0 2,14-3 0,-14 3 1,9-4-3,-9 4-2,7-7 2,-7 7-2,11-8 0,-11 8 0,0 0-1,9-9 1,-9 9 3,8-6 1,-8 6-1,4-10 1,-4 10-2,0 0 0,5-13 1,-5 13 0,0 0-3,7-8 3,-7 8-3,3-9-1,-3 9 0,5-9 0,-5 9-1,0 0 2,1-14-1,-1 14 5,0 0 5,6-12 2,-6 12 3,0 0 2,0-14 0,0 14 1,0-11-2,0 11 4,0 0-3,0-14-4,0 14 2,0 0-3,-6-12-2,6 12 3,-6-7-6,6 7 3,0 0 0,-3-12-2,3 12 2,-10-5-4,10 5-2,-9-9 1,9 9-3,0 0-1,-8-7 0,8 7 3,0 0 0,-11-5 1,11 5-2,0 0-1,-13-5-4,13 5 2,0 0-3,0 0-2,-11-2-1,11 2 1,0 0 4,0 0-3,-19 7-2,19-7 1,-17 6 1,11 0 1,-2-1-2,8-5 0,-10 14 2,5-7-3,5-7 4,-10 13-2,5-5 4,1 1-2,4-9 1,-8 16 0,6-4-6,-2-3 4,2 0 2,2-9-2,-3 16 1,3-6 0,0-10-2,3 14 5,-3-14-3,2 11 2,-2-11-4,7 12 2,-7-12 0,11 9 3,-6-4-2,-5-5 5,16 7-3,-8-7-2,1 3 4,-9-3-3,13 4-4,-13-4-3,19 3 8,-19-3-3,12 2 2,-12-2 1,12 0 0,-12 0 4,0 0-5,13 0 2,-13 0 0,0 0-1,0 0 0,0 0 2,14-4-5,-14 4 4,0 0-2,0 0 4,9-10-6,-9 10 2,0 0 3,5-12-3,-5 12 1,1-9 2,-1 9-3,0-12 4,0 12 0,-1-18 2,1 18-2,-6-12-3,6 12 3,-8-16 1,5 9-6,3 7 4,-6-14 1,1 7-3,5 7-3,-6-14 5,6 14-2,-6-7 3,6 7 2,0 0-3,-12-7-3,12 7 0,-7-5-2,7 5 0,0 0 1,0 0 1,-21 5 0,21-5 1,-13 3-9,13-3 4,0 0-4,-12 11-19,12-11-15,-9 4-15,9-4-17,-4 8-32,4-8-42,0 0-57,-8 9-221,8-9-459,-13 7 203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7:56:44.44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88 57 32,'0'0'109,"0"0"-9,0 0-12,0 0-8,0 0-2,0 0-5,0 0-7,9-7 0,-9 7-9,0 0-9,0 0-1,0 0 1,0 0 3,0 0-3,0 0 2,0 0 0,0 0 5,0 0-3,0 0-4,0 0-6,2-12-4,-2 12 1,0 0-6,0 0-1,0 0-7,0 0 1,0 0-4,0 0 5,-14-12 4,14 12 1,0 0 5,0 0 4,0 0 5,0 0-8,0 0 4,0 0 3,0 0-8,0 0 7,0 0 0,0 0 0,0 0-4,0 0-4,-6-9 2,6 9-5,0 0-6,0 0 1,0 0-6,0 0 1,0 0-4,0 0-7,0 0 2,0 0-3,0 0-3,0 0-1,0 0-2,0 0-2,0 0-6,0 0 6,0 0 0,0 0-1,0 0 2,0 0-2,-20 17 0,20-17 1,-9 13 0,3-8-1,6-5 2,-10 9 0,10-9-7,-6 13 5,6-13 0,-8 11-1,8-11 3,-8 10-1,8-10-2,-4 7-1,4-7-3,0 0 3,-3 11 2,3-11 1,0 0-4,0 0-1,-5 11 1,5-11 3,0 0-1,0 0 0,0 0 4,0 0-3,0 0 2,0 0 3,0 0-2,19 4 1,-19-4-4,0 0 5,0 0-2,21-4-1,-21 4 0,13-6-1,-13 6 1,11-6 4,-11 6-7,9-8 1,-9 8 2,11-8 0,-8 2-1,-3 6 2,6-12-3,-6 12 2,0-15 4,0 15-2,4-11 2,-4 11 2,0 0-5,-4-18-1,4 18 2,-2-12 2,2 12-2,0 0 2,-4-14-1,4 14 0,0 0-3,0 0 0,-10-8-3,10 8 1,0 0-4,0 0 4,-16 0 0,16 0-2,0 0 0,0 0 2,-17 12-2,17-12 0,-7 5 0,7-5-5,-9 7-1,9-7 5,-3 8-1,3-8 0,-6 9 2,6-9-3,-5 13 3,5-13 0,-2 12 2,2-12 0,0 14-2,0-14-3,2 16 3,-2-16 1,5 12 0,-1-5 3,-4-7-3,5 13 2,-5-13 2,10 7 0,-10-7 2,9 8 2,-9-8 3,14 5 0,-14-5 2,13 0-3,-13 0 3,17 0-2,-17 0-3,11-5 0,-11 5-1,12-6 1,-12 6 2,12-6 2,-6 1-6,-6 5-2,3-9 3,-3 9-2,5-13-1,-5 13 4,6-11 2,-6 11 0,0-13-2,0 13-2,1-11 2,-1 11-3,0 0 0,-4-17-3,4 17 3,-5-11-1,5 11-5,-9-5 1,9 5-2,-11-6 1,11 6 0,-12-4-3,12 4-1,0 0 3,-18 1-3,18-1 0,0 0 2,-14 3 0,14-3-2,-9 6 3,9-6 1,-4 9-2,4-9-3,-3 12 4,3-12 1,-3 11-1,3-11 1,0 14 3,0-14-1,6 11-1,-6-11-1,6 11 6,-6-11-4,12 9 1,-12-9-6,8 5 9,-8-5 3,10 5-2,-10-5 0,8 3 4,-8-3-3,0 0 5,0 0 0,0 0 5,0 0 0,10-16 8,-10 16 0,0-10-1,0 10-3,0 0 0,-10-18-2,10 18 5,-11-10-5,11 10-6,-7-9-4,7 9-27,0 0-43,-10-3-64,10 3-57,0 0-278,0 0-497,0 0 221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3:30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38 56 0 0,'0'0'2876'0'0,"-32"7"1575"0"0,30-7-4466 0 0,1-1 75 0 0,1 1 1 0 0,-1 0-1 0 0,1 0 0 0 0,-1 0 0 0 0,1-1 1 0 0,-1 1-1 0 0,0 0 0 0 0,1 0 0 0 0,-1 0 1 0 0,1 0-1 0 0,-1 0 0 0 0,0 0 1 0 0,1 0-1 0 0,-1 1 0 0 0,1-1 0 0 0,-1 0 1 0 0,1 0-1 0 0,-1 0 0 0 0,0 0 0 0 0,1 1 1 0 0,-1-1-1 0 0,1 0 0 0 0,-1 1 0 0 0,1-1 1 0 0,0 0-1 0 0,-1 1 0 0 0,1-1 1 0 0,-1 1-1 0 0,1-1 0 0 0,-1 0 0 0 0,1 1 1 0 0,-1 0-1 0 0,1 0 16 0 0,27 18 310 0 0,-24-18-372 0 0,-1-1 0 0 0,0 0 0 0 0,1 0 1 0 0,-1 0-1 0 0,1 0 0 0 0,-1 0 0 0 0,0-1 0 0 0,1 1 0 0 0,-1-1 0 0 0,0 1 1 0 0,5-3-1 0 0,-6 3-11 0 0,0-1 0 0 0,1 1 0 0 0,-1 0 0 0 0,0-1 0 0 0,0 0 0 0 0,1 1 0 0 0,-1-1 0 0 0,0 0 0 0 0,0 1 0 0 0,0-1 0 0 0,0 0-1 0 0,0 0 1 0 0,0 0 0 0 0,0 0 0 0 0,0 0 0 0 0,0 0 0 0 0,-1 0 0 0 0,1 0 0 0 0,0-1 0 0 0,-1 1 0 0 0,1 0 0 0 0,-1 0 0 0 0,2-3 0 0 0,-3 0 3 0 0,-8-15-19 0 0,-19 0-1 0 0,27 18 6 0 0,-21 22 36 0 0,9 7 219 0 0,12-27-231 0 0,1 0-1 0 0,0 0 1 0 0,-1 0-1 0 0,1 0 1 0 0,0 0-1 0 0,0 0 1 0 0,0 0-1 0 0,0 1 1 0 0,0-1-1 0 0,0 0 1 0 0,0 0-1 0 0,0 0 1 0 0,0 0-1 0 0,1 0 1 0 0,-1 0-1 0 0,0 0 1 0 0,1 0-1 0 0,-1 0 1 0 0,0-1-1 0 0,1 1 1 0 0,0 0-1 0 0,-1 0 1 0 0,1 0-1 0 0,-1 0 1 0 0,1-1-1 0 0,0 1 1 0 0,0 0-1 0 0,1 1 1 0 0,-2-2 14 0 0,11 0 85 0 0,-9 1-99 0 0,1-1 1 0 0,-1 0 0 0 0,1 0-1 0 0,-1 0 1 0 0,1 0-1 0 0,-1-1 1 0 0,1 1 0 0 0,-1-1-1 0 0,1 0 1 0 0,-1 1-1 0 0,1-1 1 0 0,-1 0-1 0 0,4-2 1 0 0,-4 2-9 0 0,1-1 1 0 0,-1 1-1 0 0,1 0 0 0 0,-1-1 1 0 0,0 0-1 0 0,0 1 0 0 0,0-1 1 0 0,0 0-1 0 0,0 0 1 0 0,0 0-1 0 0,0 0 0 0 0,-1-1 1 0 0,1 1-1 0 0,-1 0 0 0 0,0-1 1 0 0,1 1-1 0 0,-1-1 0 0 0,0 1 1 0 0,0-1-1 0 0,0-3 0 0 0,-1 5-4 0 0,1 1-1 0 0,-1-1 1 0 0,0 0-1 0 0,0 1 1 0 0,0-1-1 0 0,1 0 1 0 0,-1 1-1 0 0,0-1 0 0 0,0 1 1 0 0,0-1-1 0 0,0 0 1 0 0,0 1-1 0 0,0-1 1 0 0,-1 0-1 0 0,1 1 1 0 0,0-1-1 0 0,0 0 1 0 0,0 1-1 0 0,-1-1 0 0 0,1 1 1 0 0,0-1-1 0 0,-1 0 1 0 0,1 1-1 0 0,0-1 1 0 0,-1 1-1 0 0,1-1 1 0 0,0 1-1 0 0,-1-1 1 0 0,1 1-1 0 0,-1 0 0 0 0,1-1 1 0 0,-1 1-1 0 0,0-1 1 0 0,1 1-1 0 0,-1 0 1 0 0,1 0-1 0 0,-1-1 1 0 0,0 1-1 0 0,1 0 1 0 0,-1 0-1 0 0,1 0 0 0 0,-1-1 1 0 0,-1 1-1 0 0,1 0-3 0 0,-32 10 29 0 0,29-9-12 0 0,0 1 0 0 0,0 0 0 0 0,1 0 0 0 0,-1 0 0 0 0,0 1 0 0 0,1-1 0 0 0,0 1 0 0 0,-1 0 0 0 0,1 0 0 0 0,0 0 0 0 0,1 0 0 0 0,-1 0 0 0 0,1 1 0 0 0,-1-1 0 0 0,1 1 0 0 0,0 0 0 0 0,0-1 0 0 0,0 1 0 0 0,1 0 0 0 0,0 0 0 0 0,-1 0 0 0 0,1 0 0 0 0,1 1 0 0 0,-2 4 0 0 0,3-8 4 0 0,-1 0 0 0 0,0 0-1 0 0,0-1 1 0 0,1 1-1 0 0,-1 0 1 0 0,0-1-1 0 0,1 1 1 0 0,-1 0-1 0 0,1-1 1 0 0,-1 1-1 0 0,1 0 1 0 0,-1-1-1 0 0,1 1 1 0 0,0-1 0 0 0,-1 1-1 0 0,1-1 1 0 0,0 1-1 0 0,-1-1 1 0 0,1 1-1 0 0,0-1 1 0 0,-1 0-1 0 0,1 1 1 0 0,0-1-1 0 0,0 0 1 0 0,-1 0 0 0 0,2 1-1 0 0,13 1-4180 0 0,-35-7 1014 0 0,3 3 243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37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88 0 0,'21'-6'-16'0'0,"0"-3"-16"0"0,4 0 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39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1232 39 4 0 0,'11'-8'1743'0'0,"-9"6"-1374"0"0,1 1 0 0 0,-1-1 0 0 0,0 0 0 0 0,0 1 0 0 0,0-1 0 0 0,-1 0 0 0 0,1 0 1 0 0,0 0-1 0 0,2-4 0 0 0,-4 5 90 0 0,4-5 1625 0 0,-4 6-2033 0 0,0 0 1 0 0,0 0 0 0 0,0 0 0 0 0,0 0 0 0 0,0 0-1 0 0,-1 0 1 0 0,1 0 0 0 0,0 0 0 0 0,0 0 0 0 0,0 0-1 0 0,0 0 1 0 0,0 0 0 0 0,0 0 0 0 0,0-1 0 0 0,0 1-1 0 0,1-1 778 0 0,-1 1-777 0 0,-6 4-31 0 0,1 0-1 0 0,-1 0 0 0 0,1 1 0 0 0,0-1 1 0 0,0 1-1 0 0,1 0 0 0 0,-9 11 0 0 0,-28 50 33 0 0,12-18-24 0 0,-22 19 48 0 0,-66 68 0 0 0,112-128-76 0 0,-101 95 47 0 0,-45 34 91 0 0,-161 170 2 0 0,217-210 21 0 0,-48 54 300 0 0,130-137-412 0 0,0 0-1 0 0,-19 14 1 0 0,18-16-6 0 0,0 1 0 0 0,-18 20 0 0 0,-1-3 14 0 0,32-29-58 0 0,1 1-184 0 0,0-1 0 0 0,-1 1 0 0 0,1-1-1 0 0,0 1 1 0 0,0 0 0 0 0,-1-1 0 0 0,1 1 0 0 0,0-1 0 0 0,-1 1 0 0 0,1-1 0 0 0,-1 1 0 0 0,1-1 0 0 0,-1 0 0 0 0,1 1 0 0 0,-1-1 0 0 0,1 1 0 0 0,-1-1 0 0 0,1 0-1 0 0,-1 1 1 0 0,1-1 0 0 0,-1 0 0 0 0,0 0 0 0 0,1 0 0 0 0,-2 1 0 0 0,-3 2-2682 0 0,9-15 666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0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15 346 56 0 0,'5'14'2922'0'0,"-15"-6"-2304"0"0,0-2 1320 0 0,19-18-1103 0 0,192-228-509 0 0,-133 145-292 0 0,-44 68 738 0 0,-46 45-539 0 0,-129 158-149 0 0,57-54-4614 0 0,79-102 2682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31 184 0 0,'-8'-14'1437'0'0,"7"14"-1287"0"0,0-1-1 0 0,0 0 1 0 0,1 0 0 0 0,-1 1 0 0 0,1-1 0 0 0,-1 0-1 0 0,1 0 1 0 0,-1 0 0 0 0,1 0 0 0 0,-1 0 0 0 0,1 0-1 0 0,0 0 1 0 0,-1 0 0 0 0,1 0 0 0 0,0-2 2474 0 0,24 16-2021 0 0,8-5-439 0 0,0-2 0 0 0,1-1 0 0 0,0-2 0 0 0,43-1 0 0 0,229-11-80 0 0,-3 0-56 0 0,1 16 0 0 0,-237-4-27 0 0,274 2 16 0 0,-303-4 6 0 0,-29 0-79 0 0,0 0 0 0 0,0-1-1 0 0,0 0 1 0 0,15-2 0 0 0,-22 1-122 0 0,2 1 158 0 0,0-1-1137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2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0 552 0 0,'44'0'3326'0'0,"-38"1"-3137"0"0,28 2 1107 0 0,65 14 1 0 0,-90-15-1213 0 0,0 0 1 0 0,-1 1 0 0 0,0 0-1 0 0,0 1 1 0 0,0 0 0 0 0,0 0 0 0 0,0 1-1 0 0,-1-1 1 0 0,0 2 0 0 0,0-1-1 0 0,0 1 1 0 0,11 13 0 0 0,-14-14-84 0 0,-1 1 0 0 0,0 0 1 0 0,0 0-1 0 0,0 1 0 0 0,-1-1 1 0 0,0 0-1 0 0,0 1 0 0 0,0 0 1 0 0,-1-1-1 0 0,0 1 0 0 0,-1 0 1 0 0,1-1-1 0 0,-1 1 0 0 0,0 0 1 0 0,-1 0-1 0 0,0 0 0 0 0,0-1 1 0 0,0 1-1 0 0,-1-1 0 0 0,0 1 1 0 0,-5 9-1 0 0,4-8-421 0 0,-5 16-58 0 0,6-9-3618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48 0 0,'7'-23'3820'0'0,"-6"20"-3515"0"0,-1 1-1 0 0,1-1 0 0 0,-1 0 0 0 0,0 1 0 0 0,1-1 1 0 0,-2 1-1 0 0,1-1 0 0 0,0 0 0 0 0,0 1 0 0 0,-2-6 1071 0 0,2 11-1400 0 0,-2 65 56 0 0,3-64-16 0 0,-1-1-1 0 0,1 0 1 0 0,0 1-1 0 0,0-1 1 0 0,0 0-1 0 0,1 0 1 0 0,-1 0-1 0 0,1 0 1 0 0,-1 0-1 0 0,1 0 1 0 0,0 0-1 0 0,3 3 1 0 0,-4-5-4 0 0,0 1-1 0 0,1 0 1 0 0,-1 0 0 0 0,1 0-1 0 0,-1-1 1 0 0,1 1-1 0 0,0 0 1 0 0,0-1 0 0 0,-1 0-1 0 0,1 1 1 0 0,0-1-1 0 0,0 0 1 0 0,0 0 0 0 0,1 0-1 0 0,-1 0 1 0 0,0 0-1 0 0,0-1 1 0 0,3 1 0 0 0,0-1-79 0 0,-1 1-1 0 0,0-2 1 0 0,1 1 0 0 0,-1-1 0 0 0,1 1 0 0 0,-1-1 0 0 0,8-3 0 0 0,-9 2-137 0 0,1 0-1 0 0,-1 0 1 0 0,0-1 0 0 0,0 1 0 0 0,0-1 0 0 0,0 0-1 0 0,0 0 1 0 0,0 0 0 0 0,-1 0 0 0 0,1 0 0 0 0,2-7-1 0 0,2 0-272 0 0,-6 9 374 0 0,6-11 854 0 0,-7 33-485 0 0,-1 1 0 0 0,0-1 0 0 0,-1 0 0 0 0,-8 28 0 0 0,-4 44 302 0 0,4-33-293 0 0,2-22-100 0 0,8-37-270 0 0,0 1 0 0 0,-1 0-1 0 0,1-1 1 0 0,-1 1 0 0 0,1 0 0 0 0,-1-1 0 0 0,0 1-1 0 0,0-1 1 0 0,1 1 0 0 0,-1-1 0 0 0,0 1 0 0 0,0-1-1 0 0,0 0 1 0 0,-1 1 0 0 0,1-1 0 0 0,-2 2 0 0 0,2-3-355 0 0,-8-10-2871 0 0,6 3 1760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3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24 380 0 0,'11'-23'5927'0'0,"-13"28"-5851"0"0,0 0 0 0 0,0 1 0 0 0,1-1 0 0 0,0 1 0 0 0,0-1 0 0 0,0 1 0 0 0,1 0 0 0 0,-1 0 0 0 0,2-1 0 0 0,-1 1 0 0 0,0 0 0 0 0,1-1 0 0 0,0 1 0 0 0,1 0 0 0 0,-1-1 0 0 0,1 0 0 0 0,0 1 0 0 0,0-1 0 0 0,1 0 0 0 0,-1 0-1 0 0,1 0 1 0 0,1 0 0 0 0,-1 0 0 0 0,0-1 0 0 0,1 0 0 0 0,0 0 0 0 0,0 0 0 0 0,0 0 0 0 0,1 0 0 0 0,7 5 0 0 0,2-1 148 0 0,-8-5-145 0 0,0 1 0 0 0,0 0 1 0 0,0 0-1 0 0,-1 0 1 0 0,1 1-1 0 0,7 9 1 0 0,-13-14-81 0 0,1 1 1 0 0,-1 0-1 0 0,1 0 1 0 0,-1-1-1 0 0,0 1 1 0 0,1 0-1 0 0,-1 0 1 0 0,0 0-1 0 0,0-1 1 0 0,1 1 0 0 0,-1 0-1 0 0,0 0 1 0 0,0 0-1 0 0,0 0 1 0 0,0 0-1 0 0,0-1 1 0 0,0 1-1 0 0,-1 0 1 0 0,1 0 0 0 0,0 0-1 0 0,0 0 1 0 0,0-1-1 0 0,-1 1 1 0 0,1 0-1 0 0,-1 0 1 0 0,1-1-1 0 0,0 1 1 0 0,-1 0-1 0 0,0 0 1 0 0,-19 12-733 0 0,14-10 81 0 0,5-2 344 0 0,-11-3-2349 0 0,2-1 735 0 0,5 0 146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4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29 328 0 0,'8'-4'448'0'0,"-1"1"-44"0"0,-1 1-20 0 0,3-1-60 0 0,-3-1-36 0 0,-1 2-24 0 0,2-1 172 0 0,1 0-188 0 0,-1-1-208 0 0,-4 4-72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44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46 440 0 0,'0'0'1531'0'0,"8"36"629"0"0,-7-32-1985 0 0,0 0-1 0 0,0 0 1 0 0,0-1-1 0 0,1 1 1 0 0,0 0 0 0 0,0-1-1 0 0,0 1 1 0 0,0-1-1 0 0,0 0 1 0 0,1 0-1 0 0,-1 0 1 0 0,7 6 0 0 0,-8-9-132 0 0,0 1 0 0 0,0-1 0 0 0,0 1 1 0 0,0-1-1 0 0,0 1 0 0 0,0-1 0 0 0,0 1 1 0 0,0-1-1 0 0,1 0 0 0 0,-1 0 1 0 0,0 1-1 0 0,0-1 0 0 0,0 0 0 0 0,1 0 1 0 0,-1 0-1 0 0,0 0 0 0 0,0-1 0 0 0,2 1 1 0 0,-1-1-12 0 0,0 0 0 0 0,1 0 0 0 0,-1 0 0 0 0,0 0 0 0 0,0-1 0 0 0,0 1 0 0 0,0-1 0 0 0,0 1 0 0 0,0-1 0 0 0,-1 0 0 0 0,1 1 0 0 0,1-3 0 0 0,0 0 17 0 0,-1 0-1 0 0,0 0 1 0 0,0 0 0 0 0,0-1-1 0 0,0 1 1 0 0,-1 0-1 0 0,1-1 1 0 0,-1 1-1 0 0,0-1 1 0 0,-1 1-1 0 0,1-1 1 0 0,-1 1 0 0 0,0-1-1 0 0,0 1 1 0 0,-1-6-1 0 0,1 8-37 0 0,0 0-1 0 0,0 1 0 0 0,0-1 1 0 0,-1 0-1 0 0,1 0 0 0 0,-1 1 1 0 0,1-1-1 0 0,-1 0 1 0 0,1 1-1 0 0,-1-1 0 0 0,0 0 1 0 0,0 1-1 0 0,0-1 0 0 0,0 1 1 0 0,0 0-1 0 0,0-1 1 0 0,0 1-1 0 0,-1 0 0 0 0,1 0 1 0 0,0-1-1 0 0,-1 1 0 0 0,1 0 1 0 0,-1 0-1 0 0,1 1 1 0 0,-1-1-1 0 0,1 0 0 0 0,-1 0 1 0 0,0 1-1 0 0,1-1 0 0 0,-1 1 1 0 0,0-1-1 0 0,0 1 1 0 0,1 0-1 0 0,-1 0 0 0 0,0 0 1 0 0,0 0-1 0 0,1 0 0 0 0,-1 0 1 0 0,0 0-1 0 0,-3 1 0 0 0,-20 5-2517 0 0,-37 15-1 0 0,46-16 354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51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47 164 0 0,'25'-27'5318'0'0,"-7"13"-3185"0"0,-12 9-3571 0 0,-21 14-2039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0:13:5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63 100,'15'-34'3829,"-15"33"-3652,2-5 2298,-2 40-2113,0-33-317,13 9 915,-11-10-714,0 0-200,1-1 0,-1-1-1,0 1 1,1 0 0,-1 0 0,0-1 0,0 1-1,0-1 1,0 0 0,0 0 0,0 0 0,1-2-1,-1 0-17,0 0-1,0-1 0,0 1 0,-1-1 1,0 1-1,1-9 0,-2 12-1,1 1-27,-1 0 0,0-1-1,0 1 1,0 0 0,0 0-1,0 0 1,0 0 0,0 0 0,0-1-1,0 1 1,0 0 0,0 0-1,0 0 1,0 0 0,0 0-1,0-1 1,0 1 0,0 0 0,0 0-1,0 0 1,0 0 0,0 0-1,0-1 1,0 1 0,0 0-1,0 0 1,-1 0 0,1 0 0,0 0-1,0 0 1,0-1 0,0 1-1,0 0 1,0 0 0,0 0 0,-1 0-1,1 0 1,0 0 0,0 0-1,0 0 1,0 0 0,0 0-1,0 0 1,-1 0 0,1 0 0,0 0-1,0 0 1,0-1 0,0 1-1,-1 1 1,1-1 0,-3 4 18,0 0 0,0 0 0,0 1 0,1-1 0,-1 1 0,1 0 0,0-1 0,1 1 0,-1 0 0,1 0 0,0 1 0,0-1 0,1 0 0,-1 0 0,1 0 0,0 0 0,1 1 0,1 8 0,-2-13 107,8 0 950,-7-2-1057,0 0 1,1 0 0,-1 0-1,0 0 1,1-1-1,-1 1 1,0 0 0,0 0-1,0-1 1,0 1 0,0-1-1,0 1 1,0-1-1,-1 1 1,1-1 0,-1 0-1,1 1 1,-1-1 0,1 0-1,-1 1 1,0-1 0,0 0-1,0 1 1,0-1-1,0 0 1,0 0 0,0 1-1,-1-1 1,1 0 0,-1 1-1,1-1 1,-1 0 0,0 1-1,1-1 1,-1 1-1,0-1 1,-1-1 0,1 3-12,-1-3 0,0 0-6,-8 1-36,9 2 39,-1 0 0,1 0 0,0 0-1,0 0 1,0 0 0,-1 1 0,1-1-1,0 0 1,0 1 0,0-1-1,0 0 1,-1 1 0,1-1 0,0 1-1,0 0 1,0-1 0,0 1 0,0 0-1,1 0 1,-1-1 0,0 1 0,0 0-1,0 0 1,1 0 0,-1 0-1,0 0 1,1 0 0,-1 0 0,0 2-1,0 2-432,0 0 1,1-1-1,-1 1 0,1 0 0,0 0 0,0 5 0,1 3-3240,-1-9 1133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3:54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1 172 0 0,'0'0'9112'0'0,"-4"20"-10029"0"0,3-15-3550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7:59:31.93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17 0 15,'0'0'72,"0"0"10,0 0 1,0 0-2,0 0-12,0 0 2,0 0 3,0 0-8,0 0-9,0 0-17,0 0 9,0 0 6,0 0-10,0 0-7,0 0-9,0 0 7,0 0-7,0 0-8,0 0 2,0 0-4,0 0-12,0 0 8,0 0-4,0 0 10,0 0-5,0 0-3,0 0-5,0 0 0,0 0 4,0 0-12,0 0 4,0 0 3,0 0-20,0 0 21,0 0-7,0 0 6,0 0-1,0 0 2,0 0-3,0 0-1,0 0-5,0 0 12,0 0-8,0 0 4,0 0-7,0 0 2,0 0-3,0 0 7,0 0 1,0 0-5,0 0 3,0 0-5,0 0 0,0 0-2,0 0-1,0 0 8,0 0-2,0 0-3,0 0-2,0 0-1,0 0 3,0 0 6,0 0-5,0 0 4,0 0 1,0 0-4,0 0-7,0 0 8,0 0-2,0 0-2,0 0 5,0 0-9,0 0 5,0 0 1,0 0 6,0 0-5,0 0 2,0 0 3,0 0 0,0 0-1,0 0-3,0 0 7,0 0-6,0 0 0,0 0-6,0 0 6,0 0-2,0 0 1,0 0-5,0 0 1,0 0 6,0 0-14,0 0-43,0 0-59,-5 21-81,5-21-208,-12 2 92</inkml:trace>
  <inkml:trace contextRef="#ctx0" brushRef="#br0" timeOffset="1790">17 102 36,'0'0'68,"0"0"-7,0 0-7,0 0 0,0 0-18,0 0 1,0 0-7,0 0 2,0 0-4,0 0-5,0 0 1,0 0 1,0 0-7,0 0-3,0 0 6,0 0-12,0 0 5,0 0-3,0 0 7,0 0-11,0 0 8,0 0 7,0 0 3,0 0 7,0 0 4,0 0 1,0 0-1,0 0 5,0 0-1,0 0 1,0 0-4,0 0-2,0 0-9,0 0 5,0 0-3,0 0-2,0 0-8,0 0 3,0 0-13,0 0 5,0 0 0,0 0-10,0 0 5,0 0-4,0 0-18,0 0-31,0 0-148,0 0-210,0 0 93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7:59:38.97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95 40 87,'0'0'80,"0"0"3,4-18-10,-4 18-7,0 0-6,0 0-6,0 0-5,0 0-1,-4-12-5,4 12 4,0 0-20,0 0 11,0 0-5,-14-5 2,14 5-3,0 0 2,0 0-5,0 0-7,0 0-3,0 0 1,0 0 0,0 0-11,0 0 7,-19 11 2,19-11 1,0 0-4,0 0 3,-3 12-10,3-12 2,0 0 5,0 0 1,0 14 1,0-14-9,0 0 3,0 0 15,0 0-21,0 0 3,7 14 1,-7-14 3,0 0-7,0 0 5,0 0-5,14 4 0,-14-4 4,0 0 7,0 0-10,15-4-3,-15 4 10,0 0-3,0 0-1,0 0-5,14-6 3,-14 6-1,0 0-5,0 0 7,0 0-9,0 0 3,0 0 4,0 0-5,0 0-3,0 0 11,0 0-6,0 0 3,0 0-6,0 0-6,0 0 8,0 0 4,0 0-7,0 0-1,0 0-7,0 0 4,0 0 0,0 0 7,0 0-7,0 0-5,0 0 3,0 0-9,0 0-3,0 0 0,0 0-3,0 0 5,0 0 2,0 0-1,0 0 3,0 0 12,0 0-4,0 0 4,0 0-3,0 0 14,0 0-9,0 0 18,0 0-9,0 0 5,0 0 2,0 0-4,0 0 11,0 0 6,0 0-2,0 0 3,0 0-5,-3-17-6,3 17 1,0 0 0,0 0 1,0 0 1,3-11-1,-3 11-1,0 0 1,0 0-1,0 0 1,0 0 0,0 0-3,0 0 1,0 0-7,0 0 0,0 0-1,0 0-4,0 0 3,3-10 1,-3 10-9,0 0-1,0 0 2,0 0 3,0 0-4,0 0 1,0 0-1,0 0 0,0 0 0,0 0-3,7 27 4,-7-27 5,3 14 6,3-6-11,-6 1 6,0-9-1,3 25-8,0-9 9,-1-1 1,-2 1 4,1 4 0,-1-3 6,-1 2-1,1 4 2,-2-6-1,2 8-2,-6 1-1,6-8 0,-6 7 2,3-2-3,-1 2-5,1-2 2,-3 0-4,1-1 4,0 2 3,5-6-4,-1-1-1,-2-1 0,3 4-1,3-5 1,-3 0 2,-3 0-9,6-2 7,-3 0-4,0-2 5,0 1-3,0-12 1,1 16-6,-1-16 1,0 16 0,0-16 1,3 12 4,-3-12-4,0 12-4,0-12 5,0 0-5,0 15 4,0-15-4,0 0 4,0 0-3,0 13-2,0-13-2,0 0 3,0 0 0,2 9-1,-2-9 4,0 0-5,0 0 1,0 0-1,0 0 0,0 0 5,0 14-3,0-14 0,0 0-1,0 0-6,0 0-4,0 0-6,0 0-5,0 0-9,0 11-3,0-11-6,0 0-8,0 0-5,0 0-33,0 0 3,0 0-21,0 0-17,0 0-25,0 0-128,0 0-293,0 0 130</inkml:trace>
  <inkml:trace contextRef="#ctx0" brushRef="#br0" timeOffset="1051">0 602 57,'0'0'137,"0"0"-5,0 0-11,6-5-12,-6 5-10,0 0-3,0 0-23,0 0-8,0 0-6,0 0 1,0 0-4,0 0 1,0 0-6,0 0 2,16 16-6,-16-16-3,5 12 5,-5-3 8,0-9-3,3 18-5,0-10-4,0 1 1,-3-9-4,3 19-5,3-7-13,-4 3 2,1-5 2,-3 1-2,3-3 0,0 1-5,1 4-5,-2-3 0,2-3-2,-1 4-6,0-3 3,-3-8 3,6 16-6,-4-7 4,1-2-1,-3-7-2,6 14-1,-6-14 3,6 9-2,-6-9-5,6 5 0,-6-5 3,0 0-2,5 9-2,-5-9 1,0 0 1,0 0 0,0 0 0,0 0 7,0 0-2,0 0-1,0 0 0,0 0-5,0 0 3,0 0 0,0 0 1,0 0-2,9-23 4,-9 23-7,0-18 0,0 18 1,4-16-3,-2 3 2,-1-4-2,5 2 3,-3-1 0,0 1-8,-1 2 2,4 1 6,0-3-5,0 2 0,-3 4 0,5 0 5,-5 1-4,-3 8 5,7-13-3,-1 6 1,-6 7-2,6-7-8,-6 7-3,8-9-19,-8 9-30,0 0-29,12-5-42,-12 5-175,0 0-330,0 0 146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7:59:35.04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108 46 47,'0'0'50,"0"0"-4,0 0-1,0 0-4,0 0-8,0 0-3,0 0 1,0 0-4,0 0-6,0 0-1,1-13-4,-1 13 4,0 0-4,0 0-3,0 0-1,0 0-5,0 0 3,0 0-3,8-9 2,-8 9 0,0 0-4,0 0 9,0 0-14,0 0 9,0 0-4,7-6-2,-7 6 1,0 0 5,0 0-8,0 0 2,0 0-6,0 0 5,0 0 1,0 0-2,0 0 4,0 0-2,0 0-5,0 0 7,0 0-6,8-6 2,-8 6-1,0 0 3,0 0-4,0 0 2,14-5-4,-14 5 8,10-2-1,-10 2 4,0 0-12,12-2 1,-12 2 1,0 0 5,0 0-1,14-3-1,-14 3 2,0 0 1,0 0 19,0 0-6,0 0 12,0 0 10,0 0-5,0 0 0,0 0 3,0 0 5,0 0 0,0 0-3,0 0 0,0 0-2,0 0-3,0 0-3,0 0 0,0 0-3,0 0-5,0 0-4,0 0 4,0 0-3,0 0-1,0 0-2,0 0 0,0 0-9,0 0 2,0 0 1,0 0 2,0 0-9,0 0 9,0 0-10,0 0 6,0 0 1,0 0-6,0 0 3,0 0-4,0 0-2,0 0-11,0 0 16,0 0 3,0 0-5,0 0 1,0 0-2,0 0-2,0 0 6,0 0-4,0 0 1,0 0 4,0 0 3,0 0 3,0 0-2,0 0-2,0 0-2,0 0 7,0 0-4,0 0 1,0 0 0,0 0-10,0 0 6,0 0 7,0 0-5,0 0 0,0 0 6,0 0 0,0 0 2,0 0 1,0 0-2,0 0-3,0 0-5,0 0 1,0 0-1,0 0 1,0 0-4,0 0 3,0 0 3,0 0-7,0 0 3,0 0-4,0 0 1,0 0-18,0 0 18,0 0-1,0 0 1,11 5 1,-11-5 1,0 0-3,0 0 3,0 0-11,0 0 14,0 0-2,3 11 1,-3-11-2,0 0 0,0 0 1,0 0 3,0 0 1,0 0-3,0 0-4,0 0 7,0 0 2,0 0-3,0 0 0,0 0-2,0 0 4,0 0-3,0 0-1,0 0 1,0 0-1,0 12-1,0-12 1,0 0 1,0 0-1,0 0-3,0 0 2,0 0 1,0 0-4,0 0 2,0 0 0,3 10-4,-3-10 3,0 0-1,0 0-1,0 0 5,0 18 0,0-18-3,0 0 0,1 12 2,-1-12 1,-1 14-1,1-14 4,-3 12 0,3-12-4,-3 15 3,3-15-2,-3 13 3,3-2-2,0-11-2,-2 17 4,-1-6 7,0 0-7,0 0 3,1-1 0,2 2 9,0-12 1,-1 21 2,1-10-4,0-11-3,-3 19 0,1-10-1,4 1-3,-2-10-1,0 16-4,3-5 2,-3-11-1,0 19 2,0-19-1,0 16 3,0-16-2,0 16-3,0-16 2,-5 19-2,4-10-3,-1 1 2,2-10-4,-3 23 5,3-7-2,0-6-1,-1 1-3,-1 3 3,-2-2 3,2 4 4,1 0 3,-4-6 0,4 2-6,-2-1 2,3-11-1,0 21-4,0-10-1,0-11 0,-2 15-3,2-15 5,-1 16-9,1-16 7,1 15 1,-1-15-4,-1 10 3,1-10-4,0 0 0,0 14-1,0-14-2,0 0-2,0 0-1,-2 12-3,2-12 0,0 0-2,0 0 2,0 0 3,-4 12-1,4-12 2,0 0 1,0 0-1,0 0 2,0 0 5,-2 11-6,2-11 3,0 0-3,0 0 1,0 0-5,0 0 5,0 0 1,-3 10 0,3-10 0,0 0 0,0 0-4,0 0 6,0 0-2,0 0 1,0 0-3,0 0 2,0 0 1,0 0-1,0 0 1,0 0 1,0 0-5,0 0 5,0 0-1,0 0 0,0 0 0,0 0 1,0 0 0,0 0 2,0 0 2,0 0-3,0 0-4,0 0 0,0 0 4,0 0 1,0 0-2,0 0 0,0 0-6,0 0-6,0 0-19,0 0-12,24-19-20,-24 19-25,0 0-36,0 0-57,3-10-221,-3 10-429,5-10 191</inkml:trace>
  <inkml:trace contextRef="#ctx0" brushRef="#br0" timeOffset="1513">3 567 50,'0'0'132,"0"0"-8,-3-13-5,3 13-16,0 0 5,-3-10-6,3 10-6,0 0-7,0 0 0,0 0 1,6-16-7,-6 16-1,0 0-9,0 0-3,0 0-5,5-10-2,-5 10 1,0 0-5,0 0 0,0 0-7,0 0-6,0 0-6,0 0-3,0 0-13,0 0-1,0 0 3,0 0-7,0 0 0,0 0-4,0 0-1,0 0-1,0 0-1,0 0 0,0 0 1,0 0-4,0 0 0,0 0 3,0 0 7,2 36-4,-2-36 1,1 15-5,2-8 1,-3-7-1,2 13 8,-2-13 3,1 16-1,-1-16 4,3 15-1,-1-8-8,-2-7 3,1 11-1,-1-11-5,2 15-1,-2-15 1,0 12-1,0-12-1,4 13-4,-4-13 4,0 13-5,0-13-2,0 18 4,0-18-4,-1 12 3,1-12-2,0 0 3,0 16-6,0-16 1,0 10 2,0-10-2,0 0-2,0 0 4,-3 16-6,3-16 4,0 0-2,0 0 1,0 0 1,0 11 0,0-11 2,0 0-4,0 0 0,0 0 3,0 0-1,0 0 1,0 0 0,0 0-3,0 0 2,0 0 0,0 0 0,0 0 0,3 11-1,-3-11 0,0 0 2,0 0-4,0 0-4,0 0 7,0 0-2,0 0-6,0 0 4,0 0 1,0 0-3,0 0 0,0 0 1,0 0 2,0 0-3,0 0 1,0 0-2,9 5 4,-9-5-5,0 0 6,0 0-3,0 0 3,0 0-5,0 0 4,0 0-1,0 0 2,0 0-5,0 0-2,0 0 4,0 0-2,0 0 2,10 3-2,-10-3-2,0 0 0,0 0 0,5 7-7,-5-7 4,0 0 1,0 0 1,0 0 0,9 5 0,-9-5-2,0 0 2,11 6-1,-11-6-2,0 0-3,0 0 7,10 4-3,-10-4-2,0 0 2,0 0 1,0 0 3,0 0-4,9 3-1,-9-3 4,0 0 0,0 0 1,0 0 2,0 0-4,0 0 3,8 5 2,-8-5-2,0 0-7,0 0 2,6 7-3,-6-7-2,0 0 4,0 0-2,0 0 2,0 0-2,0 0 6,0 0-1,0 0 0,7 7-1,-7-7 2,0 0 3,0 0 0,0 0-2,0 0 3,0 0 0,0 0 3,0 0-4,0 0 0,0 0 1,0 0-8,0 0-1,0 0 3,0 0-3,0 0 2,0 0-2,0 0-5,0 0-6,6 6-6,-6-6 1,0 0 0,8 5 0,-8-5-4,0 0-2,0 0 10,0 0-1,9 8 4,-9-8-6,0 0 9,0 0-2,0 0 0,6 5 4,-6-5 2,0 0-5,0 0 10,0 0-5,0 0-1,0 0 7,0 0-4,0 0 2,0 0 5,0 0-3,0 0 6,0 0-5,8 6 10,-8-6-9,0 0 3,0 0-1,0 0 5,0 0-3,0 0 3,0 0-6,0 0 21,0 0-4,0 0 3,0 0-2,0 0-4,0 0-4,0 0-1,0 0 3,0 0-2,0 0 2,10-18 7,-10 18-14,0 0 8,9-6 0,-9 6 6,0 0 6,0 0-3,5-10 5,-5 10 5,4-10-4,-4 10 0,6-10-10,-6 10-3,7-15-3,-6 7 6,-1 8 3,6-18-5,-4 11 1,-2 7-2,9-18 0,-6 10-4,3-1 2,-6 9-3,7-16 4,-2 9-11,-1 0 6,-4 7 3,12-12-5,-7 5 2,-5 7-4,9-7 1,-4 0-10,-5 7-6,9-9-6,-9 9-8,7-5-8,-7 5 0,9-5-11,-9 5-4,0 0-18,8-6-25,-8 6-35,0 0-123,0 0-272,0 0 120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4:07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1 796 0 0,'0'0'12675'0'0,"2"4"-15216"0"0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4:4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32 0 0,'3'-2'512'0'0,"1"-1"-1"0"0,-1 1 1 0 0,1 0-1 0 0,0 1 1 0 0,0-1-1 0 0,8-2 1 0 0,-9 4-345 0 0,-1-1 0 0 0,1 0 0 0 0,0 0 1 0 0,-1 0-1 0 0,1 0 0 0 0,-1 0 0 0 0,1 0 0 0 0,-1-1 0 0 0,0 1 1 0 0,1-1-1 0 0,-1 0 0 0 0,0 1 0 0 0,3-5 0 0 0,-4 6-136 0 0,-1-1 0 0 0,0 1 1 0 0,1 0-1 0 0,-1-1 0 0 0,1 1 0 0 0,-1 0 0 0 0,1 0 0 0 0,-1-1 0 0 0,1 1 0 0 0,-1 0 0 0 0,1 0 0 0 0,-1 0 1 0 0,1-1-1 0 0,-1 1 0 0 0,1 0 0 0 0,-1 0 0 0 0,1 0 0 0 0,-1 0 0 0 0,1 0 0 0 0,-1 0 0 0 0,1 0 1 0 0,-1 0-1 0 0,1 0 0 0 0,-1 1 0 0 0,1-1 0 0 0,-1 0 0 0 0,1 0 0 0 0,-1 0 0 0 0,1 1 0 0 0,-1-1 0 0 0,1 0 1 0 0,-1 0-1 0 0,1 1 0 0 0,0-1-120 0 0,-1 0 0 0 0,0 1 0 0 0,1-1 0 0 0,-1 0 0 0 0,0 0 0 0 0,1 1 0 0 0,-1-1 1 0 0,0 0-1 0 0,1 0 0 0 0,-1 1 0 0 0,0-1 0 0 0,0 0 0 0 0,1 1 0 0 0,-1-1 0 0 0,0 0 0 0 0,0 1 0 0 0,0-1 0 0 0,1 0 1 0 0,-1 1-1 0 0,0-1 0 0 0,0 1 0 0 0,0-1 0 0 0,0 0 0 0 0,0 1 0 0 0,0-1 0 0 0,0 1 0 0 0,0-1 0 0 0,0 0 1 0 0,0 1-1 0 0,0-1 0 0 0,0 1 0 0 0,0-1 0 0 0,0 0 0 0 0,0 1 0 0 0,0-1 0 0 0,0 1 0 0 0,-1-1 0 0 0,1 0 0 0 0,0 1 1 0 0,0-1-1 0 0,0 0 0 0 0,-1 1 0 0 0,1-1 0 0 0,0 0 0 0 0,-1 1 0 0 0,1-1 0 0 0,-5 4-1507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4:50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7 248 0 0,'0'0'528'0'0,"-27"-6"2150"0"0,17 5 1299 0 0,8 2-3799 0 0,1-1 0 0 0,0 1 0 0 0,-1-1 0 0 0,1 1 0 0 0,0 0 0 0 0,0-1 0 0 0,0 1 0 0 0,0 0 0 0 0,-1 0 0 0 0,1 0 0 0 0,0 0 0 0 0,1 0 0 0 0,-1 0 0 0 0,0 0 0 0 0,0 0 0 0 0,0 0 0 0 0,1 0 0 0 0,-1 1 0 0 0,-1 1 0 0 0,2-2 185 0 0,14 15 1532 0 0,-2-11-1672 0 0,0-1 0 0 0,0-1 0 0 0,0 0 0 0 0,1-1 0 0 0,-1 0 0 0 0,25 0 0 0 0,77-8 105 0 0,-106 6-307 0 0,136-8-945 0 0,-82 6-1490 0 0,-1-1-3353 0 0,-43 1 2361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4:51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2 728 0 0,'0'0'9315'0'0,"4"1"-8942"0"0,176-2 1434 0 0,-35 0-2060 0 0,-100 0-347 0 0,41 4-5398 0 0,-52 1 2974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4:52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1 528 0 0,'-17'25'5913'0'0,"16"-22"-5494"0"0,0 0 0 0 0,1 0-1 0 0,-1 0 1 0 0,0-1-1 0 0,1 1 1 0 0,0 0 0 0 0,-1 0-1 0 0,1 0 1 0 0,1 4 0 0 0,-1-6-349 0 0,1 1 0 0 0,-1-1 0 0 0,1 0 0 0 0,-1 0 0 0 0,1 0-1 0 0,0 1 1 0 0,-1-1 0 0 0,1 0 0 0 0,0 0 0 0 0,0 0 0 0 0,0 0 0 0 0,0 0 0 0 0,0 0 0 0 0,0 0 0 0 0,0 0 0 0 0,0-1 0 0 0,0 1 0 0 0,1 0 0 0 0,-1-1 0 0 0,0 1 0 0 0,0-1 0 0 0,1 1 0 0 0,0-1 0 0 0,10 3-49 0 0,-1 0 0 0 0,0-2-1 0 0,1 1 1 0 0,-1-1 0 0 0,1-1 0 0 0,18-2-1 0 0,34-6-3754 0 0,-47 5 433 0 0,-4-1 252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47:07.61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175 3 20,'0'0'118,"0"0"-3,0 0-8,0 0-10,0 0-3,0 0-6,0 0-10,0 0-7,0 0-9,0 0-3,0 0-8,0 0-1,0 0 0,0 0-4,0 0 2,0 0-9,0 0-2,0 0-2,0 0 3,0 0-7,0 0 0,0 0-4,0 0-1,0 0-6,0 0 0,0 0-2,0 0-1,0 0-5,0 0 1,0 0 2,0 0-7,0 0-1,0 0-1,0 0 0,0 0-1,0 0 3,0 0-2,15 0 2,-15 0 3,11-2-9,-11 2 0,0 0 5,20 0 3,-20 0-5,13 0-1,-13 0-2,15-1-2,-15 1 2,0 0-6,22 0 8,-22 0 4,19 0-3,-7-2-4,-12 2-7,20 0 6,-12 2 2,-8-2 0,22 0-1,-13 0-1,-9 0 5,22 1 3,-13-1-10,7 0 5,-16 0-2,23 0-7,-12 2 7,4-2 4,-2 0-3,1 2 2,0 0-4,-5 0 5,-9-2-7,22 2 5,-8-1-4,-5 1 1,-9-2-6,21 1 7,-9-1-1,-1 0 5,-11 0-7,26 0 7,-16 0-7,-10 0 13,23 0-11,-14 2-2,-9-2 2,17 0-1,-17 0 1,13 0-1,1 0 2,-14 0-3,19-2 7,-3 2-5,-3 2-4,-2-2 8,4 0-6,-15 0 0,27 0 4,-16 1-5,-2-1-1,-9 0 11,23 2-7,-7 0 2,-7-2-11,-9 0 15,24 0-7,-14 2 6,3 0-2,-13-2-4,20 2-1,-10-1-6,-10-1 9,20 2 2,-11 0 0,-9-2-4,23 0 3,-13 2-2,4-2 0,-14 0 1,20 1 5,-8 2-6,-2-3 3,-10 0-5,20 2-1,-8-2 1,-12 0-8,21 1 9,-6 1 5,-1 0-3,3-2 0,-7 1 0,2 0 2,-12-1-4,20 2-1,-3 0 8,-7 1-15,2-3 10,-12 0-2,23 2 0,-12-2 3,-11 0-7,19 2 9,-11 0 0,-8-2-3,18 3 2,-10-1-3,5 0 3,-13-2-5,17 2 8,-8-2-8,5 4 4,-14-4 0,22 0 1,-8 0-2,1 0 0,2 1 0,-7 1-7,-10-2 2,23 0 6,-9 2-2,-1-4-3,-1 4 3,5-2 5,-5 0-2,2 0-4,-1 0 5,1 0-1,-14 0-7,23 0 3,-13 0-6,2 0 9,-12 0-1,17 2-1,-5-2-1,-12 0 5,18 0-1,-9 2-3,-9-2 3,14 0 0,-14 0-3,15 0 4,-15 0-6,18 0 2,-9 0-8,-9 0 9,23-2 1,-16 0-3,-7 2 6,23 0-4,-12-2-1,-11 2-2,22-2-1,-10 2 8,-12 0-2,20 0-14,-9 0 9,-11 0 4,22 0 1,-11 0 0,-11 0-4,23 0 6,-8 0-1,-2 0-9,1 2 2,-14-2 3,20 0 5,-8 2-1,1-2-5,-2 2 0,-11-2-1,27 2 2,-18-4-2,-9 2 6,23 2 1,-12-4 2,-2 4-12,-9-2 2,19-2 3,-5 2 4,-14 0-2,20 2-1,-8-4 2,-12 2-5,22 0 0,-9 0 4,-13 0-4,15-2 2,-15 2 2,16-2-2,-16 2-3,17 0 3,-17 0 1,15-2-1,-15 2-6,17-1 7,-10-1 1,-7 2 0,17-4-2,-17 4 1,17-4-4,-5 3 6,-12 1-5,16-2 1,-5 0 4,-11 2-6,17-1 3,-11-2 0,-6 3-3,19-5 5,-5 3-2,-14 2 2,15-2 2,-15 2-4,18-2 1,-12 0 4,-6 2-5,15-3 3,-15 3-5,15 0 2,-15 0-2,17-3 4,-17 3-4,15-3 5,-15 3-5,14 0-3,-14 0 9,0 0 2,19 0 2,-19 0-2,14 0-5,-14 0 4,0 0 6,12-2-3,-12 2 1,0 0 6,0 0-3,0 0 2,0 0-1,17 2-4,-17-2 3,0 0-4,0 0 4,0 0-7,12-4 3,-12 4 0,0 0-2,0 0-2,0 0-1,0 0 1,0 0-4,0 0 12,0 0-1,0 0 4,14 2 9,-14-2 7,0 0 5,0 0 0,0 0 1,0 0 1,0 0 5,0 0-5,0 0-3,0 0 3,0 0-4,0 0-3,0 0 1,0 0-2,0 0-2,0 0 0,0 0-1,0 0-5,0 0-1,0 0-1,0 0-1,0 0-3,0 0-1,0 0-3,0 0 1,0 0-3,0 0 1,0 0-2,0 0 0,0 0-3,0 0 3,0 0-4,0 0 1,0 0-2,0 0-15,0 0-28,0 0-39,0 0-50,0 0-75,0 0-176,0 0-410,0 0 181</inkml:trace>
  <inkml:trace contextRef="#ctx0" brushRef="#br0" timeOffset="34134">0 2128 123,'0'0'113,"0"0"-3,0 0-15,0 0 3,0 0-21,0 0-4,0 0-7,0 0-7,0 0-6,0 0-6,0 0-8,0 0-6,0 0 4,0 0-10,0 0-3,0 0-2,0 0 2,0 0 6,0 0-22,0 0 16,0 0-1,0 0 5,0 0 6,0 0-1,0 0 2,0 0-2,0 0-2,0 0-5,0 0-5,0 0 1,0 0 0,0 0-9,0 0 5,0 0-3,0 0-7,0 0 2,0 0-2,0 0 4,0 0-4,33 1 0,-33-1 2,14 4-5,-14-4 4,13 1-4,-13-1-3,19 3 3,-6-3-2,-2 2 0,1-1 0,-12-1 2,20 0-15,-10 0 14,-10 0 1,20 2 0,-10 0-1,2-2-1,-12 0 1,23 0-4,-6 1 6,-1 1-2,-5-2 0,-11 0-4,23-2-4,-10 2 6,-1 0-1,5 0-3,0 0 1,-17 0 2,25 0 0,-11 2-10,3-4 12,-1 2-2,-2-1-3,3 1 7,1-2-5,-5 2 7,4-2-8,-3 2-1,-14 0 6,19 2 0,-7-4-4,2 4-2,-14-2-1,20-3 1,-4 4 4,-2-2-2,3 1-5,-5-2 7,1 4-5,4-2 3,-3-2-2,4 2 5,-2-3-1,1 3-2,3-1-3,-4 1 9,1-2-11,3 0 1,-4 1 0,4-1 3,-7 2 0,7 0 2,-5 0 4,3-3-1,-2 3-1,-3 0-5,-13 0-2,20 0 4,-10 0-3,-10 0 5,17 3-1,-17-3-2,12 0 2,-12 0 1,17 0 1,-17 0 0,16 2-5,-3-2 2,-13 0 3,16-2-3,-16 2-3,21 0 5,-9 2 3,-1-2-2,-11 0-3,23-2 1,-7-1 1,1 3-2,-5 0 4,5 0 6,-1 0-9,-2 0 1,1 3 3,-1-1-1,5-2 1,3-2-9,-7 2 6,1 2-1,1-2-3,0 0 2,-1 1 1,1-1-1,-2 0 0,-1 0 1,-1-1 3,-13 1-4,26 0 2,-12 1-1,-2-1-3,1 2 8,1 0-6,0-1 7,-5 2-4,-9-3-1,25 0 4,-14 0-4,0 3 3,-2-1-2,-9-2 1,24 3-2,-18-1 4,6 2-5,-1-3 3,-1 2 0,2-1-4,-12-2 2,24 5-3,-8-2 6,0-2-5,1 1 1,-1-2 6,1 0-7,0 2 3,-2 0-3,2 1-2,-1-1 7,1-2 1,2 2-6,-2-4-1,3 2 5,-1 0-4,1 2 5,-3-2-2,2 0-3,1 1 6,-3 1-4,-1 0 1,-1-1-4,2 0 5,-6 2-5,5-3 2,1 2 7,0 0-6,-2 0 2,-2 0-5,-2-2 3,6 0 0,-5 0 0,4 0 7,-2 3-7,-2-3-1,2 0-4,-14 0 0,25 0 3,-14 2 4,6-4-1,-4 2-4,2-3 2,2 3 3,-3 0 1,-1 0-1,4 0 0,-17 0-1,26 0 4,-13 0-4,5 0-5,-3 0 9,-2-2-3,0 2-1,7 0-7,-4-4 7,3 4 5,-4 0-6,-3-2 2,5-1-3,-1 3-2,-1-1-7,-1 0 11,-14 1 1,24 0-3,-15 0 0,-9 0 1,24 0-1,-15 0 6,-9 0-7,26 0 1,-15-2 1,5 2-2,0-3 1,-6 1-2,1 0 0,-11 2 2,22-1 0,-13 1 4,-9 0-5,17-2-1,-17 2 4,21-4-1,-10 4-2,-11 0 0,18 0-4,-18 0 4,15 0-4,-15 0 5,11 0 2,-11 0-1,13-2-1,-13 2 2,0 0-3,20 2 3,-20-2-2,14 2-2,-14-2 1,15-2 0,-15 2 2,13 2-1,-13-2 0,20 2 0,-20-2 0,14 2 0,-5-1-3,-9-1-3,16 2 9,-16-2-3,20 0-2,-11 2-3,-9-2 3,27-2 2,-13 2 4,-14 0-8,20 0 6,-5-2 0,-3 4-3,0-2-8,5 0 12,-1 0-3,-2 2-3,-2-2 2,-12 0-1,21 0 1,-21 0-1,15 0-4,-15 0 8,15 0 0,-15 0 0,17 0-5,-17 0 1,11 1-1,-11-1 1,13-1 4,-13 1-3,15 0 6,-15 0-5,0 0 2,15 0-6,-15 0 4,0 0-3,20-2 0,-11 0 4,-9 2 0,20-1-2,-10 2 1,-10-1-2,19-1 0,-19 1 2,18 1 0,-9-1 0,-9 0 2,15 2-2,-15-2-3,0 0 4,17-2-2,-17 2-1,12 2 3,-12-2 0,0 0-2,0 0 0,0 0 3,0 0 4,15-2-5,-15 2 9,0 0 8,0 0-7,0 0 7,0 0-1,0 0 6,0 0-6,0 0 1,0 0 1,0 0 1,0 0-3,7-5 3,-7 5 6,0 0-3,0 0 3,0 0 2,0 0 2,0 0-2,0 0-2,0 0-5,0 0 0,3-13-2,-3 13-3,0 0 0,0 0-4,3-8 1,-3 8-2,0 0-1,0 0-3,0 0-6,0 0-6,0 0-40,0 0-24,0 0-45,0 0-273,-39 2-418,9-2 185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49:03.13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0 271 52,'0'0'104,"0"0"-4,0 0-2,0 0-3,0 0-10,0 0 7,0 0-13,0 0-7,0 0-2,0 0-15,0 0-4,0 0 4,0 0-16,0 0-1,0 0-8,0 0 0,0 0 4,0 0-12,0 0-2,0 0 12,0 0-14,0 0 4,18-19 4,-18 19 6,0 0-3,15 0-3,-15 0-8,16 0 2,-16 0 3,18 0-8,-18 0-12,19 0 13,-6-1 0,-13 1-5,21 1-5,-11-2 0,2 2 0,5-1 1,-6 0 0,5 0 4,-2 2-6,-14-2 0,27-2-1,-16 2-1,5 0-4,-5 0 5,-11 0-2,23 0 9,-13 2-10,2 0 1,-12-2-5,24 1 10,-8 1-8,-4-2 1,3 0 6,0 0-4,2 1-4,-2-2 7,3 1-6,-1 0 3,2 0 6,-1 0-13,-1 0 4,1 0 4,3-2-1,-1 1 0,1 1 0,-3-2-5,8 0 0,3 2 4,-10-1 1,7-1-7,-9 0 7,4 2 0,6-2 5,-1 2-4,1-2 2,0 2-8,-1-2 5,-6 0-14,7 2 17,-3 0-3,-6-1-3,5-1-3,-3 2 7,-4 0-1,6 0-8,-4 2 15,1-4-4,1 2-7,-3 0 0,1-2 0,0 2 3,-3 0-5,3-1 0,-1 1 5,3-3-2,-2 3 4,-2 0 2,2 0-5,-1-2-2,3 2 2,-1-2 2,0 0-8,0 2 6,1 0 3,0-2 0,1 1 0,-5 1-6,12-4 6,-3 4-6,-7-2 4,8 0 2,-6 0-4,-2 2 1,8-1 0,-8 1 3,-1-2-2,1 2-3,0 2-3,2-2 8,-5 1 0,0-1 4,0 2 0,0-2 0,2 0 3,-2 2 0,1-2-8,1 2 5,1-2-1,2 0 2,-2 2-4,0 0-4,0-2 9,0 1-1,2 1-4,-2-4 2,2 4-2,-2-4-4,2 2 8,1 2 1,-1-2-5,-2 0 2,9 2 1,-7-2 0,1 0 0,-1 2-3,4-2 7,-5 0-7,7 0-1,-8 0 1,6 0 1,-4 0 0,6 0-1,-7 0 4,1 2-4,0-2-1,-1 0 3,1 3-4,-2-3 1,2 0-2,-2 1 4,-3 1-6,5-2 5,-2 2-1,-1-2 0,1 1-1,0 1 4,2 2-2,-5-2 1,4 0-4,-2 0 6,0-2-1,2 0-5,1 0 6,-3 1-1,2-1 3,0 2-6,0 0 6,-1-2-5,5 1 7,-3 1-2,-2-2 1,8 3 2,-5-1-5,4-4 0,1 4 6,0-2-7,-6 2 4,2-2-2,5 3 2,-7-3 1,7 2-6,1 0 0,-3-4 2,1 2 0,-2 2-9,-4 0 9,7 0-1,-7 0-2,10-1 1,-10 1-1,7 0-1,-7-1 2,4 1-3,-5 2 4,12-4-1,-13 0 2,2 4 0,2-4-1,-4 2 3,2 0-1,7 1-4,-4-1 1,-3-4 2,7 4-3,-3-2-1,2 4 0,1-4 1,0 2-2,-1-2 1,1 0 2,-3 0 0,1 0-2,0-2 2,3 4 0,-3 0-4,1-4 4,-6 2-2,4-2 1,-1 1 2,-5 2-2,4-1-2,3-1 1,2 2 1,-8-1-4,1 2 6,1-2-4,-1 0-2,0 0 3,5 2 3,-5-4-8,0 4 4,-1-2 3,1 0-2,0 1 0,7 1 6,-9-2-5,5-2 0,1 2-1,2-1 1,-2 1 0,3 0 3,-1-2 2,-8 2-5,8 0 1,-1 0 3,1 2-1,-6-2-1,-1-2 1,0 0-1,0 2 2,1 0-2,0-1 2,-1 1-8,2 0 7,-1-3-2,-2 3 0,2-2-1,0 2 4,-2 0-2,1 0 0,7-5 2,0 5-1,-8 0-3,3 0 3,-1-2-2,0 0 0,-2 2 2,7 0-2,-5 2-3,0-4 6,-1 4 0,3-2-9,-1 0 4,-2 0-1,3 0-2,-3 0 5,8 2-2,-5-4-1,3 4 2,1-2 1,-6 0-2,7 0 1,-6 0-1,5 0-1,-3-2-4,5 2 4,-11-2-1,10 0 3,0 2-1,1 0-1,-9 0-1,7-2-1,-5 0 1,-1 2 3,6-2 3,-5 1-8,-3-1 4,9 2-1,-10-2 0,1 1 0,8-1-5,-5 2 3,-5 0 2,7-2-4,-3 2 3,7-4 4,-10 4-5,1 0 0,1 0 2,7-2-3,-2 2 1,-4-1 2,0 1-2,5-2 2,1 0 0,1 2-1,-2-2-1,3 2 3,-3-2-3,2 1 0,3-1 0,-1 2 1,0 0 2,-2-3-6,3 3 2,-3-2-2,2 1 4,-3 1-1,1-2 0,-1 2 3,-1 0-3,-3-2 3,3 0-3,-7 2 2,5-2-3,-2-2 4,-4 3-3,3-3-4,2 4 4,-4-1 2,11-4-4,-11 3 3,5 0 2,-5-1-2,5-1 0,1 4-2,-4-4 2,5 1 0,1 1-2,-5 0-1,5 1 1,0-1 2,-7 0-1,4 0 0,3 0 1,1 0 1,-1 1-8,1 0 8,-4-2-1,-2 1-1,6 0 5,-3 0-3,4 2 0,-1 0 0,-2 0-2,1-1 2,-2 1 2,-5 0-4,2 0 3,-2 0-4,7 0 2,-5 0 0,-3 0 1,1 1 0,-1-1 7,3 0-7,-1 2 0,-2-4 0,-3 2 0,3 0-4,2 0 2,-1-2 0,-1 0-2,2 2 9,0-2-5,-1 1-3,1-3 1,0 2-1,7-2-2,-6 2 4,-3 1 1,8-3-2,-5 3 0,2-2 1,-3 0 0,-1 3-1,-1-1-2,2 1 1,-5-2 1,5 0 0,-5 2-5,0 0 6,2-1 1,2 2-2,-2-2-1,-5 2 2,2-1 1,5 2-1,0-2 1,-3 0-1,4-2-2,-2 2 5,2 0-7,-2-1 6,2 1-4,5-2 2,-5 2-3,0 0 1,-1-2-2,7 2 4,-2 0 0,-4 0 0,0-1 2,7 1-1,-2 0-3,1 1 2,-6-1 0,0 2-4,1-2 4,-2 0-1,3 2 2,-3-1-9,7 1 5,-2-2 5,-4 2-3,1-1 0,-1-1 1,-1 1 2,1 1-4,0-2 6,-2 0-2,-3 0-1,5-2-3,-1 2 2,1-1 0,0 1 1,4-1 1,-5-1-1,3 0-2,-3 2 2,2 0-2,8-1 2,-5-1-2,4 2 1,-3-2-1,-5 2 2,0 0-1,7 0-2,-1-1-3,-10 2 5,10 1-3,-5-2-1,-3 2 6,0-2-3,-1 1 0,3 1-1,-5-2-1,3 2 2,-3-2-1,3 0 6,-3 1-5,2 0-1,-3-1 0,1 0-1,-2 2 1,3-2 1,2-3 2,-3 4-3,3-2 2,2 1 1,-1 0-1,1 0 0,-2 0 6,0 0-8,2 0 0,-2-1-3,0 1-1,0 1 3,1-1-3,2 0 2,-5 0-2,3 0 3,-1 0-1,-3 0-3,0 0 0,3 0 6,0 0-1,-4 0-1,2 1-3,3-1 4,-3-1-3,2 1 5,-2 0-3,0-1 2,-1 1-1,5 0 2,-3 1-4,2-1 5,1 0-2,0-1-1,-2 1 0,1 0 2,1 0-2,-3 0 2,2 0-2,1-2-1,1 2 4,-3-2-5,2 2 2,0-1-1,-1 1 5,-3-2-2,0 0 1,10 1-5,-8 1 0,-3-2 0,0 2 5,-3 0-1,5-2-3,-2 1 1,-3-2 1,-12 3 0,23-3-1,-11 3 3,3-2-3,-3-2 0,2 2 1,1-1 5,2 3-8,-1-1 2,-1-1-3,2-1 5,3 1-3,-1 2-1,-3-2 3,-1 0 1,4 2-5,-1-2 4,-1 0 8,3 2-5,-4-1-5,1 1 4,-2-2-2,-3 0 0,2 0 0,3 1-2,-17 1 2,22-2 2,-8-1-4,-2 3 2,0-1 0,3-1 0,-1 1-3,-2 0 3,3 1-7,-15 0 5,20-4 2,-5 1-2,-3 2 4,2 1-1,1 0 1,-15 0-2,24 0 0,-12 0 0,-1-2 2,-11 2-4,21 0 1,-11-2 2,-10 2-1,21 0-2,-10-1 3,-11 1-2,17-4 0,-17 4 4,13-1-2,-13 1 0,12-2 0,-12 2-1,0 0 0,13-3 3,-13 3-9,9-5 12,-9 5-4,0 0 10,0 0 5,0 0 7,13-2-3,-13 2 3,0 0 2,0 0 1,0 0 1,0 0 14,0 0-7,0 0-3,0 0 4,0 0-3,2-11-4,-2 11-1,0 0-2,0 0 5,0 0-2,0 0 0,0 0-1,4-10 2,-4 10-3,0 0 2,0 0 1,0 0-5,0 0-1,8-10-1,-8 10 4,0 0-5,0 0 4,0 0-1,0 0-3,1-11-1,-1 11-5,0 0-1,0 0-9,0 0-31,0 0-41,0 0-57,0 0-84,-16-8-310,16 8-560,-20-6 249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50:02.7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0 235 166,'0'0'157,"0"0"-13,3-13-15,-3 13-11,0 0 3,0 0-10,0 0-7,0 0-7,8-9-8,-8 9-3,0 0-7,0 0-8,0 0-7,0 0-7,0 0-1,0 0-7,0 0-3,7-6-6,-7 6-6,0 0-3,0 0-4,0 0-6,0 0-4,0 0 5,0 0-10,0 0 2,0 0-4,5 22-1,-5-22 6,0 13-1,0-13-5,3 15 3,-2-4-4,3 0 4,-4-11 2,6 18 3,-3-7-5,3 1 3,0-4-4,1 6 0,-1-6 0,5 3-2,-2-5 2,5 4-8,-2-4 9,1 1-3,2 0 1,-6-2-2,4 0 4,0-1-4,4-2 2,-2 1-4,0-1 0,0-7 2,2 3-1,3-2 4,-1-2 0,4-6 0,4-2 1,12-5 0,7-3 0,4-2-11,22-12-33,4 0-32,10-6-60,35-21-229,-6 1-380,-1-9 169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8:01:39.459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4 19,'0'0'104,"0"0"-10,0 0-11,0 0-2,0 0-16,0 0 0,0 0-1,0 0 0,0 0-12,0 0-9,0 0-5,0 0-3,0 0-2,0 0-6,0 0 0,0 0-6,0 0 0,0 0 6,0 0-8,0 0-5,0 0 7,0 0-9,0 0 14,0 0-12,26-6 8,-26 6-24,17 0 21,-17 0-7,16 0-1,-16 0 1,15 0 5,-15 0-8,20 0 3,-11-2-5,-9 2 4,20 4-8,-10-4 3,-10 0-5,20 0 6,-9 2-4,1 0 2,-12-2-5,21 0 7,-5 2-5,-2-1 3,-3 1-7,1-1 4,0 1 3,-12-2-12,21 3 15,-9-3-9,5 3 0,-4-1-2,-1 1 2,7-2 4,-4 1-6,0 1 6,2-3-3,-1 3 6,2-3-2,-3 2-4,4-2-1,-3 0 1,4-2 1,0 2-2,7-3-4,-8 3 7,12-3-2,-4 3 1,-3 0 4,3 2-6,-1-4 0,-6 2-5,-1 2 12,-3-2-7,2 0 2,-3 0 6,-2 1-15,4-1 11,-8 3 1,6-3-3,-15 0-4,20 0 6,-8 2-11,-3 1 3,-9-3 8,20 2-8,-10-4-1,-10 2 9,22 0-4,-13 0 1,-9 0-1,30 0 1,-13 0 3,-1-2-8,4 2 6,1 0-1,5-1 4,2 1-6,1-2 2,-2-1 0,4 3 5,-3-1-11,0 1 1,-3-2 8,-2 0-6,3 2 5,-8 0-2,-1 0-2,1 0-2,0 0 8,-3 2-7,-1-4 3,-14 2-2,19 0 5,-19 0-13,17 2 6,-8 0 8,-9-2-1,20 1-3,-11-1-2,-9 0-11,25 0 13,-11-1 5,1 1-5,0 0 4,5-2 2,0 0-11,-1 1 6,3-2 2,-3 3-3,8-3-4,-7 3 6,0-2 1,5 0-10,-8 1 6,9 1 7,-5 0-1,5-2-7,-5 4 7,-1-4-11,1 4 6,-2-2 1,0 1-5,0-1 3,-2 2 4,3 0-3,-4 1 6,-1-5-4,-3 4 3,4-2-4,-1 3-6,-3-3 7,3 1-3,-15-1 1,23 2-3,-13 0 1,-10-2-2,18 1 9,-9-1-12,-9 0 9,20 3-4,-8-3-1,0 2 4,3-2 6,-1 0-13,4 0 1,-3 1 2,3-1 3,2 0 3,0 0-3,-2 0-2,2 2-1,2-2-3,5-2 6,-4 1 5,4 1 1,-1 0-3,0-2-8,-6-1 7,-2 3 4,1 0-6,1-1 8,-3 1-13,-2 0 4,-2 1 0,-1-1-3,-1 3 3,-11-3-3,18 0 2,-18 0 6,15 2-11,-15-2 3,14 0 4,-14 0 5,17 0-5,-17 0 4,16 1-8,-5-1 12,-11 0-4,26-3-7,-11 3 5,0-3 1,3 6-3,2-6-2,-4 2-1,4 1 3,-2-2-5,2 2 4,-5 0-3,0-3 8,2 3-1,-8 1-12,-9-1 10,19-1-4,-19 1 3,15 0 0,-15 0-2,13 1 1,-13-1-8,10 2 10,-10-2 4,0 0-1,14 0-2,-14 0 3,9 3-1,-9-3 0,0 0-6,12 5 2,-12-5-3,0 0 6,11 3-5,-11-3 1,19-2-2,-19 2 3,26 0 3,-12 0 5,4 2-13,-3-2 6,0-2-1,5 4 4,-7-4-15,5 2 8,1 0 5,-4 0-4,-2 0 2,-1-3-5,-12 3 8,23 0 1,-11-3 0,-12 3 2,18 0-13,-18 0 11,15 0-7,-15 0 0,16-3 3,-16 3 3,12-2 1,-12 2-8,12 0-1,-12 0 7,0 0-7,0 0 8,15-4-7,-15 4 10,0 0 3,0 0-5,0 0-7,0 0 1,0 0 4,0 0 5,0 0-1,12 0-1,-12 0-1,0 0 7,0 0-6,0 0 1,15-2-6,-15 2 3,0 0 1,15 0-2,-15 0 6,0 0-5,18 0 3,-18 0-6,0 0-1,16 0 4,-16 0 5,12 0-8,-12 0 4,0 0 0,0 0 1,12 2-9,-12-2 1,0 0 1,0 0 2,0 0 3,0 0 0,0 0-6,13 3 11,-13-3 2,0 0 4,0 0-3,0 0 9,0 0 3,0 0 0,0 0-1,0 0 4,0 0-1,0 0-1,0 0-3,0 0-3,0 0 0,0 0 5,0 0-3,0 0 5,0 0 4,0 0-3,0 0-2,0 0-3,0 0 0,0 0-3,0 0 2,0 0 0,0 0 2,0 0-6,0 0-1,0 0-3,0 0 3,0 0 2,0 0-2,0 0-1,0 0 1,0 0-8,0 0 1,0 0 3,0 0-4,0 0 1,0 0-2,0 0-2,0 0 0,0-17 1,0 17 4,0 0-2,0 0 0,0 0-4,0 0 0,0 0-6,0 0-14,0 0-15,0 0-29,0 0-46,0 0-198,0 0-330,0 0 146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14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5 484 0 0,'5'-5'9249'0'0,"2"9"-9525"0"0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17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88 0 0,'17'-3'264'0'0,"6"2"-44"0"0,4-5-4 0 0,9-2-68 0 0,8-1-52 0 0,4 0-104 0 0,16 0-164 0 0,-1-3-184 0 0,4 2 80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17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0 528 0 0,'0'0'7198'0'0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23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3 216 0 0,'0'0'201'0'0,"0"0"1"0"0,0-1-1 0 0,1 1 0 0 0,-1 0 1 0 0,0 0-1 0 0,1 0 0 0 0,-1-1 1 0 0,0 1-1 0 0,1 0 0 0 0,-1 0 1 0 0,0 0-1 0 0,1 0 1 0 0,-1 0-1 0 0,0 0 0 0 0,1 0 1 0 0,-1 0-1 0 0,0 0 0 0 0,1 0 1 0 0,-1 0-1 0 0,0 0 0 0 0,1 0 1 0 0,-1 0-1 0 0,0 0 0 0 0,1 0 1 0 0,-1 0-1 0 0,0 1 0 0 0,1-1 1 0 0,-1 0-1 0 0,0 0 0 0 0,1 1 1 0 0,-2 9 489 0 0,-12 13-4893 0 0,8-15 2543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24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5 236 0 0,'0'0'3064'0'0,"5"3"-2844"0"0,7-10-2272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26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0 316 0 0,'0'0'2801'0'0,"-9"6"-3546"0"0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2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 0 0,'0'0'2461'0'0,"4"19"-1571"0"0,6-14 1517 0 0,-15-13-2145 0 0,1-1-2940 0 0,3 1 780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3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0 344 0 0,'0'0'1340'0'0,"8"0"-1068"0"0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7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66 212 0 0,'3'-27'4099'0'0,"-3"24"-3658"0"0,0 0 0 0 0,0 0-1 0 0,1 0 1 0 0,-1 0-1 0 0,1 0 1 0 0,-1 0 0 0 0,1 1-1 0 0,1-5 1 0 0,-2 7-176 0 0,1-8 2161 0 0,-51 310 142 0 0,36-194-1918 0 0,14-18-95 0 0,0-89-551 0 0,0-40-5191 0 0,0 20 619 0 0,0 8 1758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8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1 113 504 0 0,'1'-2'356'0'0,"0"0"0"0"0,1-1 0 0 0,-1 1-1 0 0,1 0 1 0 0,0 0 0 0 0,0 0 0 0 0,-1 0 0 0 0,1 0 0 0 0,0 0 0 0 0,1 1-1 0 0,-1-1 1 0 0,0 1 0 0 0,0-1 0 0 0,1 1 0 0 0,2-1 0 0 0,44-16 1723 0 0,-24 9-1394 0 0,5-1-216 0 0,1 1 0 0 0,0 2 0 0 0,46-6 0 0 0,18-3-152 0 0,-94 16-443 0 0,0 0 0 0 0,0 0 0 0 0,0 0 0 0 0,0 0 0 0 0,0 1 0 0 0,0-1 0 0 0,0 0 0 0 0,-1 1 0 0 0,1-1 0 0 0,0 0 0 0 0,0 1 0 0 0,0-1 0 0 0,0 1 0 0 0,-1-1 0 0 0,1 1 0 0 0,0 0 0 0 0,-1-1 0 0 0,2 2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8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17 756 0 0,'15'7'4170'0'0,"107"-16"-1120"0"0,-29 1-2173 0 0,-70 8-1081 0 0,18-3-593 0 0,-15-1-3623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8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0 388 0 0,'2'1'216'0'0,"-1"0"1"0"0,0-1-1 0 0,0 1 1 0 0,0 0-1 0 0,1 0 0 0 0,-1 0 1 0 0,0 0-1 0 0,0 0 0 0 0,0 0 1 0 0,0 0-1 0 0,0 0 1 0 0,-1 0-1 0 0,1 0 0 0 0,0 0 1 0 0,0 1-1 0 0,-1-1 1 0 0,1 0-1 0 0,-1 1 0 0 0,1-1 1 0 0,-1 0-1 0 0,0 1 0 0 0,1-1 1 0 0,-1 1-1 0 0,0-1 1 0 0,0 0-1 0 0,0 3 0 0 0,-1 49 1492 0 0,-1-29-836 0 0,1 18 111 0 0,1-11-20 0 0,3 42 1 0 0,-2-25-846 0 0,-16-63-7900 0 0,12 10 5498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70 712 0 0,'10'-9'1473'0'0,"1"1"0"0"0,0 0-1 0 0,0 0 1 0 0,23-10 0 0 0,-27 15-1233 0 0,0 0 0 0 0,1 0-1 0 0,-1 1 1 0 0,1 0 0 0 0,0 0 0 0 0,0 1 0 0 0,0 0 0 0 0,0 0 0 0 0,12 1 0 0 0,-18 0-231 0 0,-1 0 0 0 0,0 0 0 0 0,0 0 0 0 0,1 0 0 0 0,-1 0 0 0 0,0 0 0 0 0,0 1 0 0 0,1-1 0 0 0,-1 0 0 0 0,0 1 1 0 0,0-1-1 0 0,0 1 0 0 0,0 0 0 0 0,0-1 0 0 0,0 1 0 0 0,0 0 0 0 0,0 0 0 0 0,0-1 0 0 0,0 1 0 0 0,0 0 0 0 0,0 0 0 0 0,0 0 0 0 0,-1 0 0 0 0,1 0 0 0 0,0 0 0 0 0,-1 0 0 0 0,1 1 0 0 0,-1-1 0 0 0,1 0 0 0 0,-1 0 0 0 0,1 0 1 0 0,-1 1-1 0 0,0-1 0 0 0,0 0 0 0 0,0 0 0 0 0,0 1 0 0 0,0-1 0 0 0,0 0 0 0 0,0 0 0 0 0,0 1 0 0 0,0-1 0 0 0,0 0 0 0 0,-1 0 0 0 0,1 0 0 0 0,-1 3 0 0 0,-1 1-47 0 0,0-1 0 0 0,1 0-1 0 0,-2 1 1 0 0,1-1 0 0 0,0 0-1 0 0,-1 0 1 0 0,0 0 0 0 0,0 0-1 0 0,0-1 1 0 0,-7 7 0 0 0,-12 7-357 0 0,-2-1 1 0 0,0-1 0 0 0,-33 15-1 0 0,56-29 356 0 0,21-5 169 0 0,-12 2 14 0 0,0 1-1 0 0,0-1 0 0 0,0 2 0 0 0,1-1 0 0 0,-1 1 0 0 0,0 0 0 0 0,1 1 0 0 0,-1 0 0 0 0,0 0 0 0 0,0 1 0 0 0,0 0 0 0 0,0 0 1 0 0,0 1-1 0 0,0 0 0 0 0,-1 0 0 0 0,0 1 0 0 0,1 0 0 0 0,-1 0 0 0 0,7 7 0 0 0,-12-10-118 0 0,0 0 0 0 0,0 1 0 0 0,-1-1 0 0 0,1 1 0 0 0,0-1 0 0 0,-1 1 0 0 0,1 0 0 0 0,-1-1 0 0 0,0 1 0 0 0,0 0 0 0 0,0 0 0 0 0,1 0 0 0 0,-2 0 0 0 0,1 0 0 0 0,0 0 0 0 0,0 0 0 0 0,-1 0 0 0 0,1 0 0 0 0,-1 0 0 0 0,0 1 0 0 0,1 3 0 0 0,-2-2-4 0 0,1-1 0 0 0,-1 0 0 0 0,0 1 0 0 0,0-1 0 0 0,-1 0-1 0 0,1 1 1 0 0,-1-1 0 0 0,1 0 0 0 0,-1 0 0 0 0,0 0 0 0 0,0 0-1 0 0,-4 4 1 0 0,-3 1-5 0 0,1 1-1 0 0,-1-2 1 0 0,-1 1 0 0 0,1-1-1 0 0,-1-1 1 0 0,0 1 0 0 0,-17 6-1 0 0,-37 12-5 0 0,63-25-33 0 0,-1 1 1 0 0,1-1-1 0 0,-1 0 1 0 0,1 0 0 0 0,-1 0-1 0 0,1 0 1 0 0,-1 0 0 0 0,1 0-1 0 0,-1-1 1 0 0,1 1 0 0 0,-1 0-1 0 0,1-1 1 0 0,0 1 0 0 0,-1-1-1 0 0,1 0 1 0 0,0 1 0 0 0,-1-1-1 0 0,1 0 1 0 0,0 0 0 0 0,0 0-1 0 0,0 0 1 0 0,0 0 0 0 0,-1 0-1 0 0,2 0 1 0 0,-1 0 0 0 0,0 0-1 0 0,0 0 1 0 0,0-1 0 0 0,0 1-1 0 0,1 0 1 0 0,-1-1 0 0 0,0 1-1 0 0,1-1 1 0 0,0 1-1 0 0,-1 0 1 0 0,1-1 0 0 0,0 1-1 0 0,-1-1 1 0 0,1 1 0 0 0,0-3-1 0 0,0 4-118 0 0,0-2-17 0 0,-1 1 1 0 0,0 0-1 0 0,0 0 0 0 0,0 0 1 0 0,0 1-1 0 0,0-1 0 0 0,0 0 1 0 0,0 0-1 0 0,0 0 1 0 0,0 1-1 0 0,0-1 0 0 0,-2 0 1 0 0,-18 3-1233 0 0,12 0-3425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3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26 860 0 0,'0'0'5997'0'0,"3"-2"-5417"0"0,5-1-219 0 0,1 0 0 0 0,0 0 1 0 0,0 1-1 0 0,0 0 0 0 0,0 0 0 0 0,0 1 1 0 0,0 1-1 0 0,0-1 0 0 0,13 2 0 0 0,8-1 89 0 0,107-6 771 0 0,-130 5-1600 0 0,2 1-370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3 588 0 0,'0'0'1856'0'0,"18"4"1324"0"0,195-11 2414 0 0,-179 7-5383 0 0,-33 0-457 0 0,4 1-234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0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20 664 0 0,'5'-20'11660'0'0,"-3"34"-11299"0"0,-2 0 1 0 0,0 0 0 0 0,0 0 0 0 0,-1 0-1 0 0,-1 0 1 0 0,0 0 0 0 0,-1 0-1 0 0,-6 19 1 0 0,-4 22 302 0 0,-33 206 1787 0 0,45-252-2414 0 0,0-2-33 0 0,1-1 0 0 0,-1 1 0 0 0,-1-1 0 0 0,0 0 1 0 0,-4 12-1 0 0,6-17-273 0 0,-8-6-2984 0 0,7 5 3175 0 0,0 0 0 0 0,0-1 0 0 0,1 1 1 0 0,-1 0-1 0 0,0 0 0 0 0,0-1 0 0 0,0 1 0 0 0,1-1 1 0 0,-1 1-1 0 0,0-1 0 0 0,0 1 0 0 0,1-1 0 0 0,-1 1 1 0 0,1-1-1 0 0,-1 0 0 0 0,0 1 0 0 0,0-2 0 0 0,-6-19-7446 0 0,6 12 3975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1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0 460 0 0,'0'0'1867'0'0,"4"22"3263"0"0,-19 27-1938 0 0,-11 45-55 0 0,24-84-2889 0 0,0 0-1 0 0,1 0 1 0 0,0 0 0 0 0,1 0-1 0 0,0 1 1 0 0,1-1 0 0 0,2 14-1 0 0,-3-23-229 0 0,0 0 0 0 0,1 1-1 0 0,-1-1 1 0 0,0 1-1 0 0,1-1 1 0 0,-1 1-1 0 0,1-1 1 0 0,-1 0 0 0 0,1 1-1 0 0,-1-1 1 0 0,1 0-1 0 0,0 0 1 0 0,0 1-1 0 0,0-1 1 0 0,0 0 0 0 0,0 0-1 0 0,0 0 1 0 0,0 0-1 0 0,0 0 1 0 0,0 0-1 0 0,0 0 1 0 0,0 0 0 0 0,1-1-1 0 0,-1 1 1 0 0,0 0-1 0 0,1-1 1 0 0,-1 1-1 0 0,0-1 1 0 0,1 0 0 0 0,-1 1-1 0 0,1-1 1 0 0,-1 0-1 0 0,1 0 1 0 0,-1 0-1 0 0,1 0 1 0 0,-1 0 0 0 0,1 0-1 0 0,-1 0 1 0 0,0 0-1 0 0,1-1 1 0 0,-1 1-1 0 0,1 0 1 0 0,2-2 0 0 0,-1 0-18 0 0,1 1 0 0 0,-1-1 0 0 0,0 0 0 0 0,1 0 0 0 0,-1-1 1 0 0,0 1-1 0 0,0-1 0 0 0,-1 1 0 0 0,1-1 0 0 0,0 0 0 0 0,-1 0 1 0 0,0 0-1 0 0,0 0 0 0 0,0-1 0 0 0,0 1 0 0 0,2-5 1 0 0,-1-4-61 0 0,-1 0 1 0 0,0-1-1 0 0,-1 1 1 0 0,0 0-1 0 0,-1-1 1 0 0,0 1-1 0 0,-1-1 1 0 0,0 1-1 0 0,-1 0 1 0 0,-1 0-1 0 0,0 0 1 0 0,-5-14-1 0 0,7 25 21 0 0,1 0 0 0 0,-1 0 0 0 0,0 1 0 0 0,0-1 0 0 0,0 0 0 0 0,1 0-1 0 0,-1 0 1 0 0,0 0 0 0 0,0 1 0 0 0,0-1 0 0 0,0 0 0 0 0,0 1 0 0 0,-1-1 0 0 0,1 1 0 0 0,0-1 0 0 0,0 1 0 0 0,0 0-1 0 0,0-1 1 0 0,0 1 0 0 0,-1 0 0 0 0,1 0 0 0 0,0 0 0 0 0,0 0 0 0 0,0 0 0 0 0,-3 0 0 0 0,-12 5-2448 0 0,15-5 2146 0 0,1 1-1 0 0,-1-1 1 0 0,1 0 0 0 0,-1 1 0 0 0,1-1-1 0 0,-1 1 1 0 0,1-1 0 0 0,0 1 0 0 0,-1-1-1 0 0,1 1 1 0 0,-1-1 0 0 0,1 1-1 0 0,0-1 1 0 0,0 1 0 0 0,-1 0 0 0 0,1-1-1 0 0,0 1 1 0 0,0-1 0 0 0,0 1 0 0 0,-1 1-1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1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68 0 0,'-4'21'7058'0'0,"-19"41"-2914"0"0,14-43-3359 0 0,1 1 1 0 0,1 0-1 0 0,-4 21 1 0 0,10-33-605 0 0,-1 1 0 0 0,1-1 1 0 0,1 0-1 0 0,0 0 0 0 0,0 0 0 0 0,0 0 0 0 0,3 9 1 0 0,-3-15-158 0 0,0-1 1 0 0,1 1 0 0 0,-1 0 0 0 0,1-1 0 0 0,0 1 0 0 0,-1-1 0 0 0,1 1-1 0 0,0 0 1 0 0,0-1 0 0 0,0 0 0 0 0,0 1 0 0 0,0-1 0 0 0,0 0 0 0 0,1 1-1 0 0,-1-1 1 0 0,0 0 0 0 0,1 0 0 0 0,-1 0 0 0 0,0 0 0 0 0,1 0-1 0 0,-1 0 1 0 0,1-1 0 0 0,0 1 0 0 0,-1 0 0 0 0,1-1 0 0 0,0 1 0 0 0,-1-1-1 0 0,1 0 1 0 0,0 1 0 0 0,-1-1 0 0 0,1 0 0 0 0,0 0 0 0 0,0 0-1 0 0,-1 0 1 0 0,1-1 0 0 0,0 1 0 0 0,0 0 0 0 0,-1-1 0 0 0,4-1 0 0 0,0 1-1 0 0,-1 0 0 0 0,0-1 0 0 0,1 0 1 0 0,-1 0-1 0 0,0 0 0 0 0,0-1 0 0 0,0 1 1 0 0,0-1-1 0 0,-1 0 0 0 0,1 0 1 0 0,-1 0-1 0 0,0-1 0 0 0,1 1 0 0 0,-2-1 1 0 0,1 0-1 0 0,0 0 0 0 0,-1 0 1 0 0,1 0-1 0 0,-1 0 0 0 0,-1 0 0 0 0,1-1 1 0 0,0 1-1 0 0,-1-1 0 0 0,0 1 0 0 0,1-6 1 0 0,0-1-4 0 0,-1 0 1 0 0,0-1 0 0 0,-1 1-1 0 0,0-1 1 0 0,-1 1 0 0 0,0 0 0 0 0,-1-1-1 0 0,0 1 1 0 0,-5-16 0 0 0,6 26-91 0 0,1 0 0 0 0,-1-1 0 0 0,1 1 0 0 0,-1 0 0 0 0,1 0 0 0 0,-1 0 0 0 0,0 0 0 0 0,1 0 0 0 0,-1 0 0 0 0,0 0 0 0 0,0 1 0 0 0,0-1 0 0 0,0 0 0 0 0,0 0 0 0 0,0 1-1 0 0,0-1 1 0 0,0 0 0 0 0,0 1 0 0 0,0-1 0 0 0,0 1 0 0 0,0 0 0 0 0,0-1 0 0 0,-1 1 0 0 0,1 0 0 0 0,-2-1 0 0 0,-32 4-4664 0 0,21-1-150 0 0,6-2 1342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2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5 644 0 0,'-3'-4'10403'0'0,"5"6"-10274"0"0,0-1 0 0 0,0 1 0 0 0,-1 0 0 0 0,0 0 0 0 0,1 0 0 0 0,-1 0 0 0 0,0 1 0 0 0,0-1 0 0 0,0 0 0 0 0,0 0 0 0 0,0 1 0 0 0,0-1 0 0 0,-1 0 0 0 0,1 1 0 0 0,-1-1 1 0 0,0 1-1 0 0,0 3 0 0 0,-1 55 1029 0 0,-1-26-643 0 0,0 124 942 0 0,2-85-2584 0 0,0-74 1044 0 0,-1 1 0 0 0,1-1 0 0 0,-1 0 0 0 0,1 0 0 0 0,-1 1 0 0 0,1-1 0 0 0,-1 0 0 0 0,1 0 0 0 0,-1 0-1 0 0,1 0 1 0 0,-1 0 0 0 0,1 0 0 0 0,-1 0 0 0 0,1 0 0 0 0,-1 0 0 0 0,1 0 0 0 0,-1 0 0 0 0,1 0 0 0 0,-1 0 0 0 0,1-1-1 0 0,-1 1 1 0 0,1 0 0 0 0,-1 0 0 0 0,1 0 0 0 0,0-1 0 0 0,-1 1 0 0 0,1 0 0 0 0,-1-1 0 0 0,1 1 0 0 0,0 0-1 0 0,-1-1 1 0 0,-16-9-3518 0 0,10 4 4 0 0,1-1 493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3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36 0 0,'5'-4'560'0'0,"0"1"-1"0"0,1-1 1 0 0,-1 1 0 0 0,1 0 0 0 0,-1 1-1 0 0,1-1 1 0 0,0 1 0 0 0,0 0 0 0 0,0 1-1 0 0,0 0 1 0 0,0-1 0 0 0,7 1 0 0 0,11-4 310 0 0,19-4 427 0 0,0 2-1 0 0,54-3 0 0 0,-35 8-2235 0 0,-1 1-3339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3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0 360 0 0,'0'0'8041'0'0,"0"3"-7394"0"0,-7 141 3807 0 0,2 76-1576 0 0,5-219-2941 0 0,1 0 1 0 0,-1 1 0 0 0,0-1 0 0 0,0 1 0 0 0,0-1 0 0 0,0 0 0 0 0,0 1 0 0 0,0-1 0 0 0,-1 0 0 0 0,1 1 0 0 0,0-1 0 0 0,-1 0 0 0 0,1 1-1 0 0,-1-1 1 0 0,1 0 0 0 0,-1 0 0 0 0,0 1 0 0 0,1-1 0 0 0,-1 0 0 0 0,0 0 0 0 0,0 0 0 0 0,0 0 0 0 0,0 0 0 0 0,0 0 0 0 0,0 0 0 0 0,0 0 0 0 0,0-1-1 0 0,0 1 1 0 0,-2 1 0 0 0,2-2-515 0 0,-1 0 242 0 0,1 0 1 0 0,-1-1-1 0 0,1 1 0 0 0,-1 0 0 0 0,1-1 1 0 0,-1 1-1 0 0,1-1 0 0 0,0 1 1 0 0,-1-1-1 0 0,1 0 0 0 0,-1 0 1 0 0,1 1-1 0 0,-2-3 0 0 0,-3-3-3165 0 0,2 1 266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3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10 544 0 0,'0'0'243'0'0,"1"0"0"0"0,-1 0 0 0 0,0 0 0 0 0,1-1 0 0 0,-1 1 0 0 0,0 0 1 0 0,1 0-1 0 0,-1 0 0 0 0,0 0 0 0 0,1 0 0 0 0,-1 0 0 0 0,0 0 0 0 0,1 0 0 0 0,-1 0 0 0 0,1 0 0 0 0,-1 0 0 0 0,0 0 0 0 0,1 0 0 0 0,-1 1 0 0 0,0-1 0 0 0,1 0 1 0 0,-1 0-1 0 0,0 0 0 0 0,1 0 0 0 0,1 2 1458 0 0,-2-2-1458 0 0,0 1 0 0 0,0-1 0 0 0,6 18 3193 0 0,-6 32-2783 0 0,0-36 348 0 0,0 14-265 0 0,4 33 0 0 0,-3-54-650 0 0,0 1 0 0 0,0-1 0 0 0,1 0 0 0 0,0 0 0 0 0,0 0 0 0 0,1-1 0 0 0,0 1 0 0 0,0 0 0 0 0,1-1 0 0 0,5 8 1 0 0,-8-13-80 0 0,0 0 1 0 0,0-1 0 0 0,0 1 0 0 0,1-1 0 0 0,-1 1 0 0 0,0-1-1 0 0,0 1 1 0 0,0-1 0 0 0,1 0 0 0 0,-1 0 0 0 0,0 0 0 0 0,1 1-1 0 0,-1-1 1 0 0,0 0 0 0 0,0-1 0 0 0,1 1 0 0 0,-1 0 0 0 0,0 0 0 0 0,1 0-1 0 0,-1-1 1 0 0,0 1 0 0 0,0-1 0 0 0,0 1 0 0 0,1-1 0 0 0,-1 1-1 0 0,0-1 1 0 0,0 0 0 0 0,0 0 0 0 0,0 1 0 0 0,0-1 0 0 0,0 0-1 0 0,1-1 1 0 0,3-2 0 0 0,-1 0-1 0 0,1 0 0 0 0,-1 0 1 0 0,0-1-1 0 0,7-9 0 0 0,-8 10-6 0 0,7-12-56 0 0,-1-1-1 0 0,0 0 1 0 0,9-28-1 0 0,-16 41 27 0 0,-1-1 0 0 0,1 1-1 0 0,-1-1 1 0 0,0 0 0 0 0,-1 1-1 0 0,1-1 1 0 0,-1 0 0 0 0,0 0-1 0 0,0 0 1 0 0,-1 1-1 0 0,1-1 1 0 0,-1 0 0 0 0,0 1-1 0 0,0-1 1 0 0,-1 0 0 0 0,0 1-1 0 0,1-1 1 0 0,-1 1 0 0 0,-1 0-1 0 0,-2-5 1 0 0,3 7 21 0 0,0-1-1 0 0,-1 1 1 0 0,1 0 0 0 0,-1 0 0 0 0,1 0 0 0 0,-1 0-1 0 0,0 0 1 0 0,0 1 0 0 0,0-1 0 0 0,0 1 0 0 0,0 0 0 0 0,0 0-1 0 0,0 0 1 0 0,0 0 0 0 0,0 1 0 0 0,-1-1 0 0 0,1 1-1 0 0,0 0 1 0 0,0 0 0 0 0,-1 0 0 0 0,1 0 0 0 0,0 0-1 0 0,0 1 1 0 0,-7 1 0 0 0,5-1-355 0 0,0 1-1 0 0,0-1 1 0 0,0 1 0 0 0,-1 0 0 0 0,2 1-1 0 0,-1-1 1 0 0,0 1 0 0 0,1 0 0 0 0,-1 0-1 0 0,1 1 1 0 0,0-1 0 0 0,0 1-1 0 0,0 0 1 0 0,-5 6 0 0 0,7-7-453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4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29 628 0 0,'0'0'940'0'0,"-7"17"3469"0"0,3-12-3984 0 0,1 1 1 0 0,-1-1-1 0 0,1 1 1 0 0,0 0-1 0 0,0 0 1 0 0,1 0 0 0 0,0 0-1 0 0,0 0 1 0 0,-1 8-1 0 0,0 0 302 0 0,0 1-1 0 0,0 29 0 0 0,3-38-605 0 0,0 0 0 0 0,1 0 0 0 0,0 0 0 0 0,0 0-1 0 0,0 0 1 0 0,1 0 0 0 0,0-1 0 0 0,0 1 0 0 0,0 0 0 0 0,1-1 0 0 0,-1 0-1 0 0,1 0 1 0 0,1 0 0 0 0,6 8 0 0 0,-8-10-87 0 0,0-1 1 0 0,1 0-1 0 0,0 1 1 0 0,-1-1-1 0 0,1 0 1 0 0,0-1-1 0 0,0 1 1 0 0,0 0-1 0 0,0-1 0 0 0,0 0 1 0 0,1 1-1 0 0,-1-1 1 0 0,0 0-1 0 0,1-1 1 0 0,-1 1-1 0 0,1-1 1 0 0,-1 1-1 0 0,1-1 0 0 0,-1 0 1 0 0,0-1-1 0 0,1 1 1 0 0,-1 0-1 0 0,1-1 1 0 0,-1 0-1 0 0,0 0 1 0 0,5-1-1 0 0,-6 0-24 0 0,1 1 0 0 0,-1 0-1 0 0,0-1 1 0 0,0 1 0 0 0,0-1-1 0 0,0 0 1 0 0,0 0 0 0 0,-1 0 0 0 0,1 1-1 0 0,0-2 1 0 0,-1 1 0 0 0,0 0 0 0 0,1 0-1 0 0,-1 0 1 0 0,0-1 0 0 0,0 1 0 0 0,0-1-1 0 0,0 1 1 0 0,-1-1 0 0 0,1 1 0 0 0,-1-1-1 0 0,1 1 1 0 0,-1-1 0 0 0,0 1-1 0 0,0-1 1 0 0,0 0 0 0 0,-1-3 0 0 0,0-10 18 0 0,-1 0 1 0 0,0 1-1 0 0,-6-18 1 0 0,7 28-13 0 0,-5-14 23 0 0,0 1 0 0 0,-14-27 0 0 0,-2-6-38 0 0,22 50-41 0 0,0 0 0 0 0,0 1-1 0 0,-1-1 1 0 0,1 0 0 0 0,0 0-1 0 0,0 1 1 0 0,-1-1-1 0 0,1 0 1 0 0,0 1 0 0 0,-1-1-1 0 0,1 0 1 0 0,-1 1-1 0 0,1-1 1 0 0,-1 1 0 0 0,1-1-1 0 0,-1 1 1 0 0,1-1 0 0 0,-1 1-1 0 0,0-1 1 0 0,1 1-1 0 0,-1-1 1 0 0,0 1 0 0 0,1 0-1 0 0,-1-1 1 0 0,0 1-1 0 0,0 0 1 0 0,1 0 0 0 0,-1 0-1 0 0,0-1 1 0 0,0 1 0 0 0,1 0-1 0 0,-1 0 1 0 0,0 0-1 0 0,0 0 1 0 0,0 0 0 0 0,-25 16-7551 0 0,24-15 6545 0 0,-2 2-2099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1064 0 0,'-3'3'7621'0'0,"30"-7"-6658"0"0,0 2-1 0 0,45 2 0 0 0,-50 1-1883 0 0,41 9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21 952 0 0,'36'5'5313'0'0,"24"-8"-2835"0"0,-28 0-1577 0 0,-1 3-257 0 0,-22 0-901 0 0,-1 0 0 0 0,1 0 0 0 0,0 0-1 0 0,15-4 1 0 0,-15-7-4659 0 0,-4 6 2614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5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72 396 0 0,'-5'-10'10512'0'0,"14"2"-10158"0"0,1 2 1 0 0,0-1-1 0 0,0 1 0 0 0,1 1 0 0 0,0 0 0 0 0,0 0 0 0 0,0 1 1 0 0,1 0-1 0 0,-1 1 0 0 0,16-2 0 0 0,-26 5-345 0 0,0-1 1 0 0,1 1-1 0 0,-1-1 1 0 0,0 1-1 0 0,1 0 1 0 0,-1-1-1 0 0,0 1 1 0 0,1 0-1 0 0,-1 0 1 0 0,0 0-1 0 0,1 0 1 0 0,-1 0-1 0 0,1 0 0 0 0,-1 1 1 0 0,0-1-1 0 0,1 0 1 0 0,-1 1-1 0 0,0-1 1 0 0,1 1-1 0 0,-1-1 1 0 0,0 1-1 0 0,0 0 1 0 0,1-1-1 0 0,-1 1 1 0 0,0 0-1 0 0,0 0 0 0 0,0 0 1 0 0,0 0-1 0 0,0 0 1 0 0,0 0-1 0 0,0 0 1 0 0,-1 0-1 0 0,1 0 1 0 0,0 0-1 0 0,0 1 1 0 0,-1-1-1 0 0,1 0 1 0 0,-1 0-1 0 0,1 1 0 0 0,-1-1 1 0 0,0 1-1 0 0,0-1 1 0 0,1 0-1 0 0,-1 1 1 0 0,0-1-1 0 0,0 0 1 0 0,0 1-1 0 0,0-1 1 0 0,0 1-1 0 0,-1 1 1 0 0,0 6 9 0 0,-1-1 0 0 0,0 0 0 0 0,0 0 1 0 0,0 1-1 0 0,-1-2 0 0 0,-7 16 0 0 0,-7 4 40 0 0,-33 40-1 0 0,35-48-31 0 0,0 0 1 0 0,2 0-1 0 0,0 2 1 0 0,-14 30-1 0 0,25-45-11 0 0,0-1-1 0 0,1 1 1 0 0,-1-1 0 0 0,1 1-1 0 0,1-1 1 0 0,-1 9-1 0 0,1-14-10 0 0,1 1-1 0 0,-1-1 0 0 0,0 1 1 0 0,1-1-1 0 0,-1 0 1 0 0,0 1-1 0 0,1-1 1 0 0,-1 0-1 0 0,1 1 1 0 0,-1-1-1 0 0,1 0 0 0 0,-1 1 1 0 0,1-1-1 0 0,-1 0 1 0 0,1 0-1 0 0,-1 0 1 0 0,1 0-1 0 0,-1 1 0 0 0,1-1 1 0 0,-1 0-1 0 0,1 0 1 0 0,-1 0-1 0 0,1 0 1 0 0,0 0-1 0 0,-1 0 1 0 0,1 0-1 0 0,-1-1 0 0 0,1 1 1 0 0,0 0-1 0 0,13-2 35 0 0,147-22-31 0 0,-159 24-73 0 0,1 0 606 0 0,1 0-2726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6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1 376 0 0,'0'0'4510'0'0,"-5"26"-1527"0"0,-35 90 2034 0 0,39-110-4896 0 0,0 0 1 0 0,0 0 0 0 0,0 0-1 0 0,1 1 1 0 0,0-1-1 0 0,1 0 1 0 0,-1 0 0 0 0,1 0-1 0 0,0 0 1 0 0,0 0-1 0 0,1 0 1 0 0,4 10 0 0 0,-5-14-102 0 0,0 0 1 0 0,1 0 0 0 0,-1 1 0 0 0,1-1 0 0 0,-1 0 0 0 0,1 0 0 0 0,0 0 0 0 0,-1-1 0 0 0,1 1 0 0 0,0 0-1 0 0,1-1 1 0 0,-1 1 0 0 0,0-1 0 0 0,0 0 0 0 0,0 0 0 0 0,1 1 0 0 0,-1-2 0 0 0,1 1 0 0 0,-1 0-1 0 0,1 0 1 0 0,-1-1 0 0 0,1 1 0 0 0,-1-1 0 0 0,1 0 0 0 0,0 0 0 0 0,-1 0 0 0 0,1 0 0 0 0,-1 0-1 0 0,1-1 1 0 0,-1 1 0 0 0,1-1 0 0 0,4-1 0 0 0,-4 1-15 0 0,-1 0 0 0 0,1 0 0 0 0,0 0 0 0 0,-1-1 1 0 0,1 1-1 0 0,-1-1 0 0 0,1 1 0 0 0,-1-1 0 0 0,0 0 0 0 0,1 0 0 0 0,-1 0 0 0 0,0 0 0 0 0,0 0 0 0 0,-1-1 0 0 0,1 1 1 0 0,2-4-1 0 0,-1 1 0 0 0,-1-1 1 0 0,0 1 0 0 0,0-1-1 0 0,0 0 1 0 0,0 0 0 0 0,-1 1-1 0 0,1-12 1 0 0,-1 8-52 0 0,-1 0-1 0 0,0 0 1 0 0,0 1-1 0 0,-1-1 1 0 0,0 0 0 0 0,-1 1-1 0 0,0-1 1 0 0,0 1-1 0 0,0 0 1 0 0,-1-1-1 0 0,-6-9 1 0 0,8 17-11 0 0,0-1 0 0 0,0 1 0 0 0,-1 0 0 0 0,1-1 0 0 0,0 1 0 0 0,-1 0 0 0 0,1 0-1 0 0,-1 0 1 0 0,1 0 0 0 0,-1 0 0 0 0,1 1 0 0 0,-1-1 0 0 0,0 0 0 0 0,1 1 0 0 0,-1-1 0 0 0,0 1 0 0 0,0-1 0 0 0,1 1 0 0 0,-1 0 0 0 0,0 0 0 0 0,0 0-1 0 0,0 0 1 0 0,-3 1 0 0 0,2-1-317 0 0,-1 1 0 0 0,1-1-1 0 0,0 1 1 0 0,-1 0-1 0 0,1 0 1 0 0,0 0 0 0 0,0 1-1 0 0,0-1 1 0 0,0 1-1 0 0,0 0 1 0 0,-5 3-1 0 0,7-3-78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6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1 420 0 0,'0'0'3838'0'0,"-3"2"-2928"0"0,-3 3-295 0 0,0 1 1 0 0,0 1 0 0 0,0-1-1 0 0,1 1 1 0 0,0 0 0 0 0,0 0-1 0 0,1 1 1 0 0,-4 8-1 0 0,3-7-301 0 0,1 1-1 0 0,1-1 1 0 0,0 1-1 0 0,0-1 0 0 0,1 1 1 0 0,0 0-1 0 0,1 0 1 0 0,0 0-1 0 0,1 1 1 0 0,0-1-1 0 0,2 17 0 0 0,-1-24-280 0 0,0-1 0 0 0,0 1 0 0 0,0-1 0 0 0,1 1-1 0 0,-1-1 1 0 0,1 0 0 0 0,0 0 0 0 0,0 0 0 0 0,-1 0 0 0 0,1 0-1 0 0,1 0 1 0 0,-1 0 0 0 0,0 0 0 0 0,0-1 0 0 0,1 1-1 0 0,-1-1 1 0 0,1 0 0 0 0,-1 0 0 0 0,1 0 0 0 0,-1 0 0 0 0,1 0-1 0 0,0 0 1 0 0,0-1 0 0 0,-1 1 0 0 0,1-1 0 0 0,0 0-1 0 0,0 0 1 0 0,-1 0 0 0 0,1 0 0 0 0,5-1 0 0 0,-8 1-30 0 0,37-13 182 0 0,-35 12-179 0 0,0 0 0 0 0,-1 0 0 0 0,1-1 0 0 0,-1 1 0 0 0,1 0 0 0 0,-1-1 0 0 0,0 1 0 0 0,0-1 0 0 0,1 1 0 0 0,-1-1 0 0 0,0 0 0 0 0,0 1 0 0 0,-1-1 0 0 0,1 0 0 0 0,0 0 0 0 0,-1 1 0 0 0,1-1 0 0 0,0-4 0 0 0,0-3 24 0 0,0 0 0 0 0,0 0-1 0 0,-1 0 1 0 0,-1 0 0 0 0,0 0 0 0 0,0 0 0 0 0,0 0 0 0 0,-6-17 0 0 0,5 21-242 0 0,0-1 0 0 0,0 1 1 0 0,-1 0-1 0 0,0 0 0 0 0,0 0 0 0 0,-5-7 1 0 0,5 10-278 0 0,1-1 0 0 0,-1 1 0 0 0,1-1-1 0 0,-1 1 1 0 0,0 0 0 0 0,0 0 0 0 0,0 0 0 0 0,0 1 0 0 0,0-1 0 0 0,0 1 0 0 0,-4-2 0 0 0,-5 2-5850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5:47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68 728 0 0,'6'5'6740'0'0,"-50"166"-825"0"0,43-168-5857 0 0,-2 5-16 0 0,0 0 0 0 0,1 0 0 0 0,0 0 0 0 0,-1 14 0 0 0,3-22-45 0 0,0 0 1 0 0,0 0-1 0 0,0 0 1 0 0,0 0-1 0 0,0 0 0 0 0,0 1 1 0 0,0-1-1 0 0,0 0 1 0 0,0 0-1 0 0,0 0 1 0 0,0 0-1 0 0,0 0 1 0 0,0 0-1 0 0,0 1 1 0 0,0-1-1 0 0,0 0 1 0 0,0 0-1 0 0,0 0 1 0 0,0 0-1 0 0,0 0 1 0 0,-1 0-1 0 0,1 0 1 0 0,0 1-1 0 0,0-1 1 0 0,0 0-1 0 0,0 0 1 0 0,0 0-1 0 0,0 0 1 0 0,0 0-1 0 0,-1 0 1 0 0,1 0-1 0 0,0 0 1 0 0,0 0-1 0 0,0 0 1 0 0,0 0-1 0 0,0 0 0 0 0,0 0 1 0 0,-1 0-1 0 0,1 0 1 0 0,0 0-1 0 0,0 0 1 0 0,0 0-1 0 0,0 0 1 0 0,0 0-1 0 0,-1 0 1 0 0,1 0-1 0 0,0 0 1 0 0,0 0-1 0 0,0 0 1 0 0,0 0-1 0 0,0 0 1 0 0,0 0-1 0 0,-1 0 1 0 0,1 0-1 0 0,0 0 1 0 0,0 0-1 0 0,0-1 1 0 0,0 1-1 0 0,0 0 1 0 0,0 0-1 0 0,0 0 1 0 0,0 0-1 0 0,0 0 1 0 0,-1 0-1 0 0,1 0 0 0 0,0-1 1 0 0,0 1-1 0 0,0 0 1 0 0,-7-7-86 0 0,7 6 110 0 0,-1-1-24 0 0,0 0 1 0 0,0 0-1 0 0,0 0 0 0 0,0 0 0 0 0,1 0 1 0 0,-1 0-1 0 0,1-1 0 0 0,-1 1 0 0 0,1 0 1 0 0,0 0-1 0 0,0-1 0 0 0,0 1 0 0 0,0 0 1 0 0,0 0-1 0 0,1 0 0 0 0,-1-1 0 0 0,1 1 1 0 0,1-3-1 0 0,17-39 16 0 0,-16 36-17 0 0,6-11 1 0 0,-8 14 23 0 0,1 0-1 0 0,0 0 0 0 0,1 1 1 0 0,-1-1-1 0 0,1 1 0 0 0,0-1 1 0 0,0 1-1 0 0,0 0 0 0 0,7-6 1 0 0,-4 3 90 0 0,4 0 251 0 0,-10 7-352 0 0,1 0 1 0 0,-1 0-1 0 0,1 1 0 0 0,0-1 1 0 0,-1 0-1 0 0,1 1 0 0 0,-1-1 1 0 0,1 0-1 0 0,-1 1 0 0 0,1-1 1 0 0,-1 1-1 0 0,0-1 0 0 0,1 1 1 0 0,-1-1-1 0 0,1 1 0 0 0,-1-1 1 0 0,0 1-1 0 0,0-1 0 0 0,1 1 1 0 0,-1 0-1 0 0,0-1 0 0 0,0 1 1 0 0,1-1-1 0 0,-1 1 0 0 0,0 1 1 0 0,15 50 751 0 0,-13-42-664 0 0,0 0-1 0 0,1 0 1 0 0,0 0-1 0 0,1-1 1 0 0,0 1-1 0 0,0-1 1 0 0,1 0-1 0 0,0 0 1 0 0,7 8-1 0 0,-5-9-17 0 0,0-1 0 0 0,1 0 0 0 0,-1 0 1 0 0,1-1-1 0 0,14 9 0 0 0,-21-15 37 0 0,1-4-74 0 0,0 0 0 0 0,0-1 0 0 0,0 1 0 0 0,-1-1 0 0 0,1 0 0 0 0,-1 1 0 0 0,0-9 0 0 0,4-23 126 0 0,2 0 1 0 0,1 1-1 0 0,2 0 1 0 0,22-51-1 0 0,-25 65-74 0 0,-5 18-77 0 0,-1 0 0 0 0,1-1 0 0 0,0 1-1 0 0,0 0 1 0 0,1 0 0 0 0,4-5 0 0 0,2-3 29 0 0,-9 10-51 0 0,1 1-95 0 0,-1 0 25 0 0,1 1 0 0 0,-1-1-1 0 0,1 0 1 0 0,-1 0-1 0 0,0 0 1 0 0,1 1 0 0 0,-1-1-1 0 0,0 0 1 0 0,1 1-1 0 0,-1-1 1 0 0,0 0 0 0 0,1 1-1 0 0,-1-1 1 0 0,0 0 0 0 0,1 1-1 0 0,-1-1 1 0 0,0 0-1 0 0,0 1 1 0 0,0-1 0 0 0,1 1-1 0 0,-1-1 1 0 0,0 1-1 0 0,0-1 1 0 0,0 0 0 0 0,0 1-1 0 0,0-1 1 0 0,0 1 0 0 0,0-1-1 0 0,0 1 1 0 0,0-1-1 0 0,0 1 1 0 0,0-1 0 0 0,0 1-1 0 0,0-1 1 0 0,0 0 0 0 0,0 1-1 0 0,-1-1 1 0 0,1 1-1 0 0,0-1 1 0 0,0 0 0 0 0,-1 1-1 0 0,1-1 1 0 0,0 1-1 0 0,0-1 1 0 0,-1 0 0 0 0,1 1-1 0 0,0-1 1 0 0,-1 0 0 0 0,1 1-1 0 0,0-1 1 0 0,-1 0-1 0 0,1 0 1 0 0,-1 1 0 0 0,-16 0-6839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33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0 360 0 0,'0'0'6067'0'0,"18"10"-6207"0"0,-18-1-3298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34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0 176 0 0,'0'0'6486'0'0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35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1 532 0 0,'0'0'11976'0'0,"3"1"-12008"0"0,19 7 6235 0 0,-19-6-9170 0 0,-23-7-9429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38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1 284 0 0,'0'0'3106'0'0,"-18"7"-2608"0"0,17-7-404 0 0,-14 2-2214 0 0,14-2 1070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42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41 348 0 0,'0'0'1277'0'0,"-5"9"3932"0"0,14 1-3958 0 0,-7-8-1045 0 0,0 1 0 0 0,0-1 1 0 0,0 1-1 0 0,1-1 0 0 0,-1 0 0 0 0,0 0 0 0 0,1 0 1 0 0,0 0-1 0 0,-1 0 0 0 0,1 0 0 0 0,0-1 0 0 0,0 1 0 0 0,3 0 1 0 0,-6-2-193 0 0,1 0 1 0 0,-1 1 0 0 0,0-1 0 0 0,0 0 0 0 0,0 0 0 0 0,1 0-1 0 0,-1 1 1 0 0,0-1 0 0 0,0 0 0 0 0,0 0 0 0 0,0 1 0 0 0,0-1-1 0 0,0 0 1 0 0,0 0 0 0 0,1 1 0 0 0,-1-1 0 0 0,0 0-1 0 0,0 0 1 0 0,0 1 0 0 0,0-1 0 0 0,0 0 0 0 0,0 0 0 0 0,0 1-1 0 0,0-1 1 0 0,0 0 0 0 0,0 0 0 0 0,-1 1 0 0 0,1-1 0 0 0,0 0-1 0 0,0 0 1 0 0,0 1 0 0 0,0-1 0 0 0,0 0 0 0 0,-1 1-1 0 0,-1 3-1242 0 0,5-14 469 0 0,0 0 0 0 0,1 0 0 0 0,8-16 0 0 0,-1 2-2245 0 0,-1 2 626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44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1 312 0 0,'1'3'3700'0'0,"-6"3"-3692"0"0,-1-5-3228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43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1 440 0 0,'13'3'4164'0'0,"-1"0"882"0"0,-1 18-1219 0 0,-25-1-5081 0 0,1-7-6374 0 0,9-10 5041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45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76 0 0,'0'0'608'0'0,"12"10"-368"0"0,-12-7-4 0 0,0 3-48 0 0,3-3-8 0 0,-6 9-252 0 0,3-6-172 0 0,-5 2-264 0 0,3 1 120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45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0 720 0 0,'0'0'3264'0'0,"-1"5"-2504"0"0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53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24 492 0 0,'0'0'1442'0'0,"3"-2"-1016"0"0,21-11 1272 0 0,-23 13-1181 0 0,16-9 3858 0 0,0 14-4358 0 0,0-1 0 0 0,1-1 0 0 0,-1-1 0 0 0,18 1 0 0 0,36-2-5558 0 0,-56 0 3575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54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0 160 0 0,'0'0'-28'0'0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58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74 264 0 0,'0'0'8453'0'0,"32"37"-7620"0"0,-17-17-567 0 0,-12-16-226 0 0,-1-1 0 0 0,1 1 1 0 0,0 0-1 0 0,0-1 0 0 0,0 1 1 0 0,1-1-1 0 0,4 4 0 0 0,-6-5-27 0 0,0 0 0 0 0,0 1-1 0 0,0-1 1 0 0,0 1 0 0 0,0-1-1 0 0,0 1 1 0 0,-1 0 0 0 0,1 0-1 0 0,-1 0 1 0 0,2 5 0 0 0,-3-7-13 0 0,0-1 13 0 0,0 0-1 0 0,0 0 0 0 0,0 1 1 0 0,0-1-1 0 0,0 0 1 0 0,0 0-1 0 0,0 0 0 0 0,0 1 1 0 0,0-1-1 0 0,0 0 1 0 0,0 0-1 0 0,0 1 0 0 0,1-1 1 0 0,-1 0-1 0 0,0 0 1 0 0,0 0-1 0 0,0 0 0 0 0,0 1 1 0 0,1-1-1 0 0,-1 0 0 0 0,0 0 1 0 0,0 0-1 0 0,0 0 1 0 0,0 0-1 0 0,1 1 0 0 0,-1-1 1 0 0,0 0-1 0 0,0 0 1 0 0,1 0-1 0 0,-1 0 0 0 0,0 0 1 0 0,0 0-1 0 0,0 0 1 0 0,1 0-1 0 0,-1 0 0 0 0,0 0 1 0 0,0 0-1 0 0,1 0 1 0 0,-1 0-1 0 0,0 0 0 0 0,14-15-161 0 0,0 1-1 0 0,0 1 1 0 0,1 0-1 0 0,17-11 1 0 0,15-12-1004 0 0,18-21-3237 0 0,-30 27 1858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59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11 316 0 0,'0'0'466'0'0,"-4"-10"6562"0"0,21 62-5539 0 0,-15-48-1422 0 0,0-1 0 0 0,0 1 0 0 0,0-1 0 0 0,0 1 0 0 0,0-1 0 0 0,1 0 0 0 0,0 0 1 0 0,-1 0-1 0 0,1 0 0 0 0,0 0 0 0 0,1-1 0 0 0,3 3 0 0 0,-2-2-18 0 0,-2-1-27 0 0,0 0 0 0 0,0 0 0 0 0,1 0 1 0 0,0 0-1 0 0,-1-1 0 0 0,1 1 0 0 0,0-1 1 0 0,-1 0-1 0 0,1 0 0 0 0,0 0 0 0 0,0-1 1 0 0,0 1-1 0 0,0-1 0 0 0,0 0 0 0 0,0 0 1 0 0,0 0-1 0 0,0-1 0 0 0,0 1 0 0 0,0-1 1 0 0,6-2-1 0 0,9-5-499 0 0,-1-1-1 0 0,20-14 1 0 0,7-10-4306 0 0,-28 17 2267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03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58 226 292 0 0,'0'0'5217'0'0,"0"-21"11240"0"0,-3 19-18208 0 0,1 1 1751 0 0,2-2-40 0 0,-1 0 53 0 0,1 0-1 0 0,0 1 1 0 0,-1-1 0 0 0,0 0-1 0 0,1 1 1 0 0,-1-1 0 0 0,0 1-1 0 0,-1-1 1 0 0,1 1 0 0 0,-2-4 0 0 0,3 6-8 0 0,0-1 0 0 0,0 0 1 0 0,0 0-1 0 0,0 1 1 0 0,0-1-1 0 0,0 0 1 0 0,0 0-1 0 0,0 1 1 0 0,0-1-1 0 0,0 0 1 0 0,0 0-1 0 0,0 1 0 0 0,-1-1 1 0 0,1 0-1 0 0,0 1 1 0 0,0-1-1 0 0,-1 0 1 0 0,1 1-1 0 0,-1-1 1 0 0,1 0-1 0 0,-1 0 1 0 0,-2-7 7 0 0,3 7 10 0 0,0-2-44 0 0,0 1 18 0 0,0 0 0 0 0,0-1 0 0 0,1 1 0 0 0,-1 0 1 0 0,1-1-1 0 0,-1 1 0 0 0,1 0 0 0 0,0 0 0 0 0,0-1 0 0 0,1-2 1 0 0,1-4-7 0 0,-2 0-10 0 0,0 8 129 0 0,-10-25-325 0 0,8 23 207 0 0,1 2-3 0 0,-1-9-41 0 0,2 10 49 0 0,-1-1-1 0 0,0 0 1 0 0,0 1 0 0 0,0-1-1 0 0,0 0 1 0 0,0 1-1 0 0,0-1 1 0 0,0 0 0 0 0,0 1-1 0 0,0-1 1 0 0,-1 0 0 0 0,1 1-1 0 0,0-1 1 0 0,0 0 0 0 0,0 1-1 0 0,-1-1 1 0 0,1 1 0 0 0,0-1-1 0 0,-1 0 1 0 0,1 1 0 0 0,-1-1-1 0 0,1 1 1 0 0,0-1 0 0 0,-1 1-1 0 0,1-1 1 0 0,-1 1 0 0 0,1 0-1 0 0,-1-1 1 0 0,0 1 0 0 0,0-1-1 0 0,0 1 44 0 0,0-2-340 0 0,1 0 4 0 0,-1 0 0 0 0,0 1 0 0 0,1-1 0 0 0,-1 1 0 0 0,0-1 0 0 0,0 1-1 0 0,0-1 1 0 0,0 1 0 0 0,0 0 0 0 0,0-1 0 0 0,-1 1 0 0 0,1 0 0 0 0,-2-2 0 0 0,1 1-333 0 0,-6-5-2516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0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20 0 0,'4'-4'7592'0'0,"-1"5"-8461"0"0,-3-1 1020 0 0,1 1 0 0 0,-1-1 0 0 0,0 0 0 0 0,1 0 0 0 0,-1 1-1 0 0,1-1 1 0 0,-1 0 0 0 0,1 0 0 0 0,-1 0 0 0 0,1 0 0 0 0,-1 0 0 0 0,1 0 0 0 0,-1 0-1 0 0,1 1 1 0 0,-1-1 0 0 0,1 0 0 0 0,-1-1 0 0 0,1 1 0 0 0,-1 0 0 0 0,0 0 0 0 0,1 0-1 0 0,-1 0 1 0 0,1 0 0 0 0,-1 0 0 0 0,1-1 0 0 0,-1 1 0 0 0,1 0 0 0 0,-1 0 0 0 0,0-1-1 0 0,1 1 1 0 0,-1 0 0 0 0,1 0 0 0 0,-1-1 0 0 0,0 1 0 0 0,1-1 0 0 0,-1 1 0 0 0,1-1-1 0 0,-1 0 150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1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2 196 0 0,'0'0'8689'0'0,"-9"-1"-13977"0"0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6:1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67 132 0 0,'0'0'1996'0'0,"13"-6"-780"0"0,-14 14-349 0 0,-2-11 1276 0 0,-3-4-1234 0 0,0-2-1387 0 0,-1 8 2583 0 0,-5-26 1431 0 0,10 25-3553 0 0,1 0 1 0 0,0 1-1 0 0,-1-1 1 0 0,1 1-1 0 0,-1-1 0 0 0,1 1 1 0 0,-1-1-1 0 0,0 1 1 0 0,0 0-1 0 0,0 0 1 0 0,0 0-1 0 0,0 0 0 0 0,-2-1 1 0 0,3 2-239 0 0,-17-2-7040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01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32 0 0,'0'0'6650'0'0,"3"-1"-6376"0"0,21-4 3709 0 0,-23 5-3342 0 0,31 3 3192 0 0,-33-2-4161 0 0,1-1-1 0 0,-1 1 1 0 0,1-1-1 0 0,-1 0 1 0 0,1 0-1 0 0,-1 1 1 0 0,0-1-1 0 0,1 0 1 0 0,-1 0-1 0 0,0 0 1 0 0,1 0-1 0 0,-1 1 1 0 0,0-1-1 0 0,1 0 1 0 0,-1 0-1 0 0,0 0 1 0 0,1 0-1 0 0,-1-1 1 0 0,0 1-1 0 0,1 0 1 0 0,-1 0-1 0 0,-1-1 1 0 0,-1 1-1295 0 0,-8-2-1884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07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 0 0,'0'0'352'0'0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11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0 88 0 0,'0'0'349'0'0,"-37"13"1737"0"0,27-9-1973 0 0,5-2-74 0 0,0 0-1 0 0,0 0 1 0 0,0 1-1 0 0,1-1 1 0 0,-1 1-1 0 0,1 0 1 0 0,-6 5-1 0 0,10-8-50 0 0,-3 7 377 0 0,1-1 3391 0 0,14-3-2313 0 0,306-20-1530 0 0,-265 17-4064 0 0,-31 1 1757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2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 0 0,'0'0'3520'0'0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6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209 152 236 0 0,'18'-14'4937'0'0,"4"-35"449"0"0,-10-4-4485 0 0,4 20-577 0 0,-15 31-152 0 0,-3 6 4 0 0,-5 13 38 0 0,-69 137 1545 0 0,-3 5-143 0 0,49-92-1004 0 0,13-31-173 0 0,0 1-1 0 0,3 1 1 0 0,-16 65 0 0 0,25-66-563 0 0,5-35-633 0 0,0-3-168 0 0,1-21-1185 0 0,1-7-4882 0 0,-2 10 2952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7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76 284 0 0,'6'-4'745'0'0,"1"-1"1"0"0,-1 2-1 0 0,1-1 1 0 0,-1 1-1 0 0,1 0 0 0 0,0 0 1 0 0,13-3-1 0 0,53-9 820 0 0,-54 12-1259 0 0,42-8 897 0 0,104-4 1 0 0,-127 22-3091 0 0,-37-7 1320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7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15 588 0 0,'0'0'1562'0'0,"17"1"405"0"0,-15-1-1916 0 0,153-12 3571 0 0,-48 8-4746 0 0,-91 7-2164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8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20 528 0 0,'0'0'678'0'0,"10"34"3530"0"0,-12-17-3521 0 0,0-1 0 0 0,-2 1 0 0 0,0-1 0 0 0,-1 0 0 0 0,0 0 0 0 0,-1-1 0 0 0,-13 24 0 0 0,9-18-175 0 0,1 0 199 0 0,-2 0 1 0 0,-16 25-1 0 0,26-45-358 0 0,21-24-159 0 0,130-154-125 0 0,-137 163-115 0 0,78-82-341 0 0,-91 96 386 0 0,0-1 0 0 0,0 1 0 0 0,1 0 0 0 0,-1-1 0 0 0,0 1 0 0 0,1 0 0 0 0,-1-1 0 0 0,0 1 0 0 0,1 0 0 0 0,-1 0 0 0 0,0-1 0 0 0,1 1 1 0 0,-1 0-1 0 0,0 0 0 0 0,1-1 0 0 0,-1 1 0 0 0,1 0 0 0 0,-1 0 0 0 0,0 0 0 0 0,1 0 0 0 0,-1 0 0 0 0,1 0 0 0 0,-1 0 0 0 0,1 0 0 0 0,-1 0 0 0 0,0 0 1 0 0,1 0-1 0 0,-1 0 0 0 0,1 0 0 0 0,-1 0 0 0 0,1 0 0 0 0,-1 0 0 0 0,0 0 0 0 0,1 0 0 0 0,-1 1 0 0 0,1-1 0 0 0,-1 0 0 0 0,0 0 0 0 0,1 1 0 0 0,-1-1 1 0 0,0 0-1 0 0,1 0 0 0 0,-1 1 0 0 0,0-1 0 0 0,1 0 0 0 0,-1 1 0 0 0,0-1 0 0 0,0 0 0 0 0,1 1 0 0 0,-1-1 0 0 0,0 1 0 0 0,0-1 0 0 0,0 0 0 0 0,0 1 1 0 0,1-1-1 0 0,-1 1 0 0 0,0-1 0 0 0,0 0 0 0 0,0 1 0 0 0,0-1 0 0 0,0 1 0 0 0,0-1 0 0 0,0 1 0 0 0,0 0 0 0 0,-2 30 218 0 0,-15 30 591 0 0,-11 84 0 0 0,23-116-630 0 0,5 19 143 0 0,4-34-7528 0 0,-13-24 3875 0 0,2 2 253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82 704 0 0,'0'0'1437'0'0,"2"-2"-786"0"0,10-2 31 0 0,1 0 1 0 0,-1 0-1 0 0,1 1 1 0 0,-1 1-1 0 0,16-2 1 0 0,45-10-56 0 0,-68 13-1028 0 0,1-1-1 0 0,-1 0 1 0 0,0 0-1 0 0,1-1 1 0 0,-1 1-1 0 0,-1-1 1 0 0,1-1 0 0 0,0 1-1 0 0,-1 0 1 0 0,6-7-1 0 0,-1 0-1344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8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2 832 0 0,'28'-1'4146'0'0,"71"0"-388"0"0,-37 2-3217 0 0,-57 1-653 0 0,-3 0-1208 0 0</inkml:trace>
  <inkml:trace contextRef="#ctx0" brushRef="#br0" timeOffset="1">49 108 104 0 0,'19'7'4177'0'0,"120"-11"786"0"0,-132 4-5148 0 0,-1-1 1 0 0,0 1 0 0 0,0-1 0 0 0,0-1 0 0 0,8-1 0 0 0,10-11-4281 0 0,-18 8 2395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9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1 144 0 0,'1'12'2944'0'0,"-20"77"4195"0"0,14-62-6195 0 0,0-2 0 0 0,-13 37 0 0 0,8-30-107 0 0,1 0-1 0 0,-9 55 1 0 0,16-69 403 0 0,0 3-4221 0 0,2-11-1734 0 0,1-24 756 0 0,0 3 1057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9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68 620 0 0,'5'-3'752'0'0,"1"-1"1"0"0,0 1-1 0 0,0 0 1 0 0,0 1-1 0 0,7-3 0 0 0,63-11 1776 0 0,-38 9-1764 0 0,-32 6-663 0 0,23-6 355 0 0,-1 1 0 0 0,1 1 0 0 0,1 2 1 0 0,38 1-1 0 0,-51 5-1609 0 0,-38 9-6750 0 0</inkml:trace>
  <inkml:trace contextRef="#ctx0" brushRef="#br0" timeOffset="1">31 191 764 0 0,'0'0'74'0'0,"0"1"-1"0"0,-1-1 1 0 0,1 0-1 0 0,0 0 1 0 0,0 0-1 0 0,0 0 1 0 0,0 0-1 0 0,0 1 1 0 0,0-1-1 0 0,0 0 1 0 0,0 0-1 0 0,-1 0 1 0 0,1 0-1 0 0,0 1 1 0 0,0-1-1 0 0,0 0 1 0 0,0 0-1 0 0,0 0 1 0 0,0 0-1 0 0,0 1 1 0 0,0-1-1 0 0,0 0 1 0 0,0 0-1 0 0,0 0 1 0 0,0 1-1 0 0,0-1 1 0 0,0 0-1 0 0,0 0 1 0 0,0 0-1 0 0,1 0 1 0 0,-1 1-1 0 0,0-1 1 0 0,0 0-1 0 0,0 0 1 0 0,0 0-1 0 0,0 0 1 0 0,0 0-1 0 0,0 1 1 0 0,0-1-1 0 0,1 0 1 0 0,-1 0-1 0 0,0 0 1 0 0,0 0-1 0 0,0 0 1 0 0,0 0-1 0 0,1 0 1 0 0,-1 0-1 0 0,0 1 1 0 0,0-1-1 0 0,0 0 1 0 0,0 0 0 0 0,1 0-1 0 0,-1 0 1 0 0,18 5 1718 0 0,20-1-229 0 0,137-4 862 0 0,-163 0-3648 0 0,-5 0-3379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39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34 600 0 0,'1'-25'5511'0'0,"-1"25"-5412"0"0,0 0-1 0 0,0-1 0 0 0,0 1 0 0 0,0 0 1 0 0,0-1-1 0 0,0 1 0 0 0,0 0 1 0 0,0-1-1 0 0,0 1 0 0 0,0 0 1 0 0,0-1-1 0 0,0 1 0 0 0,0 0 1 0 0,-1 0-1 0 0,1-1 0 0 0,0 1 1 0 0,0 0-1 0 0,0-1 0 0 0,-1 1 1 0 0,1 0-1 0 0,0 0 0 0 0,0-1 0 0 0,-1 1 1 0 0,1 0-1 0 0,0 0 0 0 0,-1 0 1 0 0,1 0-1 0 0,0-1 0 0 0,0 1 1 0 0,-1 0-1 0 0,1 0 0 0 0,0 0 1 0 0,-1 0-1 0 0,1 0 0 0 0,0 0 1 0 0,-1 0-1 0 0,1 0 0 0 0,-18 4 1202 0 0,14-3-1126 0 0,0 1 1 0 0,1 0-1 0 0,-1 0 0 0 0,0 0 1 0 0,1 1-1 0 0,-6 4 0 0 0,2 2 145 0 0,1 1-1 0 0,0-1 1 0 0,0 1-1 0 0,1 0 0 0 0,1 1 1 0 0,0-1-1 0 0,0 1 1 0 0,-2 12-1 0 0,5-20-276 0 0,0 0 0 0 0,1 0-1 0 0,-1-1 1 0 0,1 1 0 0 0,-1 0-1 0 0,1 0 1 0 0,0 0 0 0 0,1 0 0 0 0,-1 0-1 0 0,0 0 1 0 0,1 0 0 0 0,0-1-1 0 0,-1 1 1 0 0,1 0 0 0 0,0 0 0 0 0,0-1-1 0 0,1 1 1 0 0,-1 0 0 0 0,0-1-1 0 0,1 0 1 0 0,0 1 0 0 0,0-1-1 0 0,-1 0 1 0 0,1 0 0 0 0,1 0 0 0 0,-1 0-1 0 0,0 0 1 0 0,0 0 0 0 0,1 0-1 0 0,-1-1 1 0 0,1 1 0 0 0,-1-1-1 0 0,1 0 1 0 0,0 0 0 0 0,-1 0 0 0 0,5 1-1 0 0,0-1-96 0 0,0 1-1 0 0,0-1 1 0 0,1-1-1 0 0,-1 0 1 0 0,0 0-1 0 0,0 0 1 0 0,0-1-1 0 0,0 0 1 0 0,0 0-1 0 0,0-1 1 0 0,8-2-1 0 0,30-15-2598 0 0,-5-5-4328 0 0,-26 14 3340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0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36 0 0,'1'0'9355'0'0,"14"-2"-9155"0"0,37 3 1066 0 0,-21-1-1898 0 0,35 6 1 0 0,-60-6-884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1 624 0 0,'78'2'5358'0'0,"-57"-2"-4810"0"0,0 1 0 0 0,25 3-1 0 0,-36-4-918 0 0,-4-1-3517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1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40 0 0,'-2'2'7570'0'0,"-4"13"-3609"0"0,-26 105-1585 0 0,-12 66-456 0 0,24-113-1389 0 0,17-59-553 0 0,-6 19 240 0 0,8-32-409 0 0,1 0-1 0 0,-1 1 1 0 0,0-1-1 0 0,1 0 1 0 0,-1 1 0 0 0,0-1-1 0 0,0 0 1 0 0,0 0-1 0 0,0 0 1 0 0,0 0-1 0 0,0 0 1 0 0,0 0-1 0 0,0 0 1 0 0,0 0-1 0 0,0 0 1 0 0,-1 0-1 0 0,1-1 1 0 0,-2 2 0 0 0,2-19-10154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1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1 552 0 0,'-13'21'4450'0'0,"2"-3"-2500"0"0,2 0 1 0 0,-10 25-1 0 0,14-31-1514 0 0,1 1 0 0 0,0 0 0 0 0,1 0 0 0 0,0 0 1 0 0,1 0-1 0 0,1 1 0 0 0,0-1 0 0 0,1 14 0 0 0,0-24-375 0 0,1 0-1 0 0,-1 0 1 0 0,0 0 0 0 0,1-1-1 0 0,0 1 1 0 0,0 0 0 0 0,0 0-1 0 0,0 0 1 0 0,0-1-1 0 0,0 1 1 0 0,1-1 0 0 0,-1 1-1 0 0,1-1 1 0 0,0 1 0 0 0,0-1-1 0 0,-1 0 1 0 0,2 0 0 0 0,-1 0-1 0 0,0 0 1 0 0,0 0 0 0 0,1 0-1 0 0,-1-1 1 0 0,1 1 0 0 0,-1-1-1 0 0,1 0 1 0 0,3 2 0 0 0,-4-3-8 0 0,28-9 4 0 0,-25 5-111 0 0,0 0-1 0 0,0 0 1 0 0,0-1-1 0 0,0 1 1 0 0,0-1-1 0 0,-1 0 1 0 0,0-1 0 0 0,0 1-1 0 0,-1-1 1 0 0,1 1-1 0 0,-1-1 1 0 0,0 0-1 0 0,-1 0 1 0 0,0-1-1 0 0,3-8 1 0 0,-2 4-59 0 0,-1-1 0 0 0,0 1 0 0 0,-1-1 0 0 0,0 0 0 0 0,-1 0 0 0 0,0 0 0 0 0,-3-20 0 0 0,2 29 72 0 0,0-1 0 0 0,0 0-1 0 0,0 0 1 0 0,0 0-1 0 0,0 1 1 0 0,-1-1-1 0 0,0 1 1 0 0,0-1 0 0 0,0 1-1 0 0,0 0 1 0 0,0 0-1 0 0,-1 0 1 0 0,1 0 0 0 0,-1 0-1 0 0,0 0 1 0 0,-4-2-1 0 0,6 4 17 0 0,0 0 0 0 0,-1 1-1 0 0,1-1 1 0 0,-1 1-1 0 0,1 0 1 0 0,-1-1 0 0 0,1 1-1 0 0,-1 0 1 0 0,1 0 0 0 0,-1 0-1 0 0,0 0 1 0 0,1 0 0 0 0,-1 0-1 0 0,1 0 1 0 0,-1 1 0 0 0,1-1-1 0 0,-4 1 1 0 0,-24 11-795 0 0,4 9-1351 0 0,10-5-3242 0 0,10-10 2494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1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1 628 0 0,'0'0'1108'0'0,"-5"11"2098"0"0,-35 43 2075 0 0,-10 15-2072 0 0,46-62-2933 0 0,0 1 1 0 0,0 0-1 0 0,0-1 1 0 0,1 2 0 0 0,1-1-1 0 0,-1 0 1 0 0,-1 16-1 0 0,3-22-240 0 0,1 0-1 0 0,0 1 1 0 0,0-1 0 0 0,0 0-1 0 0,0 0 1 0 0,0 1 0 0 0,0-1 0 0 0,1 0-1 0 0,-1 0 1 0 0,1 0 0 0 0,-1 0-1 0 0,1 0 1 0 0,0 0 0 0 0,0 0-1 0 0,0 0 1 0 0,0 0 0 0 0,0 0-1 0 0,1 0 1 0 0,-1 0 0 0 0,0-1-1 0 0,1 1 1 0 0,-1 0 0 0 0,1-1-1 0 0,0 0 1 0 0,0 1 0 0 0,-1-1-1 0 0,1 0 1 0 0,0 0 0 0 0,0 0-1 0 0,0 0 1 0 0,0 0 0 0 0,0 0-1 0 0,0-1 1 0 0,1 1 0 0 0,-1 0-1 0 0,0-1 1 0 0,0 0 0 0 0,0 0 0 0 0,0 0-1 0 0,1 0 1 0 0,2 0 0 0 0,0 0-30 0 0,1 0 1 0 0,-1-1 0 0 0,0 1 0 0 0,1-1 0 0 0,-1 0 0 0 0,0-1 0 0 0,1 1 0 0 0,-1-1 0 0 0,0 0-1 0 0,0 0 1 0 0,-1-1 0 0 0,1 1 0 0 0,0-1 0 0 0,-1 0 0 0 0,1-1 0 0 0,4-4 0 0 0,-3 1-67 0 0,-1-1 1 0 0,0 0-1 0 0,0 0 1 0 0,0-1-1 0 0,-1 0 1 0 0,-1 1 0 0 0,1-2-1 0 0,2-10 1 0 0,-5 14-23 0 0,1-1-1 0 0,-1 1 1 0 0,0-1 0 0 0,0 1 0 0 0,-1-1 0 0 0,0 1 0 0 0,0-1-1 0 0,-1 0 1 0 0,0 1 0 0 0,0-1 0 0 0,0 1 0 0 0,-5-12 0 0 0,5 16-37 0 0,0 0 0 0 0,-1 0 0 0 0,1 0 1 0 0,-1 0-1 0 0,0 1 0 0 0,1-1 0 0 0,-1 0 1 0 0,0 1-1 0 0,0-1 0 0 0,0 1 0 0 0,0-1 0 0 0,0 1 1 0 0,-1 0-1 0 0,1 0 0 0 0,0 0 0 0 0,-1 0 1 0 0,1 1-1 0 0,0-1 0 0 0,-4 0 0 0 0,4 1-572 0 0,-19 3-1337 0 0,16-3 1478 0 0,1 0-339 0 0,-1 2-2907 0 0,-6 2 801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42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101 183 116 0 0,'0'0'101'0'0,"0"0"0"0"0,0 0 0 0 0,0 0 0 0 0,0 0 0 0 0,1 0-1 0 0,-1 0 1 0 0,0 0 0 0 0,0 0 0 0 0,0 0 0 0 0,0 0 0 0 0,1 0 0 0 0,-1 0 0 0 0,0 1 0 0 0,0-1 0 0 0,0 0-1 0 0,0 0 1 0 0,0 0 0 0 0,1 0 0 0 0,-1 0 0 0 0,0 1 0 0 0,0-1 0 0 0,0 0 0 0 0,0 0 0 0 0,0 0 0 0 0,0 0 0 0 0,0 0-1 0 0,0 1 1 0 0,0-1 0 0 0,0 0 0 0 0,0 0 0 0 0,1 0 0 0 0,-1 1 0 0 0,0-1 0 0 0,0 0 0 0 0,0 0 0 0 0,0 0-1 0 0,0 0 1 0 0,-1 1 0 0 0,1-1 0 0 0,0 0 0 0 0,0 0 0 0 0,0 0 0 0 0,0 1 0 0 0,-5 13 2208 0 0,-13 19-516 0 0,14-26-1191 0 0,-9 16 153 0 0,0 0 0 0 0,2 1 0 0 0,0 1 0 0 0,-8 31 0 0 0,13-16 67 0 0,6-39-746 0 0,-4 2 437 0 0,5-14-488 0 0,1 1 0 0 0,0-1 0 0 0,0 1 0 0 0,1 0 0 0 0,0 0-1 0 0,0 0 1 0 0,1 0 0 0 0,1 0 0 0 0,10-17 0 0 0,4-2 14 0 0,41-47-1 0 0,-58 72-38 0 0,1 1 0 0 0,0 0 1 0 0,0 0-1 0 0,0 1 0 0 0,0-1 0 0 0,0 1 1 0 0,0-1-1 0 0,1 1 0 0 0,-1 0 0 0 0,1 0 1 0 0,4-1-1 0 0,-7 3 7 0 0,1 0 0 0 0,-1-1 1 0 0,0 1-1 0 0,1 0 0 0 0,-1 1 1 0 0,0-1-1 0 0,1 0 0 0 0,-1 0 1 0 0,0 0-1 0 0,1 1 0 0 0,-1-1 1 0 0,0 1-1 0 0,0-1 0 0 0,1 1 1 0 0,-1 0-1 0 0,0-1 0 0 0,0 1 1 0 0,0 0-1 0 0,0 0 0 0 0,0 0 1 0 0,0 0-1 0 0,0 0 0 0 0,0 0 1 0 0,0 0-1 0 0,0 0 0 0 0,-1 0 1 0 0,1 0-1 0 0,0 0 0 0 0,-1 0 1 0 0,1 1-1 0 0,-1-1 0 0 0,1 0 1 0 0,-1 0-1 0 0,1 1 0 0 0,-1 1 1 0 0,9 25 453 0 0,9 50 0 0 0,-13-48-6 0 0,17 48 1 0 0,-18-65-748 0 0,3 4 2035 0 0,-6-18-1670 0 0,0 0-1 0 0,-1 1 1 0 0,1-1-1 0 0,-1 0 0 0 0,1 0 1 0 0,-1 0-1 0 0,0 0 1 0 0,1 0-1 0 0,-1 1 0 0 0,0-1 1 0 0,1 0-1 0 0,-1 0 1 0 0,0 0-1 0 0,0 0 0 0 0,0 0 1 0 0,0 0-1 0 0,0 0 1 0 0,0 0-1 0 0,0 0 0 0 0,-1-2 1 0 0,6-50 566 0 0,15-72-1 0 0,-16 104-588 0 0,2 0 0 0 0,1 0 1 0 0,0 0-1 0 0,2 1 0 0 0,0 0 0 0 0,15-23 0 0 0,29-32-2936 0 0,-53 67 317 0 0,-1 5 339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52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1 192 0 0,'0'0'5928'0'0,"-2"9"-9525"0"0,-7-6 2174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7:53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15 448 0 0,'0'0'9206'0'0,"14"-14"-6471"0"0,-15 15-3152 0 0,0 0 0 0 0,-1 0 0 0 0,1 0 0 0 0,-1 0 0 0 0,1 0 0 0 0,-1 0 0 0 0,0-1 0 0 0,1 1 0 0 0,-1 0 0 0 0,0-1 0 0 0,1 1 0 0 0,-1-1 0 0 0,0 0 0 0 0,0 1 0 0 0,-2-1 0 0 0,-9 0-2800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4:26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1 110 384 0 0,'2'-4'3184'0'0,"-2"11"-1540"0"0,0 32-1158 0 0,0-37-462 0 0,0 0 1 0 0,1 0-1 0 0,-1 0 1 0 0,1 0-1 0 0,-1 0 1 0 0,1 0-1 0 0,-1-1 1 0 0,1 1 0 0 0,0 0-1 0 0,0 0 1 0 0,0-1-1 0 0,0 1 1 0 0,0-1-1 0 0,0 1 1 0 0,1-1-1 0 0,-1 1 1 0 0,0-1-1 0 0,1 0 1 0 0,2 3 0 0 0,0-3-9 0 0,0 0 0 0 0,1 0 1 0 0,-1 0-1 0 0,0-1 1 0 0,0 1-1 0 0,0-1 0 0 0,1 0 1 0 0,-1 0-1 0 0,0 0 1 0 0,0-1-1 0 0,0 0 0 0 0,0 0 1 0 0,1 0-1 0 0,-1 0 1 0 0,0 0-1 0 0,-1-1 0 0 0,1 0 1 0 0,7-4-1 0 0,7-4-273 0 0,1-2-1 0 0,19-16 1 0 0,-36 27 238 0 0,13-12-548 0 0,0-1 0 0 0,-1-1-1 0 0,15-19 1 0 0,-16 19-242 0 0,14-20-670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4:33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14 284 0 0,'0'0'2102'0'0,"11"-11"252"0"0,-8 8-4468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4:34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0 256 0 0,'0'0'1094'0'0,"6"6"1426"0"0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4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38 256 0 0,'22'-22'3507'0'0,"-22"22"-3347"0"0,8-11 691 0 0,0 6 1380 0 0,-19 38-1498 0 0,-11 56 0 0 0,11-38-224 0 0,0 2 108 0 0,-3 56 0 0 0,12-89-421 0 0,-1 29 363 0 0,3-48-530 0 0,-1-2-197 0 0,0 1 0 0 0,1-1 0 0 0,-1 1 0 0 0,0-1 0 0 0,1 0 0 0 0,-1 1 0 0 0,1-1 0 0 0,-1 0 0 0 0,1 0 0 0 0,-1 1 0 0 0,1-1 0 0 0,0 0 0 0 0,-1 0 0 0 0,1 0 0 0 0,0 1 0 0 0,0-1 0 0 0,-1 0 0 0 0,1-1 0 0 0,-7-16-3856 0 0,3 9 1898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6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62 212 0 0,'-16'-21'6329'0'0,"-39"27"-5622"0"0,54-6-665 0 0,-1 1 369 0 0,12 1-237 0 0,17 0-13 0 0,120-24 194 0 0,-11 1-210 0 0,-34 13-1333 0 0,-102 8 644 0 0,-2 5-1428 0 0,-11-2 141 0 0,3-1 142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7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23 516 0 0,'20'-4'801'0'0,"0"0"0"0"0,1 1 0 0 0,22 0 0 0 0,27-5-2840 0 0,-69 8 1090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7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1 112 0 0,'-2'6'620'0'0,"-2"0"0"0"0,1 0 0 0 0,0-1 0 0 0,-8 10 0 0 0,7-10-367 0 0,0 0 0 0 0,0 1 0 0 0,0 0 0 0 0,1 0 0 0 0,-4 10 0 0 0,-31 115 1821 0 0,29-84-1277 0 0,9-46-735 0 0,13-8 286 0 0,89-112-891 0 0,1-2-375 0 0,-102 120 908 0 0,0 1 0 0 0,-1-1 0 0 0,1 0 0 0 0,0 0 0 0 0,0 0 0 0 0,0 1 0 0 0,0-1 0 0 0,0 0 0 0 0,0 1 0 0 0,0-1 0 0 0,0 1 0 0 0,0-1 0 0 0,0 1 0 0 0,0-1 0 0 0,0 1 0 0 0,2-1 0 0 0,-3 1 12 0 0,1 1-1 0 0,-1-1 1 0 0,1 0 0 0 0,-1 0-1 0 0,1 0 1 0 0,-1 1-1 0 0,0-1 1 0 0,1 0-1 0 0,-1 0 1 0 0,1 1-1 0 0,-1-1 1 0 0,0 0-1 0 0,1 1 1 0 0,-1-1 0 0 0,0 1-1 0 0,0-1 1 0 0,1 0-1 0 0,-1 1 1 0 0,0-1-1 0 0,0 1 1 0 0,0-1-1 0 0,1 0 1 0 0,-1 1-1 0 0,0-1 1 0 0,0 1 0 0 0,0 0-1 0 0,1 41 351 0 0,-1-40-334 0 0,-3 33 386 0 0,1 0 0 0 0,2 0 1 0 0,6 44-1 0 0,-3-67-375 0 0,-1 0-748 0 0,-1-4-3741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8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10 320 0 0,'19'0'364'0'0,"1"-2"-64"0"0,-2 2-28 0 0,-3-1-76 0 0,2-1-92 0 0,-2 4-152 0 0,0-4-208 0 0,-8 1-268 0 0,4-2 120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8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8 460 0 0,'0'0'2030'0'0,"3"0"-1439"0"0,12 1 193 0 0,1 0 0 0 0,0-1 0 0 0,22-3 0 0 0,-22 2-342 0 0,-1 0 0 0 0,1 0 0 0 0,29 4 0 0 0,-12-1-1539 0 0,-13-7-2959 0 0,-13 1 2460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8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0 640 0 0,'2'34'3342'0'0,"0"14"-1633"0"0,-28 141 1641 0 0,15-114-2480 0 0,4-22 84 0 0,1 68 1 0 0,6-114-879 0 0,1-5-72 0 0,-1-1 0 0 0,0 0 0 0 0,0 1-1 0 0,0-1 1 0 0,0 0 0 0 0,0 1 0 0 0,0-1 0 0 0,0 0 0 0 0,0 1 0 0 0,0-1 0 0 0,-1 0 0 0 0,1 1 0 0 0,-1-1 0 0 0,1 0 0 0 0,-1 0 0 0 0,1 1-1 0 0,-2 0 1 0 0,2-1-130 0 0,-7-23-1802 0 0,9-33-3669 0 0,1 37 3170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39 448 0 0,'0'-1'201'0'0,"1"1"-1"0"0,0-1 1 0 0,-1 0-1 0 0,1 0 1 0 0,0 1 0 0 0,0-1-1 0 0,0 1 1 0 0,0-1-1 0 0,0 0 1 0 0,0 1 0 0 0,0 0-1 0 0,0-1 1 0 0,0 1-1 0 0,0 0 1 0 0,0-1 0 0 0,0 1-1 0 0,0 0 1 0 0,2 0-1 0 0,28-3 1313 0 0,-14 1-771 0 0,96-13 1266 0 0,-72 12-1470 0 0,20-4-4273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9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11 188 0 0,'17'0'564'0'0,"-7"-1"-40"0"0,-2 1-60 0 0,4-2-44 0 0,1 1-20 0 0,2-1-32 0 0,0 2-36 0 0,-2 0-56 0 0,1-1-12 0 0,1 1-80 0 0,-5-2-104 0 0,-2 2-104 0 0,2 0-108 0 0,-2-1-108 0 0,1 1-376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2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26 160 0 0,'0'0'441'0'0,"2"-15"1991"0"0,-4 14-2351 0 0,0 0-1 0 0,0-1 1 0 0,-1 1 0 0 0,1 0-1 0 0,0 0 1 0 0,-1 0 0 0 0,1 1-1 0 0,-1-1 1 0 0,1 0 0 0 0,-1 1-1 0 0,1 0 1 0 0,-1-1 0 0 0,0 1-1 0 0,1 0 1 0 0,-1 0 0 0 0,1 1-1 0 0,-1-1 1 0 0,1 0 0 0 0,-1 1-1 0 0,1 0 1 0 0,-1-1 0 0 0,1 1-1 0 0,0 0 1 0 0,-1 0 0 0 0,1 1-1 0 0,-4 2 1 0 0,-1-1 86 0 0,0 2-1 0 0,1-1 1 0 0,0 1-1 0 0,0 0 1 0 0,0 0 0 0 0,0 1-1 0 0,-8 11 1 0 0,11-13-38 0 0,0 1 0 0 0,0-1 1 0 0,1 1-1 0 0,0-1 0 0 0,0 1 0 0 0,0 0 0 0 0,-2 9 0 0 0,4-12-74 0 0,0 0 0 0 0,-1 0 0 0 0,1 0 0 0 0,0 0 0 0 0,0 0 0 0 0,0 0-1 0 0,0 0 1 0 0,1 0 0 0 0,-1 1 0 0 0,1-1 0 0 0,-1 0 0 0 0,1 0-1 0 0,0 0 1 0 0,-1 0 0 0 0,1-1 0 0 0,0 1 0 0 0,0 0 0 0 0,0 0-1 0 0,1 0 1 0 0,-1-1 0 0 0,0 1 0 0 0,2 1 0 0 0,2 1-1 0 0,-1-1-1 0 0,0 0 1 0 0,1 0 0 0 0,0-1-1 0 0,-1 1 1 0 0,1-1 0 0 0,0 0-1 0 0,0 0 1 0 0,1 0 0 0 0,-1-1-1 0 0,0 0 1 0 0,0 0 0 0 0,1 0 0 0 0,-1-1-1 0 0,0 0 1 0 0,8 0 0 0 0,-5-1-557 0 0,-1 0 0 0 0,1 0 1 0 0,0-1-1 0 0,-1 0 1 0 0,0 0-1 0 0,1-1 0 0 0,-1 0 1 0 0,0 0-1 0 0,0-1 1 0 0,-1 0-1 0 0,9-6 0 0 0,-3 1-1589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30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0 680 0 0,'35'4'3187'0'0,"61"-3"0"0"0,-57-1-3589 0 0,-31-2-3159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30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26 292 0 0,'4'0'356'0'0,"20"1"665"0"0,0-2 1 0 0,1 0-1 0 0,-1-2 1 0 0,31-7-1 0 0,-50 6-1132 0 0,5-3-2952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6:30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0 168 0 0,'-68'48'5111'0'0,"56"-39"-4647"0"0,2 1 0 0 0,-1 0 0 0 0,1 1 0 0 0,1 0 1 0 0,0 0-1 0 0,-12 22 0 0 0,18-27-284 0 0,0-1-1 0 0,0 1 0 0 0,0 0 1 0 0,1 0-1 0 0,-2 9 1 0 0,3-14-141 0 0,1 1 1 0 0,0-1-1 0 0,0 1 1 0 0,0 0-1 0 0,0-1 1 0 0,0 1-1 0 0,0-1 1 0 0,0 1-1 0 0,0 0 1 0 0,1-1-1 0 0,-1 1 0 0 0,0-1 1 0 0,1 1-1 0 0,0-1 1 0 0,-1 1-1 0 0,1-1 1 0 0,0 1-1 0 0,0-1 1 0 0,-1 0-1 0 0,1 1 1 0 0,0-1-1 0 0,0 0 1 0 0,1 0-1 0 0,-1 0 1 0 0,0 0-1 0 0,0 0 1 0 0,2 1-1 0 0,3 2 29 0 0,0-1 0 0 0,1 0 0 0 0,-1-1-1 0 0,0 0 1 0 0,1 0 0 0 0,0 0 0 0 0,-1-1-1 0 0,1 1 1 0 0,0-2 0 0 0,0 1 0 0 0,0-1 0 0 0,-1 0-1 0 0,1 0 1 0 0,0-1 0 0 0,9-2 0 0 0,-5 1-37 0 0,0-1 1 0 0,0 0 0 0 0,-1-1 0 0 0,1-1-1 0 0,-1 1 1 0 0,0-1 0 0 0,-1-1 0 0 0,16-11-1 0 0,-23 15-19 0 0,1 0 0 0 0,-1 0 0 0 0,0-1-1 0 0,0 1 1 0 0,0-1 0 0 0,0 0 0 0 0,-1 1-1 0 0,1-1 1 0 0,-1 0 0 0 0,1 0 0 0 0,-1 0-1 0 0,0 0 1 0 0,0 0 0 0 0,0 0 0 0 0,-1-1 0 0 0,1 1-1 0 0,-1 0 1 0 0,0 0 0 0 0,0 0 0 0 0,0-1-1 0 0,0 1 1 0 0,0 0 0 0 0,-2-4 0 0 0,1 1 23 0 0,0 1 1 0 0,-1 0 0 0 0,1-1-1 0 0,-1 1 1 0 0,-1 0 0 0 0,1 0 0 0 0,-1 0-1 0 0,0 0 1 0 0,0 1 0 0 0,0-1 0 0 0,0 1-1 0 0,-7-6 1 0 0,5 5-145 0 0,-20-18-652 0 0,12 9-5795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16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80 0 0,'0'0'2811'0'0,"-13"18"-1612"0"0,-2-8-3744 0 0,9-8 1676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4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8 324 0 0,'17'-8'4160'0'0,"24"9"-3995"0"0,-39-1-150 0 0,0 0-18 0 0,11 1 75 0 0,-1 0 0 0 0,25 4 0 0 0,-3 0 176 0 0,94-1 448 0 0,-72-4-906 0 0,94 13 0 0 0,-105-7-2819 0 0,-36-4 1693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21 52 0 0,'-1'-7'574'0'0,"1"6"-497"0"0,0 1 0 0 0,0-1 0 0 0,0 1 0 0 0,0-1 0 0 0,0 1 0 0 0,0-1 0 0 0,0 1 0 0 0,0-1 0 0 0,0 1-1 0 0,0-1 1 0 0,0 1 0 0 0,0 0 0 0 0,0-1 0 0 0,0 1 0 0 0,0-1 0 0 0,0 1 0 0 0,1-1 0 0 0,-1 1 0 0 0,0-1 0 0 0,0 1-1 0 0,0-1 1 0 0,1 1 0 0 0,-1 0 0 0 0,0-1 0 0 0,1 1 0 0 0,0-2 1049 0 0,6 14-542 0 0,-8 13-396 0 0,1-1 1 0 0,2 0 0 0 0,0 0-1 0 0,10 42 1 0 0,-3-13-122 0 0,7 33 10 0 0,-7-42-921 0 0,-1 0 0 0 0,-3 0 0 0 0,0 86 0 0 0,-7-109-311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9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0 280 0 0,'0'0'513'0'0,"-25"2"1396"0"0,-5 13-1494 0 0,1 2 0 0 0,-48 37 0 0 0,19-12-263 0 0,-120 91-2389 0 0,139-106 1187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0 188 0 0,'0'9'148'0'0,"0"2"-8"0"0,2 1-20 0 0,0-2-44 0 0,-1-1-64 0 0,1 3-56 0 0,-2 0-64 0 0,0-3-116 0 0,0 2 52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5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65 220 0 0,'305'-3'1503'0'0,"-263"0"-1445"0"0,335-27 2456 0 0,-243 27-1902 0 0,68-4-522 0 0,-70-7-2975 0 0,-113 10 1693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5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52 0 0,'5'1'364'0'0,"13"-1"-208"0"0,-13 2-12 0 0,7-2 92 0 0,1 3-144 0 0,-3-2 8 0 0,-1-1-16 0 0,-1 2-84 0 0,0-2-76 0 0,2 1-116 0 0,0-2-208 0 0,0 1 92 0 0</inkml:trace>
  <inkml:trace contextRef="#ctx0" brushRef="#br0" timeOffset="1">443 61 36 0 0,'12'5'356'0'0,"0"2"-44"0"0,1-2-68 0 0,-1-2-64 0 0,1-2-216 0 0,-3 1-148 0 0,0-2-200 0 0,5 0 92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48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1 312 0 0,'4'31'971'0'0,"0"0"0"0"0,-2 51 1 0 0,-2-39-598 0 0,3 142 68 0 0,9 88-370 0 0,-12-238 8 0 0,2 0-1 0 0,2 0 0 0 0,15 64 1 0 0,-18-90-54 0 0,0 0-1 0 0,0 0 1 0 0,-1 0 0 0 0,0 0 0 0 0,-1 0 0 0 0,0 0 0 0 0,-3 11 0 0 0,-2 34 107 0 0,0 157 222 0 0,7-195-347 0 0,1-1 1 0 0,5 22-1 0 0,-6-34-30 0 0,2 7 112 0 0,-2-10-143 0 0,-1 0 0 0 0,0 0-1 0 0,0 0 1 0 0,1 1 0 0 0,-1-1-1 0 0,0 0 1 0 0,0 0 0 0 0,0 1-1 0 0,0-1 1 0 0,1 0 0 0 0,-1 0-1 0 0,0 1 1 0 0,0-1 0 0 0,0 0-1 0 0,0 1 1 0 0,0-1 0 0 0,0 0-1 0 0,0 0 1 0 0,0 1 0 0 0,0-1-1 0 0,0 0 1 0 0,0 1 0 0 0,0-1-1 0 0,0 0 1 0 0,0 1 0 0 0,0-1-1 0 0,0 0 1 0 0,0 0 0 0 0,0 1-1 0 0,0-1 1 0 0,0 0 0 0 0,-1 0-1 0 0,1 1 1 0 0,0-1 0 0 0,0 0-1 0 0,0 0 1 0 0,0 1 0 0 0,-1-1-1 0 0,1 0 1 0 0,0 0 0 0 0,0 1-1 0 0,-1-1 1 0 0,1 0 0 0 0,0 0-1 0 0,0 0 1 0 0,-1 0 0 0 0,1 0-1 0 0,0 1 1 0 0,0-1 0 0 0,-1 0-1 0 0,1 0 1 0 0,0 0 0 0 0,-1 0-1 0 0,0 0-835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0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525 0 192 0 0,'0'0'3308'0'0,"-26"12"-2198"0"0,-202 198 1879 0 0,18-15-4666 0 0,168-162-1261 0 0,24-17 1258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84 312 0 0,'-3'-8'981'0'0,"1"0"1"0"0,0 0-1 0 0,0 0 1 0 0,1 0-1 0 0,-1-11 1 0 0,2 18-671 0 0,1-1-50 0 0,-1 0 0 0 0,0 1-1 0 0,1-1 1 0 0,-1 0 0 0 0,1 1 0 0 0,-1-1 0 0 0,1 1 0 0 0,0-1-1 0 0,0 1 1 0 0,0-1 0 0 0,0 1 0 0 0,0 0 0 0 0,1-2 0 0 0,2 16-251 0 0,0 0 0 0 0,-1 0 0 0 0,-1 1 0 0 0,0-1 0 0 0,0 25 1 0 0,1 14-80 0 0,1-27 3 0 0,-1 0 0 0 0,-2 0 1 0 0,-2 38-1 0 0,-4-48-165 0 0,2-8-1075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4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1 244 0 0,'29'7'2180'0'0,"27"7"-729"0"0,-29-7-959 0 0,0 0-1 0 0,34 15 1 0 0,-53-19-439 0 0,-1 1 1 0 0,0 0 0 0 0,0 0 0 0 0,-1 0 0 0 0,1 1 0 0 0,-1 0-1 0 0,0 0 1 0 0,0 1 0 0 0,-1 0 0 0 0,1 0 0 0 0,-1 0-1 0 0,7 13 1 0 0,-9-13-34 0 0,-1-1 0 0 0,1 1 0 0 0,-1 0 0 0 0,-1 1 0 0 0,1-1 0 0 0,-1 0 0 0 0,0 0 0 0 0,-1 1 0 0 0,0-1 0 0 0,0 0 0 0 0,0 1 0 0 0,0-1 0 0 0,-1 0 0 0 0,0 1 0 0 0,-1-1 0 0 0,1 0 0 0 0,-1 0 0 0 0,0 0 0 0 0,-4 7 0 0 0,-6 12 13 0 0,-1-1 1 0 0,-2 0-1 0 0,-18 24 0 0 0,18-26-14 0 0,-52 58-799 0 0,47-58-559 0 0,6-14-879 0 0,7-3 942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4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1 404 0 0,'0'0'1727'0'0,"-2"29"-87"0"0,-125 386 3264 0 0,103-323-4184 0 0,16-59-442 0 0,-12 36-1 0 0,19-65-636 0 0,-6 16 69 0 0,4-14-5201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6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35 477 204 0 0,'0'0'44'0'0,"0"0"0"0"0,1 0 1 0 0,-1 0-1 0 0,0 0 0 0 0,0 0 0 0 0,0 0 0 0 0,0 0 0 0 0,0 0 1 0 0,0 1-1 0 0,0-1 0 0 0,0 0 0 0 0,0 0 0 0 0,0 0 1 0 0,0 0-1 0 0,-1 0 0 0 0,1 0 0 0 0,0 0 0 0 0,0 1 0 0 0,0-1 1 0 0,0 0-1 0 0,0 0 0 0 0,0 0 0 0 0,0 0 0 0 0,0 0 0 0 0,0 0 1 0 0,0 0-1 0 0,0 0 0 0 0,0 0 0 0 0,0 1 0 0 0,-1-1 1 0 0,1 0-1 0 0,0 0 0 0 0,0 0 0 0 0,0 0 0 0 0,0 0 0 0 0,0 0 1 0 0,0 0-1 0 0,0 0 0 0 0,0 0 0 0 0,-1 0 0 0 0,1 0 1 0 0,0 0-1 0 0,0 0 0 0 0,0 0 0 0 0,0 0 0 0 0,0 0 0 0 0,0 0 1 0 0,0 0-1 0 0,-1 0 0 0 0,1 0 0 0 0,0 0 0 0 0,0 0 1 0 0,0 0-1 0 0,0 0 0 0 0,0 0 0 0 0,0 0 0 0 0,0 0 0 0 0,0 0 1 0 0,-1-1-1 0 0,1 1 0 0 0,0 0 0 0 0,0 0 0 0 0,0 0 0 0 0,-1-11 1267 0 0,4-24-1128 0 0,-2 26-281 0 0,-4 27 990 0 0,-24 43-94 0 0,24-46-554 0 0,5-11-13 0 0,16-16 79 0 0,3-3-351 0 0,14-1 18 0 0,-33 16 18 0 0,-1 0-1 0 0,1-1 0 0 0,0 1 0 0 0,-1 0 1 0 0,1 0-1 0 0,0 0 0 0 0,-1 0 0 0 0,1 0 1 0 0,0 0-1 0 0,-1 1 0 0 0,1-1 1 0 0,-1 1-1 0 0,1-1 0 0 0,-1 1 0 0 0,1-1 1 0 0,-1 1-1 0 0,1 0 0 0 0,-1 0 0 0 0,1-1 1 0 0,1 3-1 0 0,53 37 130 0 0,-55-39-37 0 0,-1-1-69 0 0,1 0 1 0 0,-1 0 0 0 0,0 0-1 0 0,0 0 1 0 0,1 0 0 0 0,-1 0 0 0 0,0 0-1 0 0,1 0 1 0 0,-1 0 0 0 0,0 0-1 0 0,0 0 1 0 0,1-1 0 0 0,-1 1-1 0 0,0 0 1 0 0,1 0 0 0 0,-1 0-1 0 0,0 0 1 0 0,0 0 0 0 0,1 0 0 0 0,-1-1-1 0 0,0 1 1 0 0,0 0 0 0 0,0 0-1 0 0,1 0 1 0 0,-1-1 0 0 0,0 1-1 0 0,0 0 1 0 0,0 0 0 0 0,0-1 0 0 0,1 1-1 0 0,-1 0 1 0 0,0 0 0 0 0,0-1-1 0 0,0 1 1 0 0,0 0 0 0 0,0 0-1 0 0,0-1 1 0 0,0 1 0 0 0,0 0-1 0 0,0-1 1 0 0,0 1 0 0 0,0 0 0 0 0,0-1-1 0 0,0 1 1 0 0,0 0 0 0 0,0 0-1 0 0,0-1 1 0 0,0 1 0 0 0,-3-14 66 0 0,1 1 1 0 0,1-1 0 0 0,0 1-1 0 0,0-1 1 0 0,2 1 0 0 0,0-1 0 0 0,0 1-1 0 0,4-16 1 0 0,-1 4-58 0 0,-3 10-23 0 0,21-246-85 0 0,-22 259 75 0 0,0 0 1 0 0,0 0-1 0 0,0 0 0 0 0,1 0 1 0 0,-1 0-1 0 0,1 0 1 0 0,-1 0-1 0 0,1 0 0 0 0,0 0 1 0 0,-1 0-1 0 0,1 0 1 0 0,0 0-1 0 0,0 1 0 0 0,1-1 1 0 0,-1 0-1 0 0,0 1 1 0 0,1-1-1 0 0,-1 1 0 0 0,0-1 1 0 0,1 1-1 0 0,0 0 1 0 0,-1-1-1 0 0,1 1 0 0 0,2-1 1 0 0,3-1-14 0 0,1 0 0 0 0,-1 0-1 0 0,1 0 1 0 0,15-2 0 0 0,-6 1 0 0 0,7 0-597 0 0,-1 1 0 0 0,1 0 1 0 0,28 2-1 0 0,-47-4-2611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7:57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35 300 0 0,'4'-22'4884'0'0,"-1"20"-4746"0"0,0 1 0 0 0,1-1 0 0 0,-1 1 0 0 0,0-1 0 0 0,0 1 0 0 0,1 0 0 0 0,-1 0 0 0 0,0 1 0 0 0,1-1 0 0 0,-1 1 0 0 0,1-1 0 0 0,-1 1 0 0 0,6 1 0 0 0,-8-1-42 0 0,34 3 539 0 0,-33-2-622 0 0,1 0 0 0 0,-1 0 1 0 0,1 0-1 0 0,-1 0 0 0 0,1 1 1 0 0,-1-1-1 0 0,0 1 0 0 0,1-1 1 0 0,-1 1-1 0 0,0 0 0 0 0,0 0 1 0 0,0 0-1 0 0,-1 0 0 0 0,1 0 1 0 0,0 1-1 0 0,-1-1 0 0 0,0 0 1 0 0,1 1-1 0 0,1 3 0 0 0,-2-2-14 0 0,1 0 0 0 0,-1 0 0 0 0,0 0 0 0 0,0 1 0 0 0,-1-1 0 0 0,1 0 0 0 0,-1 0 0 0 0,0 0 0 0 0,0 1 0 0 0,0-1 0 0 0,0 0 0 0 0,-1 0 0 0 0,0 0 0 0 0,-2 8 0 0 0,-1-2 6 0 0,0-1 0 0 0,-1 0 0 0 0,0 0 0 0 0,0-1 0 0 0,-1 0 0 0 0,-9 11 0 0 0,-9 14 63 0 0,-12 19 12 0 0,36-51-30 0 0,-11 24 2478 0 0,46-31-2324 0 0,52-15 0 0 0,-8-8-6379 0 0,-65 22 3307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0:36.70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20 307 100,'0'0'198,"0"0"-9,0 0-3,0 0-6,0 0-12,0 0-5,0 0-5,0 0-5,0 0-7,0 0-8,0 0-10,-17-15-5,17 15-8,0 0-7,0 0-6,0 0-6,0 0-5,0 0-3,0 0-8,0 0-2,0 0 2,0 0-10,0 0-2,0 0-13,0 0 3,0 0-4,0 0-6,0 0-9,0 0-2,0 0-2,0 0-3,0 0-6,0 0-2,39-5-3,-28 4 1,4-3-6,3 2-1,-3 1-1,2-3-2,1 4-2,-4-1 2,4 2-3,-1-2 3,-1-1-4,-5 4-3,2-1 3,0 1-2,-13-2-2,24 2-2,-15-2 0,-9 0-9,15 0-7,-15 0-1,17 1-2,-17-1-6,0 0-2,0 0-4,0 0-6,15-1-2,-15 1-14,0 0-17,0 0-20,0 0-24,0 0-26,0 0-28,0 0-16,0 0-42,0 0-170,0 0-427,0 0 190</inkml:trace>
  <inkml:trace contextRef="#ctx0" brushRef="#br0" timeOffset="610">20 459 104,'0'0'134,"0"0"-5,0 0-9,0 0-1,0 0-7,0 0-5,-11 6 0,11-6-6,0 0-5,0 0-6,0 0-3,-9 7 3,9-7-3,0 0-5,0 0 3,0 0-4,0 0 1,0 0 0,0 0 2,0 0-2,0 0-4,0 0 4,0 0-5,0 0 3,0 0-7,0 0 4,0 0-9,0 0 0,0 0 2,0 0-8,0 0-9,0 0-3,0 0-2,0 0-4,0 0-6,0 0-1,0 0-3,0 0 0,0 0 2,0 0-4,17 10 6,-17-10-8,0 0-4,25 0 3,-14 2-3,-11-2-3,29-4 6,-11 3-3,0 1-4,5-2-2,-7 0 3,10 2-8,-8 0 4,-3 0 6,0 0-15,-2-1 2,-13 1-2,19-2-1,-19 2-2,18-2-2,-18 2-1,11-2 4,-11 2-1,12-1-3,-12 1-1,0 0 3,12-4 10,-12 4-6,0 0-3,0 0 4,0 0 2,0 0-12,0 0 3,0 0 8,9 9-5,-9-9 0,0 0 0,0 0 2,0 0-8,0 0 1,0 0 7,0 0-7,0 0-11,0 0-10,0 0-14,0 0-15,0 0-18,0 0-22,0 0-33,0 0-30,0 0-47,0 0-55,0 0-209,0 0-500,0 0 221</inkml:trace>
  <inkml:trace contextRef="#ctx0" brushRef="#br0" timeOffset="1595">654 157 62,'0'0'177,"0"0"-6,0 0-8,0 0-7,0 0-6,0 0-23,0 0 0,0 0-6,0 0-7,0 0-7,0 0-5,-13-8-4,13 8-5,0 0-8,0 0-5,0 0-6,0 0-6,0 0-6,0 0-7,0 0-5,0 0-9,0 0 1,0 0-5,0 0 2,17-23-8,-17 23-3,11-7-1,-11 7-3,13-4-6,-13 4 1,12-6-3,-4 2-4,-8 4 0,14-6-2,-14 6 0,13-1 0,-13 1-1,18-4 1,-18 4-6,14 0 4,-14 0-2,0 0-3,18 2-1,-18-2-1,11 2 2,-11-2-1,10 3 3,-10-3-2,9 4-2,-9-4 4,8 5-6,-8-5 2,10 7 0,-10-7 5,4 9-4,-4-9-1,4 11 1,-4-11 0,6 10-2,-6-10 6,3 14-4,-3-14 5,3 17-1,-3-17 7,-4 18 3,1-9 0,3-9-2,-5 19-1,-1-5 1,1-5 1,2 0-2,-4 3 2,1-1 2,0 1 10,-3 2-2,-3-2-1,-1 2 1,1-2 4,2-1-4,-4 1 0,2 1 0,-2-1-1,1 0-4,2 1 3,2-1-6,-3-1 3,3-5-7,-2 3 4,-1 2-6,5-4 0,-1 0-3,2-1 0,6-6 2,-9 13-2,9-13-4,-6 10 2,6-10-3,-8 8 2,8-8-2,0 0-2,-4 10 2,4-10 4,0 0-4,0 0 8,0 0 1,-8 7 2,8-7 6,0 0-3,0 0 4,0 0 11,0 0-10,0 0 3,0 0-2,0 0 11,0 0-9,0 0-5,38-7-4,-38 7 3,18-3-3,-6 1-2,-12 2 1,22-3 1,-6 1-5,1-1 3,0 3-5,-2 0 4,-3 0-4,1-1-2,-13 1-2,17 0 3,-17 0-3,14 0-2,-14 0 5,0 0-2,16-2 0,-16 2-3,0 0 5,11-2-5,-11 2 0,0 0-2,0 0 1,0 0-5,0 0 8,0 0-13,0 0-12,0 0-7,0 0-16,0 0-13,0 0-20,0 0-16,0 0-21,0 0-16,0 0-27,0 0-25,0 0-34,0 0-231,0 0-483,0 0 214</inkml:trace>
  <inkml:trace contextRef="#ctx0" brushRef="#br0" timeOffset="2376">1210 201 116,'0'0'202,"0"0"-12,0 0-6,0 0-11,0 0-9,-12-10-10,12 10-10,0 0-13,0 0-8,-12-3-9,12 3 1,0 0-13,0 0-4,0 0-5,-20 3 0,20-3-7,-10 5-4,1 2-1,9-7-4,-15 13-6,1-5-2,5 3-5,-3 0 8,0 1-3,0 0-1,1 2-5,-1 0-6,0 2-7,3-2-1,-3 7 0,1-7-9,0-2 2,5 2-2,0 4-4,0-6-7,5 2 2,-1-2-9,-2 0 3,4-1 2,0-11-3,6 14-1,0-5-6,1-2 1,2-3-4,8-1-1,3-3-8,-2 2-5,2-6-3,2 4-3,-4-5-10,2 0 5,-2-3-6,0 3 6,-1-3-2,-3-1 0,1 0-2,0-1 4,-6-3-2,3-1 3,-3 4 0,-3-4 4,0 2 0,-3-3 0,2 2 1,-1-2-1,-4 3 1,-3-2 0,3 14 2,-3-21 2,0 10-2,-1 3-2,4 8 1,-9-16 0,1 9 1,8 7-4,-11-9 17,5 4-2,6 5-4,-13-9 1,13 9 2,-9-5-6,9 5-12,0 0-19,-9-8-24,9 8-25,0 0-25,0 0-26,0 0-15,0 0-23,0 0-39,0 0-210,0 0-451,0 0 200</inkml:trace>
  <inkml:trace contextRef="#ctx0" brushRef="#br0" timeOffset="2954">1564 142 201,'0'0'205,"0"0"-9,0 0-7,0 0-13,-27 19-12,27-19-12,-11 9-5,7-2-6,4-7-3,-12 12-10,6-5-6,1 2 5,-5 4-4,2-3-12,-3 2-10,4 2-2,-2-2-2,3 2-6,0 0-10,3 1-8,-2-2-5,-1 3-6,5-1-5,-1 0-7,-1 1-3,6 0-5,-1-4-3,1 0 0,1-1-5,2-2-3,2 3-2,-1-5-3,1 0 2,2 0-7,-1-2-4,4 0-10,0-2 0,-1-3-5,2 0 4,-14 0-1,23-3-1,-13 1 2,-1-1 4,2-2-4,-1 0-2,-2-4 2,1 2-5,-1-5 2,-5-1-1,1-1 2,-2 0-1,-2-1 0,0 0-1,-2-2 0,-2-1 1,-1 0-1,1 1 0,-2 1-1,-2 1-1,0-1 4,2 2-3,-1 1 2,-1 2-3,-1 1 0,6 2-2,-3-1 0,6 9-1,-12-11-2,12 11-22,-9-8-31,9 8-26,-6-5-15,6 5-24,0 0-38,0 0-47,0 0-256,0 0-502,0 0 223</inkml:trace>
  <inkml:trace contextRef="#ctx0" brushRef="#br0" timeOffset="3532">2082 115 123,'0'0'233,"0"0"-11,0 0-10,0 0-7,0 0-18,0 0-21,0 0-14,0 0-18,0 0-14,0 0-15,0 0-6,0 0 3,0 0 3,0 0-7,-20 23-6,12-11-1,-1 1-6,-1 2-3,-4 3-11,6-2-5,-4 0-6,2 5-4,1 2-3,-5-3-5,7-2-3,-3 5-5,3-7 1,1 0-12,-2 0 5,2 1-11,-1-1 4,1-6-3,1 1 0,2-2-7,3-9-2,-6 13 1,6-13 4,-5 13-3,5-13-1,0 0 3,-3 9-1,3-9-6,0 0 1,0 0-1,0 0-6,0 0 0,0 0 4,0-37-4,0 37-7,5-26 6,-1 10-3,3 0 1,0-7 2,2 0-3,2 2-1,1 0 1,-2-1-2,3 0-2,0 3 1,-2 4 2,-2 2 3,-2-1-3,4 1 1,-3 2 0,-1-1-5,1 6-2,-1-3 4,-1 2 1,2 1 1,-8 6 1,9-12 1,-9 12-3,9-5 0,-9 5 3,9-1-1,-9 1-3,0 0 7,20 10 5,-14-5-1,0 4 3,0 0 0,1 1 2,0 3 8,0 0-3,-1 4 3,3-4-2,0 3 0,-1 2-2,-1-1-1,2 4-3,1-7 4,-3 2-4,2 0 1,-3 0-2,3-2-1,2-2-4,-4 3-2,1-5 0,-2-2 0,2 2 5,-4-4-5,2 1 1,-6-7 0,6 13 0,-6-13 4,5 8 6,-5-8 4,0 0 0,0 0-7,0 0-2,0 0 1,18-21 2,-13 13-4,-2-1 0,1-7 0,2 4-5,-3-4-1,3 0 15,2-1-17,-1-10 15,4 3-17,-2 1-4,2-2 3,-4 2-1,2 0 0,0 8 0,-1-8 6,-1 7-8,1 0-1,0 2 8,-1-1-3,-1 0 1,-1 7-1,1-2-1,0 0-5,-6 10 7,4-13-2,-4 13 2,6-11-4,-6 11 3,6-9-3,-6 9 1,0 0 1,0 0-8,7-10 3,-7 10-4,0 0 8,0 0-9,0 0 30,0 0-6,0 0-4,0 0 1,0 0-2,0 0 1,0 0-2,0 0 0,0 0-4,0 0-2,-19 26 6,19-26 1,0 0-4,-3 9-10,3-9-21,0 0-16,0 0-24,-6 10-19,6-10-39,-6 9-36,6-9-53,0 0-55,-9 5-272,9-5-583,0 0 259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50:53.524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224 47 27,'0'0'141,"0"0"-11,6-12-15,-6 12-1,0 0-6,3-9-7,-3 9-5,0 0-8,0 0-12,0 0 3,9-7-11,-9 7-2,0 0-2,0 0 0,3-9-4,-3 9 0,0 0-1,0 0-4,0 0-3,0 0 3,8-10 0,-8 10-1,0 0 1,0 0-5,0 0-1,0 0-2,0 0-4,0-11-3,0 11 2,0 0-6,0 0-5,0 0-1,0 0-2,0 0-9,0 0-7,0 0 6,0 0-2,0 0-2,0 0 1,0 0-2,0 0-7,0 0 5,0 0-8,0 0 4,0 0-1,0 0-1,0 0-2,0 0 4,0 0 7,0 0 2,0 0-3,-20 36 4,7-21 6,4 6 6,-5 0 0,-3 2-4,2 0 2,2 0 0,-1 1 1,-3 1-2,4 0 3,1-1-3,1-1 0,-3-2-2,5-2-5,2-1 0,1-3 0,0 1-5,0-2 1,-2-1-1,2-3-3,6-1-1,-6 0 0,6-9-2,-3 13 0,3-13-4,-2 12 3,2-12-4,0 0 4,-3 10 0,3-10 2,0 0-3,-3 11-6,3-11-6,0 0-7,0 0-5,0 0-6,0 0-10,0 0-13,0 0-11,-6 7-27,6-7-36,0 0-42,0 0-52,0 0-148,0 0-394,0 0 174</inkml:trace>
  <inkml:trace contextRef="#ctx0" brushRef="#br0" timeOffset="540">460 71 157,'0'0'189,"0"0"-25,0 0-13,0 0-33,0 0-4,0 0-11,0 0-4,0 0-19,0 0-5,0 0-7,0 0-4,0 0-8,0 0-3,-3 28-10,3-28 16,-4 18-2,-3-6-6,1 1 11,3 1-5,-7-2-4,4 4 1,-2 0-5,2 2-4,-4-3-1,-3 8 1,6-7-4,1 5-5,0-4-2,-5 0-3,8 0-1,-3-1-4,0-3-3,5 2 0,-2-2-4,3 0-4,0-13 3,1 17 0,2-7-3,3-2 2,0-3-1,5 0-2,-2-1-6,4-2 6,4 0-3,0-2 1,-2-4-1,3 0-4,-3-3 4,5 1-4,-7-1-5,0-4 1,2-1-2,-3-3-1,1 2-5,-1-2-6,5-5 2,-11-3 3,2-2-2,-1 2 2,-1 0-2,0 6-1,-3-6 4,-6 6-1,3 3-1,-6-1-1,3 4-1,-1 1 7,-2 3 1,6 7-4,-17-10 1,7 4-2,0 5 2,10 1 2,-19 3-2,19-3 0,-26 8-8,12-3-21,1 2-16,1 4-26,4-6-34,-1 1-44,9-6-183,-14 9-363,11-3 160</inkml:trace>
  <inkml:trace contextRef="#ctx0" brushRef="#br0" timeOffset="1067">964 68 18,'0'0'142,"0"0"-7,0 0-7,0 0-2,0 0-9,0 0-6,-14 30-2,4-17-10,1-3-6,1 4-7,-4-2-2,-2 4-4,1 3-2,-4 1-7,0-3-5,5 6-2,2-2 6,-2 0-5,1-1-7,0 1-6,5-6-5,3 1-5,0 0-1,0 0-4,0-3-2,3 0-2,0-13-6,3 21 3,0-12-1,3-2-4,-3 0-2,8-2 0,-11-5-1,20 6 2,-11-6-5,7 0-3,1-2-2,-3-3 0,-1-1-2,2-1 0,-4-1 1,6-4-4,-8 1 1,4-6-4,-7 2 1,2-6-1,-2-2-2,-3-2-15,0 1-6,-3-1 6,-3 3-3,0-1-2,0-2 4,-5 2 3,2 5-3,0 5 4,-1 0 3,-2 1-2,3 4-1,-2 2 2,-1 0-1,9 6 0,-24-3-9,24 3-22,-21 5-33,13 1-45,-1-1-49,1 2-148,8-7-339,-6 10 150</inkml:trace>
  <inkml:trace contextRef="#ctx0" brushRef="#br0" timeOffset="1516">1368 68 195,'6'-7'185,"-6"7"-19,0 0-23,0 0-14,0 0-10,0 0-13,0 0-14,0 0-17,6 21 5,-6-21-8,-3 23-10,0-7 3,0 2-9,-5 2-2,2 5 0,-6-2-1,1 1-5,2 3-2,-1-1-7,-4 0 5,2-1-5,1 1-9,1-3 3,-2 0-6,1-2-2,5-5 1,-4-4-6,7 1-4,-4-5 2,4 1-4,3-9 2,-7 12 0,4-7 14,3-5 9,0 0 15,0 0-1,0 0-5,0 0-8,0 0-5,0 0-3,0 0-3,23-29-3,-13 14-3,-1 0-2,5-1-3,-4-7-12,6 1-9,-3-3-2,1-1 1,-1 4-2,4-1 0,-5 2 2,-1 2-3,1 3 1,-5 4 1,2 0 1,-2 3 5,0 2-2,-1 0 4,-1 0 0,-5 7-2,9-5-2,-9 5 1,10-4-2,-10 4 2,0 0 4,0 0 3,23 11-5,-17-6 0,-6-5-1,11 14 5,-5-5-1,3 3 1,-2-1 1,-1 5 2,2-4 1,4 2 2,-9 1-3,8 2 0,-8-4 2,7 3-1,-4 0 0,3 0 1,5 0-1,-6-4 1,4 2-3,-5-2 0,11-2-6,-7 2 5,0-6-1,-2-1 3,1 1 1,-4-2-1,-6-4 10,17 1 3,-17-1 2,17-4 2,-8-1-1,1-3 5,-1 1 1,-1-6 5,1-1-5,-3-3-5,5-6 2,-5-2 3,1-1-3,-7-2-6,6-9-2,-6 9-2,3 2 0,0-1 1,-3 3-5,3 1 0,-1 7 8,-2-2 6,3 5 3,-3 2 0,0 11-6,6-17 0,-6 17-1,0-15-4,0 15-2,0-10-1,0 10-3,0 0-3,11-6-1,-11 6 0,0 0-5,18 0 5,-18 0-5,0 0 7,0 0-8,18 6 1,-18-6-5,0 0-10,0 0-11,9 3-9,-9-3-16,0 0-21,0 0-31,0 0-32,0 0-31,0 0-74,-26 16-231,13-16-505,13 0 225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1:57.572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54 165 98,'0'0'118,"0"0"-15,0 0 0,0 0-9,-6-11-8,6 11-1,0 0-2,0 0-10,0 0-7,0 0-4,-6-8 4,6 8-1,0 0-4,0 0-3,-6-7 0,6 7 1,0 0-1,0 0 1,0 0-21,0 0 12,0 0 0,0 0-9,0 0 1,0 0-1,0 0-1,0 0 2,0 0-7,0 0-3,0 0 2,0 0-7,0 0 0,0 0 4,-6-10-12,6 10-3,0 0 4,0 0-5,0 0 1,0 0-4,0 0 8,0 0-6,0 0 4,0 0-2,0 0 0,0 0-4,0 0-1,0 0 4,32 3 1,-32-3-5,18 0 1,-18 0 1,23-3-1,-8 3-1,1 0-2,1 0-1,3 0 1,5-1-2,3 2 0,-1 2 1,5-1 2,5-2-2,6 0 1,-13 0 3,11-2 0,0 4-1,0-2-2,1 0-1,0 1 2,1-2-1,-3 1 1,3 0-2,-2 1 4,-11-1-4,14 0 1,-6 0-2,6 0 2,-5 0-10,2 0 5,-11 2 1,2-2 4,-1 0-4,-3 0 2,-1 0-1,-1 2 0,1-1-5,-10 1 4,1-2-2,-3 2 3,0 1-6,2-1 2,-4 0-1,-1-2 3,-3 3-3,3-1 0,-12-2-2,17 4 3,-6-2-2,-11-2 2,15 3 1,-5-3-4,-10 0 2,17 2 4,-17-2-4,15 1-1,-15-1 0,15 0 1,-15 0-1,15 0 1,-15 0-1,14-1 3,-14 1-7,12-2 6,-12 2-1,0 0 7,11-3 1,-11 3 4,0 0 2,0 0-1,10-5 0,-10 5 1,0 0-7,0 0 1,0 0 2,0 0-4,8-6-17,-8 6-27,0 0-37,0 0-56,0 0-35,0 0-215,0 0-411,-24-11 182</inkml:trace>
  <inkml:trace contextRef="#ctx0" brushRef="#br0" timeOffset="969">484 0 28,'0'0'148,"0"0"-10,0 0-12,0 0 0,0 0-8,0 0-9,0 0-10,0 0-8,0 0-5,0 0-4,0 0-10,0 0-6,0 0-2,0 0-4,0 0-7,0 0-2,0 0-4,0 0-1,0 0 0,0 0-1,0 0 1,0 0-6,0 0-2,0 0 3,0 0 0,0 0 0,-24 19 4,24-19-10,-9 5 3,9-5-1,-19 6-3,7-4-2,3 1-5,-1 2 2,-1-2-1,-6-2-1,4 6-1,-2-3-1,0 1-4,-2 0 2,3-2-2,-1 2-2,0-1-2,-2 2-2,2-3-2,2 2-1,-1 0 4,-4 0-5,3 3-2,0-3 0,-2 2-1,3-2 0,1-3-2,-1 5 0,4-3 1,0 1 0,1-2-3,2 1 3,7-4-6,-17 5-2,10-1 3,7-4 2,-9 3-4,9-3 1,-11 4 1,11-4-2,-8 5 3,8-5-3,0 0 2,0 0 1,-9 5 0,9-5-3,0 0 2,0 0 0,0 0 3,0 0-3,0 0 1,0 0 0,0 0 0,0 0-2,0 0 5,0 0-1,0 0 0,0 0-3,0 0 0,0 0 2,0 0 2,0 0 1,0 0 2,-7 9-4,7-9 0,0 0-1,0 0-2,0 0-1,0 0 0,0 0-6,0 0 8,0 0-6,0 0 7,0 0-4,0 0 1,0 0-2,0 0 3,0 0-1,0 0-2,0 0-1,0 0 2,0 0 0,0 0 0,0 0 0,0 0 6,0 0-7,0 0 2,0 0-2,0 0 3,0 0 2,0 0 1,0 0 4,0 0 0,0 0 2,0 0-2,0 0-1,0 0 2,0 0-4,0 0 4,0 0 4,0 0 9,0 0-1,0 0 2,24 8 0,-13-4 6,2 0 5,4 2 4,5 0-3,3 1 1,5 2 4,6 1 0,4 3 0,-1-1-8,0 0-3,4 2 1,-1 0-5,-3-2-1,-1 3-3,-9-5-3,-2 1 2,3-2-7,-5-1-1,-6-1 5,-1-1-4,-1 1-4,0-2 2,-4-2-4,-1 1-4,-4 0 5,-1-1 0,-7-3 3,10 5-3,-10-5 3,0 0 0,12 2-2,-12-2 4,0 0-4,0 0-1,0 0-4,12 2 2,-12-2 2,0 0-6,0 0 2,0 0-3,0 0-11,0 0-23,0 0-17,0 0-32,0 0-32,0 0-31,0 0-49,0 0-305,-21 18-539,21-18 239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16.33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256 85 125,'-3'-13'139,"3"13"-6,0 0-15,0 0-9,0-15-17,0 15-6,0 0-10,3-13-3,-3 13-4,0 0-4,4-7-2,-4 7-4,0 0 2,0 0-1,3-10 5,-3 10-4,0 0-1,0 0 0,0 0-7,0 0 7,0 0 2,0 0-4,0 0 1,0 0 2,0 0 4,0 0 4,0 0-4,0 0 2,0 0-5,0 0-3,0-16 0,0 16 3,0 0 0,0 0 0,0 0-2,0 0 3,0 0-4,0 0 1,0 0-5,0 0-2,0 0-1,0 0-1,0 0-4,0-11-1,0 11-6,0 0 5,0 0-6,0 0-5,0 0-5,0 0-2,0 0 5,0 0-10,0 0-2,0 0-6,0 0 2,0 0 1,0 0-7,0 0 8,-15 25-2,15-25-2,-6 13 2,0-7 7,3 5-2,-1 2 4,-3 0-1,4-2-2,-6 9 12,5-3 5,-2 5-3,-2 2 1,2 0 2,0 4-6,-4 0 5,0 7 14,0 2-15,-2-4-2,3 1 2,1-5-1,-1 4 14,-2-5-20,5 0-2,-4 5 15,7-6-13,-5-2-4,2-1 2,-1-4 10,1 4-17,3-7 1,0-3 0,-1 4-4,0-4-2,2-1-5,1-4 5,-2 2-7,3-11 3,-3 16-6,3-16 7,-6 14-4,6-14 11,-3 11-12,3-11 0,0 0 9,-2 14-10,2-14 1,0 0 1,0 0 6,-3 6 6,3-6-1,0 0 3,0 0-6,0 0 7,0 0-9,0 0 7,0 0-6,0 0-1,0 0-3,0 0 4,0 0-25,0 0-3,0 0-23,17-22-23,-17 22-25,3-13-30,-3 13-41,0-11-44,0 11-63,-9-17-86,3 5-246,-5-2-641,-1 0 284</inkml:trace>
  <inkml:trace contextRef="#ctx0" brushRef="#br0" timeOffset="907">256 112 2,'0'0'134,"0"0"2,0 0-5,0 0-11,0 0 2,-8-3-4,8 3-10,0 0-7,0 0-3,0 0 3,-7-8-3,7 8-2,0 0 1,0 0 2,0 0 3,-8-9 0,8 9-3,0 0 3,0 0-6,0 0-4,0 0-3,0 0-1,0 0-4,0 0-1,0 0-5,0 0-5,0 0-5,0 0-6,0 0-5,0 0-2,0 0-4,0 0 2,0 0-4,0 0-2,0 0 0,0 0 0,29-5-3,-29 5-1,23-2-5,-7 4-3,-1-4 7,5 2-14,6-2 0,-1 0-3,6 2-3,-6-2-4,7 2 7,-5-2-7,2 2-3,-9-1-5,-1 1 2,-2 0-1,0 0 0,-4-4-1,-13 4-1,21 0 1,-11 0-2,-10 0 0,18 4-2,-18-4-2,13 0 1,-13 0-3,0 0 0,14-5 1,-14 5-6,0 0-12,0 0 0,0 0-12,0 0-1,0 0-3,0 0 0,0 0-4,0 0-3,0 0-14,0 0-17,0 0-11,0 0-17,0 0-9,-12 23-12,12-23-26,0 0-37,0 0-19,-11 9-202,11-9-434,0 0 192</inkml:trace>
  <inkml:trace contextRef="#ctx0" brushRef="#br0" timeOffset="1547">32 452 81,'0'0'178,"0"0"-9,0 0-6,0 0-7,0 0-17,0 0 5,0 0-9,0 0-2,0 0-10,0 0-13,0 0-2,0 0-2,0 0-7,0 0-2,0 0-7,0 0-10,0 0 2,0 0-10,0 0-3,0 0-7,0 0 2,0 0-2,0 0-4,0 0-6,0 0-1,0 0-2,0 0 5,0 0 7,39-3 2,-39 3-2,24-2-2,-7 2-3,3 0-8,4 0-7,-4 0-2,11-2-1,-5 4-7,3-4 5,-3 2-12,-5 0 1,-3 2-6,-2-2 2,-2 0-6,0 0-1,-2 2-12,-12-2 0,15 3-10,-15-3 2,17 2-6,-17-2 2,9 0-8,-9 0-7,0 0-6,0 0-11,0 0-9,15-2-14,-15 2-22,0 0-22,0 0-25,0 0-18,0 0-28,0 0-59,0 0-140,0 0-410,0 0 181</inkml:trace>
  <inkml:trace contextRef="#ctx0" brushRef="#br0" timeOffset="2078">607 657 92,'0'0'198,"0"0"-7,0 0-8,0 0-12,0 0-13,0 0-8,0 0-12,0 0-11,0 0-11,0 0-10,0 0-10,0 0-5,0 0-11,0 0-7,0 0-7,0 0 4,0 0-2,0 0-2,0 0 0,0 0 12,0 0 3,-15 11-4,10 1-8,2 3 1,-3-1-1,0 2-2,-2 1-4,2-1 0,0 3-4,0-3-2,-1 7-9,4-10-3,-2 6-3,1-2-5,-1 2-5,2-5 0,0 2-8,-2-2 3,-1-1-4,3-2-2,0-4-1,3-7 1,-3 16-5,-1-8 0,4-8-6,-6 9 2,6-9-2,-6 12 1,6-12-5,0 0-1,-3 9-3,3-9-8,0 0-3,0 0-6,-5 8-5,5-8-6,0 0-7,0 0-7,0 0-9,0 0-10,0 0-10,0 0-5,0 0-18,0 0-11,-3 10-20,3-10-15,0 0-22,0 0-71,0 0-148,0 0-410,0 0 181</inkml:trace>
  <inkml:trace contextRef="#ctx0" brushRef="#br0" timeOffset="2532">829 667 168,'0'0'156,"0"0"-7,0 0-18,0 0-10,0 0-18,5-10-3,-5 10-12,0 0 0,0 0-4,0 0-5,0 0-1,0 0-2,0 0 7,0 0-11,0 0-5,0 0 2,0 0-4,0 0-4,0 0-1,0 0-1,0 0-9,0 0-3,0 0 0,0 0-7,0 0 1,0 0-2,0 0 0,0 0-4,0 0 4,0 0 2,0 0 5,0 0 5,0 0 6,0 0-5,0 0 3,0 0-4,0 0-3,0 0 1,0 0 2,0 0-6,-9 34 0,9-34-3,-5 11 2,5-11 5,-6 15-3,4-6 1,2-9 0,-7 18-4,2-3 5,-1-2 7,3-2-13,-6 6 2,5-1 5,-1 1-2,-4 4-2,0 3 8,0-4-16,3 2-1,0-5-2,0 3 1,0-5-12,1 1 3,1 0 0,-1 1-5,2-7 0,2 3-3,-3-2 0,4-11 2,-3 13-6,-1-5-5,4-8 1,-3 11 3,3-11 7,-5 8-10,5-8-3,0 0 6,0 0-7,0 0 4,0 0 0,-1 10 3,1-10 2,0 0-4,0 0 2,0 0-3,0 0-13,0 0-8,0 0-6,0 0-17,0 0-14,0 0-21,0 0-16,0 0-26,0 0-29,0 0-44,0 0-46,0 0-80,0 0-171,-5-37-521,5 37 232</inkml:trace>
  <inkml:trace contextRef="#ctx0" brushRef="#br0" timeOffset="3188">558 876 129,'0'0'214,"0"0"-10,0 0-11,0 0-10,0 0-8,0 0-6,0 0-3,0 0-13,0 0-11,29 3-7,-29-3-7,24-1-12,-9 2-5,2-4-7,0-1-9,-4 4-13,7-4-8,-3 4-5,1-1-6,-2 1-18,-5-2-33,-11 2-40,20 3-45,-20-3-63,13 0-98,-13 0-149,0 0-412,0 0 182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20.27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285 216 118,'0'0'140,"0"0"-9,0 0-5,-3-14-8,3 14-5,0 0 1,0 0-5,3-15 3,-3 15-2,0 0 7,0 0-8,0 0-4,-4-13-4,4 13-1,0 0-5,0 0-7,0 0-7,0 0-3,0 0-9,0 0-9,0 0-2,0 0 1,0 0-2,-20 2-2,20-2-1,-15 16 5,1-5 0,2 2 1,-4 6 1,-2-1 8,-1 3-2,0 1-2,-4 6-3,3-6-4,-1 9-1,3-9-3,3 3-3,3 0-4,0-3-7,1 3 3,5-3-8,-2 0-1,4-4-13,5-3-3,4 0-5,1-2 0,2 0-10,4 2-6,3-9-8,5 2-9,-1-2-9,8-1-6,-1-2-5,1-6-1,1 0-5,-1 1 3,0-6-2,-1 2 9,-1-6 5,-2 3 1,4-4 1,-5 0 4,-1-6 4,-3 3 0,0-3 1,2 0 5,-5 0-2,0 0 3,-1 0 2,-2 7 5,-3-4-1,1 5 10,-1-1 9,-4 4 8,-5 8 3,8-11-2,-4 6-4,-4 5-1,0 0-6,0 0 3,0 0 5,0 0-3,0 0 3,0 0 1,0 0 3,-14 41-3,5-29-3,2 4 4,1 0-3,1 0-1,-4 1 1,5-3-4,1 3 4,1-2-5,1-1-1,1 2-1,0-5 0,1 0 7,5 0-3,0-2-3,2-5-4,5 5 3,-1-5-12,-2 0-3,5-4 2,-3 1-3,3-1-1,-3 0 1,3-5-4,0 3-3,-1-9 7,-5 7 3,0-5-2,-3 0 2,5-3-3,-5 0 2,-3-4 3,0 2-2,-2-2 1,-2-1-2,-4 1 2,1 0 0,-4 0-1,1 1 2,-3 0-3,-2 3-2,0 1 2,-1-1 3,1 5-4,2 1 9,0 2-3,1 1 2,-3-1 0,12 4 0,-17 0 0,17 0 1,-20 6-1,13-1-1,7-5-5,-11 8 4,11-8 1,0 12 1,0-12 0,11 12 2,-1-3 1,7-2 0,7 1 2,4-1 0,3-5-2,1 2-1,7 1-1,5-4 1,0-1 2,-14-1-2,14-4-3,-10 1 3,-6-2-4,1 3 4,-2-5-1,0 1-1,-4-2 1,-6 3 3,1-5 0,-3 0-2,-1 2-2,-2-4 2,-5 0-1,-1 0 1,-3 0 5,0-2 0,-1 4 1,-2 11 2,-2-20 2,2 12 8,0 8-5,-4-14-2,4 14-1,-9-13-2,9 13 1,-14-6-2,14 6-1,-13-5-1,13 5-5,0 0 0,-19 3 0,19-3-3,0 0 0,-9 10 0,5-3 4,4-7-4,-2 17 1,2-17-4,0 18 17,0-9-5,3 1-2,-3 3 4,3-2-3,-1-2 4,-1 2-6,1 0 1,1 0-3,-3-11 1,3 22-2,1-5-2,-2-8 2,1 2 2,-3 0-3,2 3 1,-1 0 0,1-4 1,1 2 2,-2-1 1,1 0 0,-2 2-3,0-2 2,0-11-2,3 17 4,-6-6-4,3-11 9,-2 16-5,-2-10-3,4-6 3,-11 13 0,-1-9-2,0 1-4,-2-1-1,-1-2-21,1 5-18,-2-7-30,5 4-36,-5-3-46,0 0-69,1-1-302,15 0-563,-21-4 249</inkml:trace>
  <inkml:trace contextRef="#ctx0" brushRef="#br0" timeOffset="1875">1704 110 117,'-19'1'165,"19"-1"-8,0 0-10,0 0-8,-22 7-5,22-7-3,-10 6-6,10-6-6,0 0-1,-12 7-4,12-7-5,-8 6 2,8-6-2,-9 8 2,9-8-4,-14 12 1,4-1-2,-4 2 9,-2 6-5,-4 1 0,0 4 2,-7 6-5,0 5 0,-6 0 2,1 2 2,0 1-7,2-2-5,3 4-3,-1-3-4,3 0-5,6 4-20,6-5 0,5-9-6,5 1-4,3 10-9,5-12-13,5 0-8,6 0-22,5-6-20,4-3-24,10 2-24,-5-10-36,10-1-41,-11-3-49,-1-4-69,-8-2-267,0-7-569,-8 1 251</inkml:trace>
  <inkml:trace contextRef="#ctx0" brushRef="#br0" timeOffset="2406">1951 257 205,'0'0'227,"0"0"-14,0 0-20,0 0-17,0 0-19,-11-24-20,11 24-9,6-8-12,-6 8-8,0 0-13,14-8-12,-14 8-7,9-8-5,-9 8-9,8-4-6,-8 4 7,0 0-2,6-7-4,-6 7-2,0 0 4,0 0-5,0 0-3,7-9-1,-7 9-3,0 0-3,0 0-8,0 0 1,0 0-1,0 0-5,11-4 1,-11 4-2,0 0 0,0 0-1,0 0 2,0 0-5,0 0 3,0 0-1,0 0-5,0 0-1,0 0 2,0 0-4,0 0-4,0 0-4,0 0-1,0 0-4,0 0 3,0 0 4,0 0 1,-6 31 4,0-17 12,1 0-5,-2 1 9,1 0 0,-2 1-1,2 7 0,-2-2-1,1-2-5,-1-4 0,2 3-2,-1-1-1,5-1-5,-2 0-1,-3 1-1,1-3-1,3 1-5,0-4 2,0-2-2,3-9 0,0 14-1,0-14 6,-4 12-8,4-12-1,0 0 12,6 13-6,-6-13-3,9 5-1,-9-5 2,18-1-1,-4-1-4,1-2 0,1 2-11,-2-3-15,0 1-5,-2 4-1,-12 0-16,21-4-11,-13 2-18,-8 2-14,15-1-24,-15 1-15,12-2-21,-12 2-17,0 0-22,0 0-44,0 0-198,13 3-458,-13-3 203</inkml:trace>
  <inkml:trace contextRef="#ctx0" brushRef="#br0" timeOffset="2922">2178 377 121,'0'0'208,"0"0"-16,0 0-15,0 0-10,0 0 2,0 0-10,0 0-5,0 0-9,-12 37-1,4-22-11,1 2-9,-3-1-1,-3 4-1,1 1-15,1-1-4,1 1-8,-1 1-7,3-4-9,1-2-6,-1 1-9,2 0-2,0-2-8,2-4-10,1 2-8,1-2-9,2-11-12,-4 17-15,4-17-18,-2 13-10,2-13-17,-3 9-19,3-9-34,0 0-33,0 0-38,0 0-237,0 0-439,0 0 195</inkml:trace>
  <inkml:trace contextRef="#ctx0" brushRef="#br0" timeOffset="3203">2485 292 2,'0'0'242,"0"0"-12,0-11-5,0 11-15,0 0-17,0 0-17,0 0-19,0 0-21,0 0-12,0 0-15,0 0-10,0 0-9,0 0-11,0 0 1,-38 17-5,29-6 0,-2-2-10,2 2-3,2 2-3,-2 0 1,1-2 0,2-2 4,3 2-2,1 2-5,-1-1-3,2 1-1,-1-4 0,2-9-9,0 20 2,3-10-2,4-2 2,-1 2-7,1-1 10,5-3-10,0 2-3,2-2-4,1 2 1,0-3-2,3-2-4,-3 0-4,2 0 4,0 1-3,-2 0-3,2 1-6,-8-1-3,1 0 0,-1-1-2,-1 0-1,-8-3-1,12 8 4,-5-3-5,-7-5-4,8 12 3,-8-12-2,5 11 2,-5-11-3,0 13 1,0-13 3,-9 15-6,-1-8 3,4-1 2,-4 4-1,-4-4-2,2 4 1,-3-4 0,1-1 0,1 2-2,-4 1-5,7-3 6,-3-3 2,0 2-4,2-2-6,11-2-10,-13 7 1,13-7-11,-9 4-7,9-4-6,0 0-5,-14 0-26,14 0-23,0 0-15,0 0-21,0 0-38,-11-14-27,11 14-69,0-14-152,0 14-448,3-19 199</inkml:trace>
  <inkml:trace contextRef="#ctx0" brushRef="#br0" timeOffset="3735">2560 283 125,'0'0'229,"0"0"-9,0 0-15,0 0-18,0 0-13,0 0-20,5-15-13,-5 15-11,0 0-13,15-5-11,-15 5-9,15-6-9,-4 2-11,-1 3-5,7-3-10,-6 4-2,-11 0-10,24-2-5,-15 0-14,-9 2-18,17-5-25,-17 5-30,13 0-29,-13 0-38,0 0-38,11-1-187,-11 1-361,0 0 159</inkml:trace>
  <inkml:trace contextRef="#ctx0" brushRef="#br0" timeOffset="4016">2731 41 126,'0'0'229,"0"0"-20,0 0-17,-9-4-21,9 4-20,0 0-18,0 0-10,0 0-13,0 0-10,0 0-11,0 0-9,-9 24-7,9-24-6,-3 13-3,0-5-4,3-8-8,0 17-3,0-17-9,3 19 1,2-9-1,-4-1-4,4-1-8,4 3-3,-2-5-5,1 2-11,3-4-4,1 0-7,-2-1-15,2-3-3,-12 0-2,26-2 4,-14-1-5,-3 1-10,-1-5 2,-1 1 2,2-2-7,-4-2 5,-5 10 3,6-17 2,-9 6 2,3 11 4,-6-19-7,1 11 9,-2 0-1,-2-5-4,-3 6 5,-2-1-24,4 4-7,-6 0-12,3 1-30,-2 1-178,1 0-292,14 2 129</inkml:trace>
  <inkml:trace contextRef="#ctx0" brushRef="#br0" timeOffset="4532">2930 0 211,'0'0'214,"0"0"-20,-17 0-17,17 0-15,0 0-17,0 0-7,-11 4-6,11-4-3,0 0-3,0 15-2,0-15-6,0 16 1,6-5-2,-1 6-1,4-4-1,-1 5-2,4 5 2,-3 3-8,9 9-5,-4 3-4,1-2-10,-2 2-2,-1 5-1,-4-3-20,1 3 2,-3-2-8,-1 1-4,-4-3-10,-1 0-6,0 0-8,-4-9-3,-4-3 0,2-2 1,-3 3-6,1-6-3,-2 3-5,-1-3-2,-1-1-6,1-7-4,2-3-7,-3 2-3,3-2-8,-4-2 1,5-4-4,-3 1 0,2-1-8,-4 0 2,2 1-4,2-3-7,9-3-2,-12 5-8,12-5-10,-14 2-10,14-2-11,0 0-10,-13 2-15,13-2-23,0 0-14,-9 6-16,9-6-26,0 0-222,0 0-435,0 0 193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25.46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17 19 208,'0'0'258,"0"0"-10,0 0-11,0 0-18,-17-2-15,17 2-16,0 0-16,0 0-16,0 0-12,0 0-16,0 0-7,0 0-8,0 0-12,0 0-10,0 0-4,0 0-2,0 0-4,0 0-9,0 0-1,44-1-10,-27 1-6,1-1-7,0-1-5,0 2-3,2-3-6,-2 1-2,8 0-3,-7 2-3,0-1-2,-4 0-1,-3-1-1,-12 2-4,20 0 3,-20 0-9,16 0-10,-16 0-13,12-2-10,-12 2-16,0 0-20,14 0-19,-14 0-18,0 0-14,0 0-14,0 0-19,0 0-19,0 0-16,0 0-237,0 0-445,0 0 198</inkml:trace>
  <inkml:trace contextRef="#ctx0" brushRef="#br0" timeOffset="437">85 222 69,'0'0'222,"0"0"-12,0 0-11,0 0-17,0 0-8,0 0-13,0 0-8,0 0-15,0 0-7,0 0-5,0 0-5,0 0-3,0 0 3,0 0-5,0 0-4,0 0-2,0 0 0,0 0 0,0 0-9,0 0 9,0 0-15,0 0-2,0 0-2,0 0-1,0 0-6,0 0-4,0 0-8,0 0-3,0 0-1,0 0-10,14 7-8,-14-7-5,22-2-2,-7 1-9,1 1-1,3-2-2,-1 0 7,10 1-14,-3 1-1,0 0-3,2-2-5,-8 4 3,0-4-12,-7 2-33,-2 2-20,2-2-19,0 1-28,-12-1-38,14 2-54,-14-2-55,0 0-307,0 0-591,0 0 261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27.13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60 26 50,'0'0'188,"0"0"-13,0 0-6,0 0-9,0 0-12,0 0-10,0 0-12,0 0-4,0 0 2,0 0-3,0 0 1,0 0-3,0 0-3,0 0-2,0 0 1,20-20-7,-20 20-3,0 0-3,0 0-7,0 0-8,0 0 6,0 0-11,0 0-9,0 0-6,0 0 0,6-6-12,-6 6-5,0 0-2,0 0-6,0 0-5,0 0-3,0 0-9,0 0 13,0 0-6,0 0-7,0 0-2,0 0 0,0 0-2,0 0-3,0 0 1,0 0 0,9 22-6,-9-22 4,0 19 0,3-6 9,-6 2 1,6 1 4,-3 10-2,-4-2 15,2 2 1,-4 2 5,1 1 1,2-1-4,-3 2-3,2-5 5,1 3 1,-2-1-6,-1 0 2,3-2-3,0-2 1,0-1-2,2-4-5,-5 1 0,6-5 11,-3 2-18,3-7-5,0-9 1,-3 16 0,3-16 1,0 13 0,0-13-4,0 0 5,-2 13-3,2-13 3,0 0-1,0 0 0,0 0-9,0 0-16,0 0-9,0 0-8,0 0-18,0 0-41,0 0-33,0 0-26,-11-38-23,11 38-33,-3-13-39,3 13-37,-6-13-58,0 4-209,2 1-574,4 8 254</inkml:trace>
  <inkml:trace contextRef="#ctx0" brushRef="#br0" timeOffset="563">629 4 203,'0'0'224,"0"0"-10,0 0-8,0 0-17,0 0-16,0 0-16,0 0-13,0 0-13,0 0-6,0 0-2,0 0-1,0 0-5,0 0-4,0 0-6,-24 29-4,18-23-5,-2 2 7,-4 5 1,2 1 1,-1-1-8,-3 2-7,-1 3 4,0 2-7,-2 1-3,4-2-7,-1 3 0,5 0-3,-4 0 7,5-2-14,2-3-2,0 0-8,1 0 2,4-1-4,1 2 2,1-3-11,1 0-5,2-4-3,1 2-4,4-2-4,-1-2-3,5-1-7,-1-3-3,2 3-3,1-7 1,-1-1-1,-2 0-1,3 2-8,-15-2 3,23-5-5,-14-1 4,3 1 4,-3 1-7,1-6-4,1 2 5,-2-4 3,0 2-2,-3-2-7,0-3 2,-3 4 3,2-6-5,-5 3-2,1-5 2,-1 1 0,-1 3-3,-1-4 1,-2 1 5,1 1-8,-2-1 5,-1 2 3,0 0 5,0 2-10,0 4-6,-2-2 4,5 2 3,-1 3-3,4 7-2,-8-15 1,8 15-15,-4-11-18,4 11-16,-5-7-19,5 7-18,0 0-26,0 0-17,0 0-11,0 0-22,0 0-25,0 0-17,0 0-33,0 0-252,0 0-535,0 0 237</inkml:trace>
  <inkml:trace contextRef="#ctx0" brushRef="#br0" timeOffset="1172">1160 46 72,'0'0'196,"0"0"-9,0 0-15,0 0-12,0 0-17,0 0-12,0 0-10,0 0-7,0 0-4,0 0-6,0 0-1,0 0 1,-30 14-3,30-14-2,0 0-3,0 0-4,0 0-7,0 0-6,0 0-5,0 0-6,-15 0 2,15 0-2,-14 5-1,14-5 0,-15 4 1,3 3-4,1-3-2,1 3 4,-1-1-8,-3 3-2,5-2-3,-3 2-1,-1 2-4,-1 0-2,0 1 3,-4 6 3,5-5-5,0 2 1,4 1 4,-3-1-6,2 5 7,-2-1 4,4-2-4,2 1-3,0 5-3,1-4 3,5-3-3,0 2-4,5-3-8,-2 4 0,3-7-5,2 3 2,2-4 4,2-2-7,-1-1-4,7 1 12,2-4-15,5 0-2,-5-4-1,-3-1 1,2-1 0,0-5-8,0 1 2,-2-3 13,-1 2-13,-5-3-7,1-2 3,0-1-3,-3-2 4,-1-3-3,-2 3 3,-2-5-3,-2 3 4,-4-9-1,2 0-2,-1 2-5,-4-2-1,1-1 3,1 3-4,0 6 4,0 1-10,-2 0 4,-1 2-14,3 2-30,-4 2-36,1 3-45,-6 3-51,-4 3-79,-2-1-378,2 2-685,-3-2 303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49.60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294 55 75,'0'0'127,"0"0"-8,0 0 7,-8-8 1,8 8-12,0 0-8,0 0-4,0 0-11,-3-10 7,3 10-11,0 0 1,0 0-7,-8-9-4,8 9-5,0 0 0,0 0-3,-6-9-3,6 9-1,0 0-5,0 0-1,0 0-1,-7-5 1,7 5-5,0 0-3,0 0-2,0 0-2,0 0-2,0 0-4,0 0-3,0 0-6,0 0-4,0 0-7,0 0-7,0 0-2,0 0-3,0 0 0,-24 10-4,24-10 5,-10 10-6,4-2 2,0 1 9,-1 2 6,-5 2-2,3 0 3,-2 4-2,-1-1 3,1 4-1,-1 0 1,-1 1-1,1 1 6,2-1-4,0-1 1,-2 3-5,4-1-1,-2-1 1,4-6-2,-2 1-3,2 0-4,0 0 2,-2 0-2,2-4-2,3 1 1,0-5-2,-1 1-2,4-9 3,-3 14-1,3-14-4,-6 12 3,6-12-5,-2 13 2,2-13-3,0 0 2,0 13-2,0-13 5,0 0-1,-4 10-1,4-10-2,0 0-3,0 0-2,0 0-4,0 0-5,0 0-6,0 0-13,0 0-5,0 0-18,0 0-21,0 0-27,0 0-41,0 0-37,0 0-217,0 0-429,0 0 189</inkml:trace>
  <inkml:trace contextRef="#ctx0" brushRef="#br0" timeOffset="641">219 55 121,'0'0'153,"0"0"-10,-15 0-12,15 0-6,0 0-14,0 0-9,0 0-3,0 0-6,0 0-9,0 0 1,0 0-7,0 0-1,0 0 2,0 0 5,0 0 1,0 0-2,0 0 2,0 0-2,0 0-5,0 0-5,44-3-8,-26 3-2,2-5-5,7 2-2,3-2-6,-2 0-5,-1 1-5,2-2-3,-2 1-3,-7 2-3,1 1-2,-2-1-5,0-1-1,-6 1-1,-1 3-4,-1-2-1,-11 2-3,13-2-3,-13 2-5,0 0-1,14-4 1,-14 4-4,0 0-5,0 0-14,0 0-25,0 0-14,0 0-22,0 0-19,0 0-26,0 0-36,-24 20-197,24-20-385,-14 1 171</inkml:trace>
  <inkml:trace contextRef="#ctx0" brushRef="#br0" timeOffset="1016">0 267 62,'0'0'182,"0"0"-13,0 0-16,30 1-3,-30-1-11,23-1-8,-8-1-12,-3 0-5,2 2-8,1-3-9,0 3-15,2-2-4,-2 0-10,-3 1-7,-12 1-4,23 0-9,-13 0-6,-10 0-18,18 1-19,-18-1-28,14 2-20,-14-2-18,15 3-37,-15-3-50,9 0-105,-9 0-273,0 0 121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51.09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222 123 76,'0'0'172,"0"0"-16,0 0-14,0 0-10,0 0-5,0 0-11,0 0-6,-26 12-10,19-3-4,-1 3-9,-2 1-5,-2 2-3,3 1-3,-7 5-10,0 0-2,2 0-5,1 0-7,-1 1-3,0-4-6,5-1-2,-1 0-6,1-5-4,1 3-3,0-5-2,5-2 0,-3-2-3,6-6-3,-7 11 3,7-11 8,-3 6 5,3-6 0,0 0-4,0 0-4,0 0-3,0 0-5,0 0 3,21-26-2,-13 16 0,-1-6-10,5 4-1,2-4 0,4-4-7,-4 0-4,2-3-6,8-5-11,-7 5 4,-3-2-2,2 2 3,-2 3 4,1-2-1,0 1 1,2 2 4,-4 0-2,-3 4 5,0 5 6,-1-3 11,-3 7 6,0-1 0,-6 7 2,8-15-1,-4 10-4,-4 5-4,0 0-2,11-8-5,-11 8 0,0 0 1,8-4-2,-8 4 2,0 0-2,0 0-1,0 0-1,0 0 3,10 14 0,-10-14-2,3 13 4,-3-13 7,6 13 8,-3-4 9,-3 2 3,0 2 0,0 4 2,-3 0 2,2-1 2,1 7-1,-5 0-1,2-3 2,2 3-3,-4 2-1,4-7-4,-2 5-1,1-3-3,1 0-7,-1-4-3,2 1 0,-3-1-3,3-2-1,3 0-1,-3-4 2,2 0-6,-2-10 0,1 13 2,-1-13-2,2 13-4,-2-13-15,0 0-12,4 12-11,-4-12-11,0 0-9,0 8-16,0-8-5,0 0-16,0 0-26,0 0-51,0 0-31,0 0-213,0 0-443,0 0 197</inkml:trace>
  <inkml:trace contextRef="#ctx0" brushRef="#br0" timeOffset="626">156 296 152,'0'0'208,"0"0"-3,0 0-5,0 0-11,0 0-12,0 0-14,42 0-21,-22 0-14,-1 0-9,7 0-12,1 0-28,0 0-48,-1 2-58,1-4-80,-10 1-188,1 1-319,-3-4 142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53.2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298 90 11,'-7'-10'171,"7"10"-10,0 0-9,0 0-9,0-12 6,0 12-7,0 0-12,0 0-7,0 0-7,0 0-7,0 0-13,0 0-8,0 0-11,0 0-6,-2-13-8,2 13-13,0 0-7,0 0-3,0 0 3,0 0 6,0 0 2,-7 28 6,1-12 5,-2 0 7,-1 8 2,0 1-1,-5 8 6,-1 3 3,-3-3-2,3 4-2,-3-4 5,0 4-5,7-10-5,-7 6-2,4 2-9,5-11-6,-3-1-5,5 0-3,-1-5-6,2-1-5,0-2 1,4-4-5,-2 0-4,2-2-4,-2 0 0,4-9-1,-5 11 0,5-11-3,0 0 4,0 15-2,0-15-1,0 0-10,0 0-17,0 0-16,0 0-8,0 0-11,0 0-24,15-32-40,-15 32-60,8-21-55,-8 9-258,0-4-520,0-3 230</inkml:trace>
  <inkml:trace contextRef="#ctx0" brushRef="#br0" timeOffset="453">264 71 197,'0'0'191,"0"0"-16,0 0-15,0 0-18,0 0-16,0 0-7,0 0-5,0 0 2,0 0-5,0 0 7,28-5-16,-16 5-5,4-2-4,9 1-2,-5-3-6,7 0-1,-1 1-6,6-1-5,-4-2-8,0-2-6,0 3-4,-2-2-9,-6 5-5,-2-1-1,-3 0-4,-1-3-4,1 4 2,-5-2-8,-10 4-10,16-2-6,-16 2-14,13 0-13,-13 0-21,0 0-14,0 0-22,0 0-24,0 0-20,0 0-25,0 0-56,0 0-133,-36 15-359,22-10 159</inkml:trace>
  <inkml:trace contextRef="#ctx0" brushRef="#br0" timeOffset="781">0 380 173,'26'0'194,"-12"-2"-15,1-1-13,11-2-8,-2-1-15,5 1-14,-2 1-12,2 2-13,-4 0-1,-5 2-19,-3-4-13,2 4-19,-4 0-22,-3 0-27,1 2-40,-13-2-21,19 0-41,-19 0-50,14-2-79,-14 2-246,0 0 110</inkml:trace>
  <inkml:trace contextRef="#ctx0" brushRef="#br0" timeOffset="1141">575 540 160,'0'0'143,"0"0"-15,0 0-4,0 0 5,0 0-3,0 0-1,0 0-10,-4 33-3,1-24 1,0 6 0,-3-4-9,-2 5-6,2 2-4,0 0-3,0-1-9,-2 1-10,7-1-3,-5-1-11,3-1 3,0 1-11,1-4-2,-2 3-10,2-7-1,2-8-5,-3 19-4,3-19-2,3 11-1,-3-11-2,-3 11-3,3-11-1,0 0-2,0 14 0,0-14 0,0 0 0,0 0 1,0 0 0,-3 8-2,3-8-3,0 0 1,0 0 3,0 0-3,0 0-8,0 0 6,0 0-5,0 0-1,-7-30 0,7 30-2,0-17 0,1 1 1,2 2-5,2-5 2,1 0 0,0-3-3,-3 6 4,6-8 0,-2 4-1,-1 2 0,-1 0-1,1 0 0,5 1 0,-4 1 2,2 3-1,2-2-2,-2 2 0,3-2 2,0 3-2,0-1 2,2 3 0,-1-1 0,-2 3 1,6-1 0,-4 0-2,2 0 0,4 4-1,-6 1 0,2 2 3,-1-3 0,-2 5-3,-12 0-1,20 3 0,-11-1 0,-9-2-1,12 8 0,-9-1 1,1 0 0,-4-7 0,-1 21 2,-2-10-4,-2 1 1,-4 2-2,0 0 6,-1 1-9,-1-4-5,-3 1-6,2 1-2,0-3 0,-1 1-3,-1-1 3,2-1 0,-3-2-1,3 2 0,1-4 0,0-2 1,4 2 4,7-5-2,-14 6 6,14-6 1,-12 7 0,12-7-1,-9 4 4,9-4-2,0 0 11,0 0-9,0 0 2,0 0-5,0 0 3,0 0 2,0 0 2,0 0-3,0 0 4,0 0-3,0 0 1,0 0 2,0 0 0,0 0 3,0 0 0,0 0 6,0 0 3,0 0 4,33-12-1,-33 12 1,0 0-7,17 5 3,-6-2 1,-4 1-2,-7-4-2,21 7-1,-9 3 0,1-4 2,-4 0-6,-2 2 3,5 3 0,-4 0-9,2 0 1,-7 0 4,4-1-3,-3 1-3,-4 0 4,0-11-1,-4 24 4,-1-12 1,-4 0 5,0 1 8,-6-2 2,4-3-3,-7 3 15,-3-3 11,1 0 0,0-6 4,-2 2 1,-5 2 3,1-4 5,5-4 4,1-1 2,2-2-7,1 1-3,1 1-1,2-5-7,5 3-6,1-3-26,-1 3-37,9 5-44,-10-10-74,10 10-335,-8-7-520,2-1 231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08:24:56.65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190 60 87,'0'0'152,"0"-11"-3,0 11-2,0 0-7,0 0-10,-1-15-6,1 15-12,0 0-2,-3-7-11,3 7-7,0 0-5,0 0 1,0 0-4,0 0-7,0 0-10,0 0-5,1-17-6,-1 17-11,0 0-3,0 0-2,0 0-6,0 0-6,0 0-3,0 0-4,0 0-6,0 0 9,0 0 0,0 0 2,0 0-5,-19 22-2,19-22 7,-8 12 7,2 0 3,-1 1-1,-1-2 4,0 6 4,-2-2-3,-1 8 1,-1 0-8,6 0-1,-2 4 4,-2 1 9,1 8 3,-2-2 0,-4 0-5,12-5-5,-3-3-1,-2-1-3,5 1 0,2-1-3,-1-6-4,2-4-1,0 3-1,-3-2-5,2-2-1,1-1-3,0-13 0,0 19 4,0-10-5,0-9 1,-2 15-5,2-15-1,0 11-1,0-11 3,0 0-3,-1 10 3,1-10-5,0 0-1,0 0 2,0 0 0,0 0 0,0 0-11,0 0-11,0 0-12,0 0-20,0 0-16,0 0-11,0 0-29,0 0-31,0 0-32,0 0-39,-15-27-205,15 27-443,6-18 197</inkml:trace>
  <inkml:trace contextRef="#ctx0" brushRef="#br0" timeOffset="609">199 36 82,'0'0'137,"-12"-3"-17,12 3-3,0 0-17,0 0-2,0 0-12,0 0-4,-15 0-1,15 0-1,0 0 6,0 0 1,0 0 4,0 0-1,0 0 0,0 0 1,0 0-5,0 0-3,0 0-8,0 0-1,0 0-4,0 0 0,0 0-6,0 0 3,0 0-5,0 0 1,0 0-1,0 0 2,0 0 7,0 0 0,0 0-4,0 0-3,0 0-1,43 0-8,-25-5 0,1 4-4,1-1-7,0-1-6,-2 1 1,5-2-3,-4 2-7,-2 0-4,3 0 0,-5 0-5,-3 2 0,0-2-7,-12 2 4,20-2-2,-20 2 0,13 0-9,-13 0-2,0 0-11,14 0-7,-14 0-13,0 0-7,9-4-13,-9 4-15,0 0-16,0 0-14,0 0-5,0 0-20,0 0-19,0 0-21,0 0-37,0 0-163,0 0-386,0 0 170</inkml:trace>
  <inkml:trace contextRef="#ctx0" brushRef="#br0" timeOffset="1156">63 389 3,'0'0'196,"0"0"-8,0 0-10,0 0-8,0 0-7,0 0-7,0 0-9,0 0-9,0 0-10,0 0-5,0 0-10,3-16-7,-3 16-8,0 0-8,0 0-12,0 0-3,0 0-10,17-8-3,-17 8-8,15 0 5,-15 0-10,21 0-2,-6-2-4,4 2-7,-1-1-2,0 1-2,3-3-2,8 1-1,-8 4-5,-3-2-2,0 0-1,-1 0-1,-2 3-13,-15-3-17,17 0-16,-17 0-15,15-3-21,-15 3-13,0 0-22,16 3-14,-16-3-36,0 0-58,0 0-130,0 0-364,0 0 162</inkml:trace>
  <inkml:trace contextRef="#ctx0" brushRef="#br0" timeOffset="1609">597 439 151,'0'0'173,"0"0"-14,0 0-13,0 0-15,0 0-7,0 0-7,0 0-4,0 0-8,-18-31-4,18 31-10,0 0 0,-7-6-11,7 6-4,0 0-8,0 0-9,-11-4-4,11 4-2,0 0-6,0 0-2,0 0-3,-20 2-1,20-2-1,0 0 3,-13 9-3,13-9 3,-12 4 3,12-4-2,-11 7 0,2 0 4,3-3 2,-2 4 1,1-3-7,1 3-3,0 0-1,-8 1 4,8-1 7,-3 3-12,-5 0 0,8 1 1,-4 1-1,2 0-2,-1 1 2,1 1 9,-1-2-12,5 2-1,-2-2 2,3 4 1,3-2 0,0-1 2,4-3-1,1 1 0,8 2 1,-2-3 4,7-2-1,8-1-10,4-5-2,11 1 0,1-4-3,1 0-3,-1-4-5,-1-2-18,-2-2-20,-7 2-22,0-3-33,-5 0-36,-3 2-56,0-5-85,-8 3-244,-6-2-535,-7 2 236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19T10:51:10.58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 77,'0'0'92,"0"0"-10,0 0-7,0 0-15,0 0-18,0 0-21,0 0-33,0 0-62,0 0-78,0 0 35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8:05:31.26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897 145 57,'3'-11'126,"-3"11"-3,0 0-13,0 0-6,0 0-8,0 0-7,0 0-8,0 0-5,0 0-7,0 0-5,0 0-10,0 0-7,0 0-11,0 0 6,0 0-12,0 0 2,0 0-5,0 0-7,0 0 3,0 0 2,0 0-10,0 0-1,0 0-2,0 0 1,0 0-5,0 0-2,0 0 2,0 0 6,0 0-5,0 0-3,0 0-6,0 0 12,0 0-9,0 0 1,0 0-6,0 0 1,0 0 1,0 0 3,0 0 6,0 0-1,0 0 5,0 0 4,0 0 9,0 0 3,0 0-4,-6 33-3,6-33-4,-8 15 7,5-8-5,-3 2 2,0 1-8,3-1 3,-2 0 1,-1 2 1,6-11-2,-10 17-6,7-8 0,-3-2-2,0 3 2,6-10 3,-8 12-6,8-12 2,-6 10 4,6-10 9,0 0 9,-3 9 5,3-9 8,0 0 1,0 0-5,0 0-2,0 0-2,0 0-5,0 0-8,0 0 1,0 0 1,3-41-6,0 30-3,0 3-1,2-8-1,4 4-4,-3-3-9,-2 3-7,2-4 3,-3 7 1,6-6-16,-1 3-13,-2 0 7,-1 1 8,-4 2-3,4-2 5,-5 11-2,6-19 0,-6 10 5,0 9 1,3-14 3,-3 14 5,0-11-10,0 11-3,0 0 5,4-12 10,-4 12-10,0 0 5,0 0 3,0-11-4,0 11 0,0 0 2,0 0 0,0 0-1,0 0 0,0 0-1,-4-15 4,4 15-8,0 0 5,0 0 2,0 0 0,0 0 4,-9-6-8,9 6 0,0 0 2,-20-2-6,20 2 10,-23 2-3,10-1-5,-4-1 5,-3 3-1,1 1 1,-1-3 2,-7-1-4,-2 4-2,3-4 7,-4 4-4,4 0 3,-1-3 1,1 3 0,-4 0-1,5-4 0,-1 2-3,2 0 2,7-2 1,-3 2 0,1-2-1,-1 3 3,5-1-5,-2 0 1,1-1 4,5 4-2,2-4 3,9-1-3,-20 5 0,20-5-1,-13 3-1,13-3-1,-8 2 2,8-2 0,0 0 4,-12 3-9,12-3 1,0 0-1,0 0-3,0 0 4,0 0-1,0 0 2,0 0 6,0 0 0,-8 6 8,8-6 7,0 0-2,0 0 1,0 0 6,25 16 1,-16-12-1,4 0-2,1-2-2,1 0-4,2 3 3,4 0 0,-6 0-2,5 0-1,-4 1 3,4-1-3,-3 1-5,-1-1 3,4 1-1,-7-1-1,0-1-2,-6 1-1,2-1-4,-9-4 2,11 7 2,-5-4-4,-6-3 3,10 5-1,-10-5-5,0 0 4,10 7 1,-10-7-3,0 0 2,7 6 0,-7-6 0,0 0-3,0 0 1,0 0 0,0 0 3,0 13-5,0-13 0,0 0 4,-10 15 1,10-15-1,-11 14-1,5-8 0,-6 9 0,1-3-2,-5 1 0,-1 6-1,-3-2 3,1 5 0,-10 2 0,-1 4-3,1 1 5,-4-1-6,-1 0 2,1 1 2,1-1 4,-1-2-4,3 5 5,-2-7-3,5 2-3,7-6 6,0 3-8,4-6 7,4-1-2,4-4-2,-6 0-1,8 1 2,-3-4 2,5 0-2,-2-3-2,6-6 2,-3 13-5,3-13 11,0 0-2,0 14-6,0-14 8,6 9-2,-6-9 5,4 10-5,-4-10 3,9 6 3,-9-6-7,14 3 3,-14-3 2,17 4-3,-8-4 3,-9 0-2,25 0 2,-8 0-6,3 1 0,-1-1 2,9 0 3,-3-1-4,3-1 3,0 2-2,3 0 3,0-4 0,-3 4 2,5-1-3,-4-1 0,-4 0-1,-4 2-2,-5-2 2,0 2-5,-2-2 5,-1 4-4,-13-2-2,13-2 5,-13 2-7,13 2 1,-13-2-3,0 0 6,14-4-5,-14 4 5,0 0-3,0 0 4,0 0-5,0 0 2,15-3 0,-15 3-3,0 0 1,0 0 0,0 0-3,0 0 3,0 0-5,0 0-9,0 0-24,0 0-19,0 0-12,0 0-12,0 0-7,0 0-19,-23 22-19,23-22-27,0 0-168,0 0-347,0 0 154</inkml:trace>
  <inkml:trace contextRef="#ctx0" brushRef="#br0" timeOffset="1355">789 339 129,'3'-11'136,"-3"11"-7,0 0-3,6-11-8,-6 11-13,0 0-4,0-8-13,0 8-8,0 0-6,0 0-17,0 0-2,0 0 0,0 0 6,0 0-2,0 0-2,0 0-3,-16 37-2,10-22 0,-5 4 5,2 2-3,-2 2-4,2 1 8,2 0-8,1 0 1,-2 2 1,2-6-5,0 3-4,3-6-7,0 0 0,3 4-2,-1-5-3,1-2-1,-3 0-6,3-5-4,0-9 2,0 19-6,0-19 3,0 15-1,0-15-3,0 0-3,3 11-6,-3-11-16,0 0-30,0 0-27,0 0-10,0 0-6,0 0-22,0 0-35,-13-37-169,13 22-333,-6-3 149</inkml:trace>
  <inkml:trace contextRef="#ctx0" brushRef="#br0" timeOffset="1709">807 263 76,'17'-7'126,"6"-2"-21,1-1 4,2 2 1,-2 2-14,2-2-10,-1 1-9,3 6-1,-6-4-10,-5 1-7,0 2-11,-1 2-1,-7-1-9,-9 1-3,20 0-24,-20 0-11,14 1-6,-14-1-10,9 2 10,-9-2-16,6 8-11,-6-8-5,0 0-6,0 0-21,0 0-92,0 0-168,0 0 75</inkml:trace>
  <inkml:trace contextRef="#ctx0" brushRef="#br0" timeOffset="2000">729 549 47,'16'-3'130,"4"-1"-17,7-1-2,-1 1-22,1 1-5,-7 0-2,6 1-10,-7 2-9,-2-1-13,-3-1-12,-2 2-22,-12 0-25,16-2-31,-16 2-24,12 0-67,-12 0-141,0 0 62</inkml:trace>
  <inkml:trace contextRef="#ctx0" brushRef="#br0" timeOffset="2297">851 730 18,'12'-5'80,"-12"5"5,0 0-8,14-7-10,-14 7-7,0 0-7,11-2-1,-11 2-7,0 0-14,0 0 19,0 0-4,0 0 4,12 13-1,-12-13-7,-3 13-7,3-13 4,-12 22-15,1-9 12,0 2-10,-1-1-3,2 0 1,1 0-2,-5 5-10,0 1 5,2-9-8,5 2 3,-2-2 2,3 2-5,1-4 5,-1-1-10,6-8 3,-7 9 9,7-9-14,-7 7 8,7-7-5,0 0-14,0 0 18,0 0-1,0 0 1,0 0-6,0 0-1,31-14 1,-22 6-4,1-1-1,2-2 0,-1 1 6,3-1-7,-1-2 2,-1 2-1,2-3 2,-2 1-8,-1 4 4,1-2 4,-5 0 0,7 1-3,-5-1 7,-1 2-9,1 3 0,-2-3 0,-1 3 2,0 1 9,5-2 2,-11 7-11,15-11 17,-10 3-22,1 3 2,3-3 5,-9 8 2,13-11-9,-8 8-1,-5 3 7,12-8 3,-12 8-1,11-7 0,-11 7 3,3-6-17,-3 6 14,0 0-7,0 0-7,10-7 7,-10 7-14,0 0 14,0 0 10,0 0-8,0 0 0,0 0-1,0 0 6,0 0 6,0 0 11,0 0-1,0 0 2,0 0 0,-27 22-1,27-22 4,-14 9 7,5-4 2,2 1-4,-2-1 13,1 3 4,-4-2 1,7 2-8,-4 4 6,3-5-4,0 1 7,-1 1-1,4-2-4,3-7 2,-3 20-11,3-12 4,0-8-4,6 17-1,1-8-1,5 0-10,2 0 4,3 1-12,2-5-7,-2 2-18,3-2-24,5 1-31,-8-4-25,3 2-186,-4-4-302,-16 0 134</inkml:trace>
  <inkml:trace contextRef="#ctx0" brushRef="#br0" timeOffset="3070">1146 463 112,'0'0'119,"11"-2"-8,-11 2-13,12-2-6,-12 2-12,0 0 1,18 0-19,-18 0 2,9 0-11,-9 0 4,0 0-12,17 2-3,-17-2-19,0 0 12,15 2-15,-15-2-9,0 0-12,20-2-23,-20 2-12,7 2-20,-7-2-26,0 0-69,0 0-165,14 2 73</inkml:trace>
  <inkml:trace contextRef="#ctx0" brushRef="#br0" timeOffset="3311">1208 618 80,'0'0'102,"22"-2"2,-7 2-21,3-2-10,-6 2-26,8-2-39,-10 4-92,-10-2-89,23-2 41</inkml:trace>
  <inkml:trace contextRef="#ctx0" brushRef="#br0" timeOffset="3553">1546 366 11,'0'0'138,"0"0"-23,0 0 3,0 0-16,0 0-5,0 0-7,0 0-21,0 0 18,0 0 1,-8 21-12,8-21-12,-4 13-2,2-4-7,2-9-7,2 15 1,-2-15 5,1 18-5,-1-7 4,0-11-10,-1 21-2,1-10-13,0-11 10,0 18 1,1-7-9,2-1 1,-3-1-2,0-9-8,6 16 0,-4-6 0,2-3 1,-4-7-2,2 13-4,4-5 0,-6-8-6,9 11 1,-5-6 3,-4-5-2,6 8 1,2-3-4,-8-5 1,0 0-4,15 4 1,-15-4 5,11 3-6,-11-3-3,15 0 5,-15 0-5,0 0 3,21-7-6,-12 5 1,0-3 1,-1 0-3,1-1-4,1-2 2,-2 0 3,-2 3-3,6-6 1,-4 4-2,-2-3 2,1-2-9,-4 2 4,0-1-1,3-2-3,-1 1 2,-2 1-2,-2-1 5,-1 12 2,0-22 1,-1 11-7,1 11 4,-8-20 0,8 11 3,-6 1 2,6 8 3,-13-13-7,10 5 0,-2 2-2,5 6 2,-18-10 1,10 7-2,8 3-8,-19-6 10,7 6-2,12 0 3,-20-2-2,20 2 0,-21 4 4,12-1 3,-3 0-1,12-3-2,-20 8-4,12-4 3,8-4-8,-13 7-25,7-1-25,6-6-26,-6 8-180,6-8-288,0 0 127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11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0 472 0 0,'10'4'13574'0'0,"-8"-4"-14806"0"0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12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20 0 0,'0'0'5805'0'0,"0"2"-5701"0"0,-3 3 1704 0 0,-1-4-3760 0 0,-7-3-237 0 0,1 0 165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1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0 324 0 0,'0'0'2281'0'0,"-20"9"-580"0"0,16-7-1642 0 0,-17 5-2574 0 0,19-7 1473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16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1 488 0 0,'-35'19'8708'0'0,"35"-18"-8605"0"0,0-1-1 0 0,-1 0 1 0 0,1 1-1 0 0,0-1 1 0 0,-1 0-1 0 0,1 1 0 0 0,0-1 1 0 0,0 0-1 0 0,-1 1 1 0 0,1-1-1 0 0,0 0 1 0 0,0 1-1 0 0,0-1 1 0 0,-1 1-1 0 0,1-1 1 0 0,0 1-1 0 0,0-1 1 0 0,0 0-1 0 0,0 1 1 0 0,0-1-1 0 0,0 1 0 0 0,0-1 1 0 0,0 1-1 0 0,0-1 1 0 0,0 1-1 0 0,0-1 1 0 0,0 0-1 0 0,1 1 1 0 0,-1-1-1 0 0,0 1 1 0 0,0-1-1 0 0,0 1 1 0 0,1 0-1 0 0,3 7-1225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17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0 224 0 0,'0'0'7397'0'0,"24"1"-5660"0"0,-23 0-1530 0 0,3 2-101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23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14 320 0 0,'0'0'716'0'0,"11"-8"464"0"0,-10 3-2432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27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3 236 0 0,'0'0'3683'0'0,"-9"9"-3621"0"0,13-21-3387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39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1 264 0 0,'0'0'3002'0'0,"3"3"-4167"0"0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44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2 360 0 0,'0'0'565'0'0,"24"-1"6471"0"0,-21 2-7063 0 0,2 1-312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0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7 280 0 0,'-3'-7'11360'0'0,"7"8"-11342"0"0,12 6 92 0 0,-16-7-69 0 0,32 7 267 0 0,79-3 61 0 0,-74-4-276 0 0,52 6 0 0 0,71 9 24 0 0,-4-4-69 0 0,1-2 107 0 0,-4-2 172 0 0,83 4-143 0 0,-21-2-110 0 0,203 3-37 0 0,-88-5-4 0 0,-103-12-18 0 0,-162 1-2 0 0,-9 5-13 0 0,-38-1 21 0 0,0 1 1 0 0,0-2 0 0 0,26-4-1 0 0,-6 3 656 0 0,-36 2 246 0 0,-1-1-1295 0 0,2-1 1031 0 0,-26-4-13311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2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81 68 0 0,'85'-40'2046'0'0,"8"4"2239"0"0,-92 36-3566 0 0,8-5 5436 0 0,-48 29-5975 0 0,-1-3 0 0 0,-1-1-1 0 0,-71 25 1 0 0,97-41-171 0 0,-27 9 245 0 0,41-12-238 0 0,-1-1-15 0 0,-1 0 0 0 0,1 0-1 0 0,-1 0 1 0 0,1 1 0 0 0,0-1-1 0 0,-1 1 1 0 0,1 0 0 0 0,0-1-1 0 0,0 1 1 0 0,-4 2 0 0 0,5-2 2 0 0,-8 0 20 0 0,2-1-9 0 0,-10 1 701 0 0,17-1-708 0 0,0 0 1 0 0,0 0-1 0 0,0 0 0 0 0,0 0 0 0 0,0 0 0 0 0,0 0 1 0 0,0 0-1 0 0,0 0 0 0 0,0 0 0 0 0,1 0 0 0 0,-1 0 1 0 0,0 0-1 0 0,0 0 0 0 0,0 0 0 0 0,0 0 0 0 0,0 0 1 0 0,0 0-1 0 0,0 1 0 0 0,0-1 0 0 0,0 0 0 0 0,0 0 1 0 0,0 0-1 0 0,0 0 0 0 0,0 0 0 0 0,0 0 0 0 0,0 0 1 0 0,0 0-1 0 0,0 0 0 0 0,0 0 0 0 0,0 0 1 0 0,0 0-1 0 0,0 0 0 0 0,0 0 0 0 0,0 0 0 0 0,0 0 1 0 0,0 0-1 0 0,0 0 0 0 0,0 0 0 0 0,0 1 0 0 0,-1-1 1 0 0,1 0-1 0 0,0 0 0 0 0,0 0 0 0 0,0 0 0 0 0,0 0 1 0 0,0 0-1 0 0,30 6 29 0 0,7 3 9 0 0,103 28-87 0 0,-117-30-1321 0 0,6-9-5545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0 208 0 0,'0'0'12422'0'0,"-3"18"-10309"0"0,3-13-2103 0 0,2 8 30 0 0,-1 4 25 0 0,-4 26 78 0 0,2-32-93 0 0,0-1 0 0 0,1 0-1 0 0,0 1 1 0 0,1-1 0 0 0,2 12-1 0 0,0 35 197 0 0,-1 35 76 0 0,1-28-186 0 0,2 112 116 0 0,-4-115-196 0 0,1-17 14 0 0,-8 64 1 0 0,1-25-34 0 0,-2 13 33 0 0,-9 43-51 0 0,14-117-2 0 0,0 1 0 0 0,4 32 0 0 0,-1-8 6 0 0,-11 103 25 0 0,8-134-21 0 0,0 1 5 0 0,0-10-37 0 0,1 1 1 0 0,0-1 0 0 0,0 1-1 0 0,1-1 1 0 0,0 1 0 0 0,0-1 0 0 0,3 14-1 0 0,6 40 80 0 0,-9-59-79 0 0,0 0 1 0 0,0 0-1 0 0,1 0 1 0 0,-1-1-1 0 0,0 1 1 0 0,-1 0-1 0 0,1 0 1 0 0,0 0-1 0 0,-1 0 1 0 0,0 3-1 0 0,1-4 4 0 0,-2 10 7 0 0,2-4-4 0 0,0 3 0 0 0,1 0 3 0 0,-3 8 9 0 0,-3 9-27 0 0,7 10 132 0 0,0-24-258 0 0,1-23-852 0 0,-3 4-1 0 0,0 1-1 0 0,-1-1 1 0 0,0 1 0 0 0,0-1-1 0 0,0 1 1 0 0,0 0 0 0 0,-1-1-1 0 0,-4-8 1 0 0,5 11-98 0 0,-5-8-2154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8T11:28:5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17 460,'0'-1'179,"0"1"0,0-1 0,1 0 0,-1 1 0,0-1 0,1 1 0,-1-1 0,0 1 0,1-1-1,-1 1 1,0-1 0,1 1 0,-1 0 0,1-1 0,-1 1 0,1-1 0,-1 1 0,1 0 0,-1 0 0,1-1 0,0 1 0,-1 0 0,1 0 0,-1-1 0,1 1 0,-1 0 0,1 0-1,0 0 1,-1 0 0,1 0 0,0 0 0,-1 0 0,1 0 0,-1 0 0,1 0 0,0 1 0,-1-1 0,1 0 0,-1 0 0,1 1 0,-1-1 0,1 0 0,-1 0 0,2 1-1,-1 2-10,1-1 0,-1 1 0,1-1 0,-1 1 0,0 0 0,0-1 0,0 1 0,0 0 0,0 5 0,3 4 103,0 0 0,1 0-1,1 0 1,0 0-1,0-1 1,1 0 0,1-1-1,0 1 1,13 12 0,-7-10-70,14 16 381,-28-29-521,0 0-50,0 1-1,0-1 1,1 0 0,-1 0-1,0 0 1,0 0-1,1 1 1,-1-1 0,0 0-1,1 0 1,-1 0-1,0 0 1,0 0-1,1 0 1,-1 0 0,0 0-1,1 1 1,-1-1-1,0 0 1,0 0-1,1 0 1,-1-1 0,0 1-1,1 0 1,-1 0-1,0 0 1,1 0 0,-1 0-1,0 0 1,0 0-1,1 0 1,-1-1-1,0 1 1,1 0 0,8-12 152,4-19-69,-12 28-61,13-42 65,-8 27-22,0 0 1,8-17-1,8-12-751,-22 46 17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6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1796 268 0 0,'0'0'1249'0'0,"30"8"4824"0"0,12-33-4498 0 0,54-44 0 0 0,-35 24-1267 0 0,249-183 379 0 0,-66 33-512 0 0,-42 19-113 0 0,-95 94 125 0 0,-15 13-44 0 0,-2-2-64 0 0,40-35-42 0 0,5-10 2 0 0,-32 28 27 0 0,53-35-20 0 0,-17 20 80 0 0,-53 41-84 0 0,-71 51-30 0 0,1-2-2 0 0,36-21 0 0 0,-44 28 78 0 0,-1 0 1 0 0,0 0 0 0 0,0-1 0 0 0,-1 0 0 0 0,10-13 0 0 0,-11 14-51 0 0,33-31 65 0 0,-11 14 328 0 0,-21 17-312 0 0,-1 0 1 0 0,2 1-1 0 0,-1-1 1 0 0,0 1-1 0 0,1 1 0 0 0,0-1 1 0 0,0 1-1 0 0,1 1 0 0 0,-1-1 1 0 0,1 1-1 0 0,-1 1 1 0 0,1-1-1 0 0,10-1 0 0 0,-17 4-106 0 0,5-3 503 0 0,-4 0-1935 0 0,-26 0-7079 0 0,19 3 5033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32 424 0 0,'0'0'737'0'0,"4"-20"4358"0"0,-3 14 96 0 0,0 0-3821 0 0,1 12-277 0 0,2 15-573 0 0,-6 17 78 0 0,-14 75 1 0 0,9-74-197 0 0,-4 75 0 0 0,6-35-35 0 0,5-78-348 0 0,1-1-73 0 0,-1 1-1 0 0,0-1 1 0 0,0 0 0 0 0,0 1-1 0 0,0-1 1 0 0,0 0 0 0 0,0 1-1 0 0,-1-1 1 0 0,1 0-1 0 0,0 1 1 0 0,0-1 0 0 0,0 0-1 0 0,0 1 1 0 0,0-1 0 0 0,0 0-1 0 0,-1 0 1 0 0,1 1 0 0 0,0-1-1 0 0,0 0 1 0 0,0 1 0 0 0,-1-1-1 0 0,1 0 1 0 0,0 0 0 0 0,0 0-1 0 0,-1 1 1 0 0,1-1 0 0 0,0 0-1 0 0,0 0 1 0 0,-1 0 0 0 0,1 1-1 0 0,-1-1 1 0 0,-18-14-2351 0 0,2 2-4465 0 0,10 6 3607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8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1 112 0 0,'3'0'6903'0'0,"-2"2"-7245"0"0,-12 32 2644 0 0,-6 39 29 0 0,15-59-2005 0 0,1-11-251 0 0,0 0 0 0 0,0 1-1 0 0,0-1 1 0 0,1 1-1 0 0,0-1 1 0 0,0 1-1 0 0,0-1 1 0 0,0 1 0 0 0,0 0-1 0 0,1-1 1 0 0,-1 0-1 0 0,1 1 1 0 0,0-1 0 0 0,2 6-1 0 0,-2-8-43 0 0,-1 1-1 0 0,1 0 1 0 0,0-1-1 0 0,-1 1 1 0 0,1-1-1 0 0,0 1 1 0 0,0-1 0 0 0,0 0-1 0 0,0 1 1 0 0,1-1-1 0 0,-1 0 1 0 0,0 0-1 0 0,0 1 1 0 0,1-1-1 0 0,-1 0 1 0 0,1-1 0 0 0,2 3-1 0 0,-2-3-14 0 0,1 1 0 0 0,-1-1 0 0 0,1 0 0 0 0,-1 0-1 0 0,1 0 1 0 0,-1 0 0 0 0,1 0 0 0 0,-1-1 0 0 0,0 1 0 0 0,1-1 0 0 0,-1 1 0 0 0,1-1-1 0 0,3-2 1 0 0,-3 1-14 0 0,-1 1-1 0 0,1-1 0 0 0,0 0 1 0 0,-1-1-1 0 0,1 1 1 0 0,-1 0-1 0 0,0-1 0 0 0,0 1 1 0 0,0-1-1 0 0,0 0 1 0 0,0 0-1 0 0,0 0 0 0 0,-1 0 1 0 0,0 0-1 0 0,1 0 1 0 0,-1 0-1 0 0,0 0 0 0 0,0 0 1 0 0,-1-1-1 0 0,1-3 1 0 0,1 0-38 0 0,-1 0 1 0 0,-1-1-1 0 0,1 1 1 0 0,-1 0 0 0 0,0 0-1 0 0,-1 0 1 0 0,0-1-1 0 0,-3-12 1 0 0,3 17 5 0 0,0 1 0 0 0,0-1 0 0 0,0 1 0 0 0,0-1 0 0 0,-1 1 0 0 0,1-1 0 0 0,-1 1 0 0 0,1 0 0 0 0,-1 0 0 0 0,0 0 0 0 0,0 0-1 0 0,0 0 1 0 0,0 0 0 0 0,0 0 0 0 0,0 1 0 0 0,-1-1 0 0 0,1 1 0 0 0,0-1 0 0 0,-1 1 0 0 0,1 0 0 0 0,-1 0 0 0 0,0 0 0 0 0,1 0 0 0 0,-1 1 0 0 0,0-1 0 0 0,1 1 0 0 0,-1-1 0 0 0,0 1 0 0 0,0 0 0 0 0,-3 1 0 0 0,3-1-272 0 0,-1 1-1 0 0,1-1 1 0 0,0 1 0 0 0,-1 0 0 0 0,1 0-1 0 0,0 1 1 0 0,0-1 0 0 0,0 1-1 0 0,-4 2 1 0 0,6-3-639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8:59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45 188 0 0,'0'0'1513'0'0,"0"6"3708"0"0,-5 18-3230 0 0,0-16-1545 0 0,1 0 0 0 0,0 0 0 0 0,0 1 0 0 0,1 0 0 0 0,-3 10-1 0 0,4-12-278 0 0,1-1-9 0 0,-1 0 0 0 0,1-1 1 0 0,0 1-1 0 0,1 0 0 0 0,-1 0 0 0 0,1 0 1 0 0,1 7-1 0 0,-1-12-134 0 0,1 1 0 0 0,-1 0 1 0 0,1-1-1 0 0,0 1 0 0 0,0-1 1 0 0,-1 1-1 0 0,1-1 0 0 0,0 1 1 0 0,0-1-1 0 0,1 0 0 0 0,-1 1 1 0 0,0-1-1 0 0,0 0 0 0 0,1 0 1 0 0,-1 0-1 0 0,0 0 0 0 0,1 0 1 0 0,-1 0-1 0 0,1 0 0 0 0,-1-1 1 0 0,1 1-1 0 0,0 0 0 0 0,-1-1 1 0 0,1 1-1 0 0,0-1 0 0 0,-1 0 1 0 0,1 0-1 0 0,0 1 0 0 0,2-1 1 0 0,1 0-1 0 0,-1 0 0 0 0,1 0 0 0 0,0 0 1 0 0,0 0-1 0 0,-1-1 0 0 0,1 0 0 0 0,0 0 0 0 0,-1 0 1 0 0,1-1-1 0 0,-1 1 0 0 0,1-1 0 0 0,7-4 1 0 0,-9 4-4 0 0,-1 0 1 0 0,1 0-1 0 0,0 1 1 0 0,-1-2-1 0 0,0 1 1 0 0,1 0-1 0 0,-1 0 1 0 0,0-1 0 0 0,0 1-1 0 0,0-1 1 0 0,-1 1-1 0 0,1-1 1 0 0,0 0-1 0 0,-1 0 1 0 0,0 0-1 0 0,0 0 1 0 0,0 0 0 0 0,0 0-1 0 0,1-5 1 0 0,-2 1 7 0 0,1 0 1 0 0,-1 0 0 0 0,0-1-1 0 0,-1 1 1 0 0,0 0 0 0 0,0 0 0 0 0,0 0-1 0 0,-1 0 1 0 0,0 0 0 0 0,-1 0-1 0 0,1 0 1 0 0,-1 0 0 0 0,-1 1-1 0 0,1 0 1 0 0,-1-1 0 0 0,0 1 0 0 0,0 1-1 0 0,-1-1 1 0 0,0 1 0 0 0,0-1-1 0 0,-11-8 1 0 0,14 14-164 0 0,1-1 1 0 0,-1 1-1 0 0,0-1 0 0 0,1 1 1 0 0,-1-1-1 0 0,0 1 1 0 0,1 0-1 0 0,-1 0 0 0 0,0 0 1 0 0,0 0-1 0 0,1 0 0 0 0,-1 0 1 0 0,0 0-1 0 0,0 0 0 0 0,1 1 1 0 0,-1-1-1 0 0,0 1 0 0 0,-2 1 1 0 0,-9 3-5483 0 0,11-4 4031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0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72 200 0 0,'0'0'6741'0'0,"-2"30"-4937"0"0,-8 87 675 0 0,5-35-1454 0 0,5-81-957 0 0,-2 5-21 0 0,1-3 7 0 0,0-4 61 0 0,2-16-81 0 0,0 1 0 0 0,1 0 0 0 0,1 0 0 0 0,0-1 0 0 0,1 2 0 0 0,1-1 0 0 0,0 0 0 0 0,12-22 0 0 0,8-2 155 0 0,-24 38-150 0 0,1-1-1 0 0,0 1 1 0 0,0 0 0 0 0,0 0 0 0 0,0 0-1 0 0,0 1 1 0 0,0-1 0 0 0,1 0 0 0 0,-1 1 0 0 0,0-1-1 0 0,1 1 1 0 0,-1 0 0 0 0,6-2 0 0 0,-6 3 32 0 0,24 12 280 0 0,-19-5-255 0 0,0 1 0 0 0,-1 1 0 0 0,0-1 0 0 0,0 1 0 0 0,-1 0 0 0 0,0 0 1 0 0,-1 1-1 0 0,0-1 0 0 0,4 17 0 0 0,9 11 75 0 0,-14-30-137 0 0,1-1 0 0 0,-1 1 0 0 0,0 0 0 0 0,-1-1-1 0 0,2 9 1 0 0,-4-15-16 0 0,0 1 1 0 0,0-1-1 0 0,0 1 0 0 0,0-1 0 0 0,0 1 1 0 0,0-1-1 0 0,0 1 0 0 0,0-1 0 0 0,0 0 1 0 0,0 1-1 0 0,0-1 0 0 0,0 1 0 0 0,1-1 1 0 0,-1 0-1 0 0,0 1 0 0 0,0-1 1 0 0,0 1-1 0 0,1-1 0 0 0,-1 0 0 0 0,0 1 1 0 0,0-1-1 0 0,1 0 0 0 0,-1 1 0 0 0,0-1 1 0 0,1 0-1 0 0,-1 0 0 0 0,0 1 0 0 0,1-1 1 0 0,-1 0-1 0 0,1 0 0 0 0,-1 1 0 0 0,6-11 736 0 0,3-36-311 0 0,17-48 0 0 0,-5 20-261 0 0,-15 56-144 0 0,-5 16-23 0 0,1 0 1 0 0,-1-1 0 0 0,0 0 0 0 0,-1 1 0 0 0,1-1 0 0 0,0 1 0 0 0,-1-1 0 0 0,1 0-1 0 0,-1 0 1 0 0,0 1 0 0 0,0-1 0 0 0,0 0 0 0 0,0 1 0 0 0,-2-6 0 0 0,4 5-2164 0 0,-15 15 749 0 0,-1-4-6734 0 0,4-5 4575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16 776 0 0,'-7'-15'7926'0'0,"4"32"-4822"0"0,1-2-3078 0 0,-60 288 4451 0 0,59-284-4136 0 0,0 0 0 0 0,0 22 0 0 0,0 0 122 0 0,2-34-383 0 0,1-1-1 0 0,0 1 1 0 0,1 0 0 0 0,0-1-1 0 0,2 13 1 0 0,-2-18-193 0 0,-11-30-7938 0 0,8 23 3947 0 0,0-4 727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0 184 0 0,'0'0'2681'0'0,"-6"25"311"0"0,5-21-2553 0 0,-18 64 2896 0 0,18-64-3158 0 0,0 1-1 0 0,0 0 1 0 0,1 0 0 0 0,0 0 0 0 0,0 0-1 0 0,0 0 1 0 0,0 0 0 0 0,1 0 0 0 0,0 0-1 0 0,0 0 1 0 0,3 8 0 0 0,-3-11-145 0 0,0-1 0 0 0,0 1-1 0 0,1-1 1 0 0,-1 1 0 0 0,0-1 0 0 0,1 0 0 0 0,0 0 0 0 0,-1 0 0 0 0,1 0 0 0 0,-1 0 0 0 0,1 0 0 0 0,0 0 0 0 0,0 0 0 0 0,0-1-1 0 0,-1 1 1 0 0,1 0 0 0 0,0-1 0 0 0,0 0 0 0 0,0 1 0 0 0,0-1 0 0 0,0 0 0 0 0,0 0 0 0 0,0 0 0 0 0,0 0 0 0 0,0-1-1 0 0,0 1 1 0 0,0 0 0 0 0,-1-1 0 0 0,1 0 0 0 0,0 1 0 0 0,2-2 0 0 0,2 0-14 0 0,0 0 0 0 0,0 0 1 0 0,0-1-1 0 0,-1 0 0 0 0,1 0 0 0 0,-1 0 1 0 0,0-1-1 0 0,8-6 0 0 0,-11 8-50 0 0,-1 0-1 0 0,1 0 1 0 0,-1-1 0 0 0,0 1-1 0 0,1 0 1 0 0,-1-1-1 0 0,0 1 1 0 0,-1-1 0 0 0,1 1-1 0 0,0-1 1 0 0,-1 1-1 0 0,1-1 1 0 0,-1 1 0 0 0,0-1-1 0 0,0 0 1 0 0,0 1-1 0 0,0-1 1 0 0,0 1 0 0 0,-1-1-1 0 0,1 0 1 0 0,-1 1-1 0 0,0-1 1 0 0,-1-4 0 0 0,1 5-1 0 0,-1-1 0 0 0,1 0 0 0 0,0 0 0 0 0,-1 0 1 0 0,1 1-1 0 0,-1-1 0 0 0,0 1 0 0 0,0-1 0 0 0,0 1 0 0 0,0 0 1 0 0,-1 0-1 0 0,1 0 0 0 0,0 0 0 0 0,-1 0 0 0 0,0 0 0 0 0,1 1 1 0 0,-1-1-1 0 0,0 1 0 0 0,-5-2 0 0 0,6 3 16 0 0,1-1-1 0 0,-1 1 1 0 0,0 0 0 0 0,1 0 0 0 0,-1 0-1 0 0,0 1 1 0 0,1-1 0 0 0,-1 0-1 0 0,0 1 1 0 0,1-1 0 0 0,-1 0 0 0 0,1 1-1 0 0,-1 0 1 0 0,1-1 0 0 0,-1 1-1 0 0,1 0 1 0 0,-1 0 0 0 0,1 0-1 0 0,0 0 1 0 0,-1 0 0 0 0,1 0 0 0 0,0 1-1 0 0,0-1 1 0 0,0 0 0 0 0,0 0-1 0 0,0 1 1 0 0,0-1 0 0 0,0 1 0 0 0,0-1-1 0 0,1 1 1 0 0,-1-1 0 0 0,1 1-1 0 0,-1-1 1 0 0,1 1 0 0 0,-1 0-1 0 0,1-1 1 0 0,0 1 0 0 0,0 0 0 0 0,0 2-1 0 0,0-3-205 0 0,0 0 0 0 0,0 1 0 0 0,1-1-1 0 0,-1 0 1 0 0,0 0 0 0 0,1 1 0 0 0,-1-1-1 0 0,1 0 1 0 0,-1 0 0 0 0,1 0 0 0 0,-1 0-1 0 0,1 0 1 0 0,0 0 0 0 0,0 0 0 0 0,0 0-1 0 0,-1 0 1 0 0,1 0 0 0 0,0 0 0 0 0,0 0-1 0 0,3 1 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1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8 256 0 0,'0'0'884'0'0,"0"35"4251"0"0,-1-31-4854 0 0,0 1 1 0 0,0-1 0 0 0,0 1 0 0 0,1 0 0 0 0,0-1-1 0 0,0 1 1 0 0,0 0 0 0 0,0-1 0 0 0,1 1 0 0 0,0 0-1 0 0,1 4 1 0 0,-1-7-230 0 0,-1 0-1 0 0,1-1 1 0 0,-1 1-1 0 0,1-1 1 0 0,0 1-1 0 0,0-1 1 0 0,0 0-1 0 0,0 1 1 0 0,0-1-1 0 0,0 0 1 0 0,0 1-1 0 0,0-1 1 0 0,1 0-1 0 0,-1 0 1 0 0,0 0-1 0 0,1 0 1 0 0,-1 0-1 0 0,0 0 1 0 0,1-1-1 0 0,-1 1 1 0 0,1 0-1 0 0,0-1 1 0 0,-1 1-1 0 0,1-1 1 0 0,0 1-1 0 0,-1-1 1 0 0,1 0-1 0 0,0 0 1 0 0,-1 0-1 0 0,1 0 1 0 0,0 0-1 0 0,2 0 1 0 0,-3 0-37 0 0,0-1 1 0 0,0 1 0 0 0,1 0 0 0 0,-1 0-1 0 0,0 0 1 0 0,1-1 0 0 0,-1 1 0 0 0,0 0 0 0 0,0-1-1 0 0,0 1 1 0 0,1-1 0 0 0,-1 0 0 0 0,0 1-1 0 0,0-1 1 0 0,0 0 0 0 0,0 0 0 0 0,0 0-1 0 0,0 1 1 0 0,0-1 0 0 0,0 0 0 0 0,-1 0-1 0 0,1 0 1 0 0,0-1 0 0 0,-1 1 0 0 0,1 0-1 0 0,0 0 1 0 0,0-2 0 0 0,-1 1-5 0 0,0-1 0 0 0,0 0 1 0 0,0 1-1 0 0,0-1 0 0 0,0 1 0 0 0,-1-1 1 0 0,1 1-1 0 0,-1-1 0 0 0,1 1 0 0 0,-1 0 0 0 0,0-1 1 0 0,0 1-1 0 0,-2-3 0 0 0,0-3-12 0 0,-2 1-1 0 0,1 0 1 0 0,-1 0 0 0 0,0 0 0 0 0,-1 1-1 0 0,0 0 1 0 0,-10-9 0 0 0,14 14-73 0 0,0-1 1 0 0,0 1-1 0 0,0 0 1 0 0,0 0-1 0 0,0 0 1 0 0,0 1 0 0 0,-1-1-1 0 0,1 0 1 0 0,0 1-1 0 0,0 0 1 0 0,-1-1-1 0 0,1 1 1 0 0,0 0-1 0 0,-1 0 1 0 0,1 0-1 0 0,-5 1 1 0 0,-21 7-6199 0 0,28-7 6173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2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1 160 792 0 0,'0'0'5320'0'0,"6"35"-2613"0"0,0-10-1590 0 0,2-1 0 0 0,15 36 0 0 0,-22-57-1087 0 0,12 24 604 0 0,-9-26-346 0 0,-2-17-255 0 0,-2-100 259 0 0,-1 106-185 0 0,1 9-83 0 0,0 0-1 0 0,-1-1 1 0 0,1 1 0 0 0,0 0 0 0 0,0 0 0 0 0,-1-1 0 0 0,1 1 0 0 0,0 0 0 0 0,1-1 0 0 0,-1 1 0 0 0,0 0 0 0 0,0 0 0 0 0,0-1 0 0 0,1 1 0 0 0,-1 0 0 0 0,0 0 0 0 0,1-1 0 0 0,0 1 0 0 0,-1 0 0 0 0,1 0-1 0 0,-1 0 1 0 0,1 0 0 0 0,0 0 0 0 0,0 0 0 0 0,0 0 0 0 0,0 0 0 0 0,0 0 0 0 0,0 0 0 0 0,1 0 0 0 0,-1 0 18 0 0,27 32 148 0 0,8 20-67 0 0,13 16 50 0 0,-49-67-158 0 0,0 0 0 0 0,0 1 1 0 0,0-1-1 0 0,0 0 0 0 0,0 0 0 0 0,0 0 0 0 0,0 1 1 0 0,0-1-1 0 0,0 0 0 0 0,1 0 0 0 0,-1 0 0 0 0,0 0 1 0 0,0 1-1 0 0,0-1 0 0 0,0 0 0 0 0,1 0 0 0 0,-1 0 1 0 0,0 0-1 0 0,0 0 0 0 0,0 0 0 0 0,0 0 0 0 0,1 1 1 0 0,-1-1-1 0 0,0 0 0 0 0,0 0 0 0 0,0 0 0 0 0,1 0 1 0 0,-1 0-1 0 0,0 0 0 0 0,0 0 0 0 0,1 0 0 0 0,-1 0 1 0 0,0 0-1 0 0,0 0 0 0 0,0 0 0 0 0,1 0 0 0 0,-1 0 1 0 0,0 0-1 0 0,0 0 0 0 0,0-1 0 0 0,1 1 0 0 0,-1 0 1 0 0,0 0-1 0 0,0 0 0 0 0,0 0 0 0 0,1 0 1 0 0,-1 0-1 0 0,0 0 0 0 0,0-1 0 0 0,0 1 0 0 0,0 0 1 0 0,0 0-1 0 0,1 0 0 0 0,-1-1 0 0 0,2-17 459 0 0,-5-22 57 0 0,0 17-282 0 0,2-38-1 0 0,1 52-199 0 0,2-133-41 0 0,-3 128-2180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4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10 174 500 0 0,'-9'-3'7359'0'0,"66"-10"-5965"0"0,-44 11-1230 0 0,1 0 0 0 0,23-9 0 0 0,214-81 296 0 0,-151 42-373 0 0,-99 50-88 0 0,3 0 18 0 0,5 2 98 0 0,-11 11 44 0 0,-9 18-103 0 0,-2-2-1 0 0,-1 1 1 0 0,-1-2-1 0 0,-2 0 1 0 0,-23 30 0 0 0,10-13-730 0 0,24-37 75 0 0,1-1 1 0 0,-2 0 0 0 0,1 0-1 0 0,-14 10 1 0 0,5-4-2410 0 0,6-4 622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4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0 920 0 0,'0'0'2711'0'0,"16"17"957"0"0,-7 89 467 0 0,-11-15-2426 0 0,1 58 303 0 0,7-83-1267 0 0,-13-121-11352 0 0,6 40 7630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0 124 696 0 0,'9'-7'840'0'0,"0"0"-1"0"0,0 1 1 0 0,0 0-1 0 0,1 1 1 0 0,0 0-1 0 0,13-5 1 0 0,68-18 1070 0 0,-28 10-601 0 0,-19 6-430 0 0,21-7-802 0 0,-64 19-527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5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25 492 0 0,'3'2'305'0'0,"-1"0"1"0"0,1-1-1 0 0,0 1 1 0 0,0-1-1 0 0,0 0 0 0 0,0 1 1 0 0,0-1-1 0 0,0-1 0 0 0,0 1 1 0 0,0 0-1 0 0,0-1 0 0 0,0 1 1 0 0,0-1-1 0 0,6 0 1 0 0,51-8 1094 0 0,-31 4-746 0 0,49-10 667 0 0,-29 1-3535 0 0,-48 13 1042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5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40 0 0,'3'4'8786'0'0,"9"14"-7425"0"0,-8-3-773 0 0,-1-1 0 0 0,-1 0 1 0 0,1 23-1 0 0,3 16 111 0 0,-4-46-736 0 0,-1 1 0 0 0,0 0 0 0 0,0-1 0 0 0,-1 1 0 0 0,0 0 0 0 0,-1 8 1 0 0,1-15-297 0 0,-1 2-284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06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1 268 0 0,'4'4'8941'0'0,"-3"1"-9091"0"0,0 21 2680 0 0,8 39-1 0 0,-2-9-893 0 0,-5-44-1355 0 0,0 0 1 0 0,1 0-1 0 0,1-1 0 0 0,9 22 0 0 0,-13-33-358 0 0,0 0 0 0 0,0-1 0 0 0,0 1 0 0 0,0 0 0 0 0,0 0 0 0 0,0-1 0 0 0,0 1 0 0 0,1 0 0 0 0,-1-1 0 0 0,0 1 0 0 0,0 0 0 0 0,0 0 0 0 0,1-1 0 0 0,-1 1 0 0 0,0 0 0 0 0,0 0 0 0 0,1 0 0 0 0,-1-1 0 0 0,0 1 0 0 0,0 0 0 0 0,1 0 0 0 0,-1 0 0 0 0,0 0 0 0 0,1 0 0 0 0,-1 0 0 0 0,0-1 0 0 0,1 1 0 0 0,-1 0 0 0 0,0 0 0 0 0,1 0 0 0 0,-1 0 0 0 0,0 0 0 0 0,0 0 0 0 0,1 0 0 0 0,-1 0 0 0 0,0 0 0 0 0,1 1 0 0 0,-1-1 0 0 0,0 0 0 0 0,1 0 0 0 0,-1 0 0 0 0,0 0 0 0 0,1 0 0 0 0,-1 0 0 0 0,0 1 0 0 0,0-1 0 0 0,1 0 0 0 0,-1 0 0 0 0,0 0 0 0 0,0 1 0 0 0,0-1 0 0 0,1 0 0 0 0,-1 0 0 0 0,0 1 0 0 0,0-1 0 0 0,0 0 0 0 0,1 1 0 0 0,-1-1 0 0 0,0 0 0 0 0,0 0 0 0 0,0 1 0 0 0,0-1 0 0 0,0 0 0 0 0,0 1 0 0 0,0-1 0 0 0,0 0 0 0 0,0 1 0 0 0</inkml:trace>
  <inkml:trace contextRef="#ctx0" brushRef="#br0" timeOffset="1">2 199 900 0 0,'0'0'3164'0'0,"0"0"-3093"0"0,-1 0 0 0 0,1 0 0 0 0,0 0 0 0 0,0-1 1 0 0,0 1-1 0 0,0 0 0 0 0,0 0 0 0 0,0 0 0 0 0,0 0 1 0 0,0 0-1 0 0,-1-1 0 0 0,1 1 0 0 0,0 0 0 0 0,0 0 1 0 0,0 0-1 0 0,0-1 0 0 0,0 1 0 0 0,0 0 0 0 0,0 0 1 0 0,0 0-1 0 0,0 0 0 0 0,0-1 0 0 0,0 1 0 0 0,0 0 1 0 0,0 0-1 0 0,0 0 0 0 0,0 0 0 0 0,0-1 0 0 0,1 1 1 0 0,-1 0-1 0 0,0 0 0 0 0,0 0 0 0 0,0 0 0 0 0,0-1 1 0 0,0 1-1 0 0,0 0 0 0 0,0 0 0 0 0,0 0 0 0 0,1 0 1 0 0,-1 0-1 0 0,0 0 0 0 0,0-1 0 0 0,0 1 0 0 0,0 0 1 0 0,0 0-1 0 0,1 0 0 0 0,42-14 2170 0 0,24-9-511 0 0,-27 4-4982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0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15 120 0 0,'12'-15'8691'0'0,"-10"25"-8320"0"0,0-1-1 0 0,-1 1 0 0 0,0 0 0 0 0,0 0 0 0 0,-1-1 1 0 0,-1 1-1 0 0,1 0 0 0 0,-5 17 0 0 0,1 2 175 0 0,-39 247 2073 0 0,19-144-1642 0 0,8-57-1773 0 0,15-75 711 0 0,1 0 1 0 0,-1-1-1 0 0,0 1 1 0 0,0 0-1 0 0,1-1 1 0 0,-1 1-1 0 0,0-1 1 0 0,0 1 0 0 0,1-1-1 0 0,-1 1 1 0 0,1-1-1 0 0,-1 0 1 0 0,1 1-1 0 0,-1-1 1 0 0,1 0-1 0 0,-1 0 1 0 0,1 1-1 0 0,-1-1 1 0 0,1 0-1 0 0,0 0 1 0 0,-1 1 0 0 0,1-1-1 0 0,0 0 1 0 0,0 0-1 0 0,0 0 1 0 0,-1-1-1 0 0,-3-29-4205 0 0,3 23 1492 0 0,-3-8-624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1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1 139 868 0 0,'21'-12'1784'0'0,"0"2"1"0"0,33-13-1 0 0,103-22 492 0 0,-107 33-1427 0 0,-8 3-5 0 0,61-5-1 0 0,-8 1 42 0 0,-84 14-1962 0 0,-13 5-933 0 0,-15 7-2377 0 0,6-9 1887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1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8 0 0,'0'0'932'0'0,"15"5"3244"0"0,259-40-90 0 0,-256 34-4352 0 0,3 0-4572 0 0,-10 0 2532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2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11 312 0 0,'6'-10'2813'0'0,"-1"12"353"0"0,-5 0-3007 0 0,1-1 0 0 0,-1 0 0 0 0,1 0 0 0 0,-1 1 1 0 0,0-1-1 0 0,1 0 0 0 0,-1 1 0 0 0,0-1 0 0 0,0 0 1 0 0,0 1-1 0 0,0-1 0 0 0,0 0 0 0 0,-1 3 0 0 0,-14 43 1351 0 0,-3 8-316 0 0,2 1 0 0 0,-9 60 0 0 0,22-49-1124 0 0,1-63-411 0 0,6-19-10935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6 832 0 0,'0'-1'335'0'0,"1"1"0"0"0,-1-1 0 0 0,1 1 0 0 0,-1-1 1 0 0,1 1-1 0 0,0 0 0 0 0,-1-1 0 0 0,1 1 0 0 0,-1 0 0 0 0,1-1 0 0 0,0 1 0 0 0,-1 0 0 0 0,1 0 0 0 0,0 0 1 0 0,-1-1-1 0 0,1 1 0 0 0,0 0 0 0 0,0 0 0 0 0,0 0 0 0 0,1 3-85 0 0,0-1 0 0 0,0 1 0 0 0,-1-1 0 0 0,1 1 0 0 0,-1 0 0 0 0,0 0 0 0 0,0 0 0 0 0,0 0 0 0 0,0 0 0 0 0,0 0 0 0 0,-1 0 0 0 0,1 0 0 0 0,-1 0 0 0 0,0 0 0 0 0,0 5 0 0 0,-8 54 1664 0 0,2-20-983 0 0,1 6-31 0 0,0 32-102 0 0,1-69-3169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2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47 904 0 0,'0'0'1760'0'0,"2"-1"-929"0"0,6-2-174 0 0,0 0 0 0 0,1 1 0 0 0,-1 0 1 0 0,0 0-1 0 0,1 1 0 0 0,17 0 0 0 0,25-5 556 0 0,-3 0-384 0 0,1 0-1006 0 0,-23-4-3047 0 0,-20 7-1684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34 268 0 0,'0'0'1037'0'0,"27"-12"3514"0"0,53 1-1369 0 0,-57 7-2563 0 0,1 1 0 0 0,0 0 0 0 0,45 3 0 0 0,-56 0-632 0 0,5 2-1206 0 0,-18-1 935 0 0,0 0-1 0 0,0 0 0 0 0,-1 0 1 0 0,1 0-1 0 0,0 0 1 0 0,-1-1-1 0 0,1 1 0 0 0,0 0 1 0 0,-1 0-1 0 0,1 0 0 0 0,-1-1 1 0 0,1 1-1 0 0,-1 0 1 0 0,1-1-1 0 0,-1 1 0 0 0,0 0 1 0 0,1-1-1 0 0,-1 1 0 0 0,-1 0 1 0 0,1-1 166 0 0,-7 4-2398 0 0</inkml:trace>
  <inkml:trace contextRef="#ctx0" brushRef="#br0" timeOffset="1">42 165 24 0 0,'0'0'925'0'0,"25"-4"1603"0"0,28-6-166 0 0,4-2-913 0 0,62-4 0 0 0,-92 16-2420 0 0,-21 1-3022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3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22 268 0 0,'7'-3'912'0'0,"24"-15"6686"0"0,-32 32-7001 0 0,-2-1 0 0 0,1 1 1 0 0,-2 0-1 0 0,0-1 0 0 0,0 0 0 0 0,-9 17 0 0 0,-2 8 261 0 0,0 5-87 0 0,2 1-1 0 0,2 0 1 0 0,2 0 0 0 0,-4 52 0 0 0,5-35-2059 0 0,4-58 304 0 0,-2-6-3290 0 0,-4-2 2955 0 0,4-1-2572 0 0,5-1 561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3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4 388 0 0,'0'0'2073'0'0,"9"15"1950"0"0,-13 8-1269 0 0,-11 36-1 0 0,10-43-2186 0 0,1-1 1 0 0,0 1-1 0 0,1 0 0 0 0,1 0 0 0 0,-1 30 0 0 0,3-41-464 0 0,1-1 0 0 0,-1 0 1 0 0,1 0-1 0 0,-1 1 0 0 0,1-1 0 0 0,1 0 1 0 0,-1 0-1 0 0,0 0 0 0 0,1 0 0 0 0,0 0 0 0 0,0 0 1 0 0,0-1-1 0 0,5 7 0 0 0,-5-8-73 0 0,0 0-1 0 0,0-1 1 0 0,1 1 0 0 0,-1-1-1 0 0,0 0 1 0 0,1 0 0 0 0,-1 0-1 0 0,1 0 1 0 0,-1 0 0 0 0,1 0-1 0 0,-1-1 1 0 0,1 1 0 0 0,-1-1-1 0 0,1 0 1 0 0,0 1 0 0 0,-1-1 0 0 0,1-1-1 0 0,0 1 1 0 0,-1 0 0 0 0,1 0-1 0 0,-1-1 1 0 0,1 0 0 0 0,-1 1-1 0 0,4-3 1 0 0,0 1-51 0 0,-1 0-1 0 0,0 0 1 0 0,0-1-1 0 0,0 0 1 0 0,0 0 0 0 0,0 0-1 0 0,-1 0 1 0 0,1-1 0 0 0,-1 0-1 0 0,0 0 1 0 0,0 0-1 0 0,0-1 1 0 0,-1 1 0 0 0,1-1-1 0 0,-1 0 1 0 0,0 0 0 0 0,-1 0-1 0 0,1 0 1 0 0,-1 0-1 0 0,0-1 1 0 0,0 1 0 0 0,-1-1-1 0 0,1 1 1 0 0,-1-1-1 0 0,0-7 1 0 0,0 5-66 0 0,0-1 0 0 0,-1 1 1 0 0,0 0-1 0 0,-1 0 0 0 0,0 0 0 0 0,0-1 0 0 0,-1 1 0 0 0,0 0 0 0 0,0 0 0 0 0,0 1 1 0 0,-1-1-1 0 0,-1 0 0 0 0,1 1 0 0 0,-1 0 0 0 0,-1 0 0 0 0,1 0 0 0 0,-8-8 0 0 0,9 12 22 0 0,-1 0 0 0 0,1 0 0 0 0,-1 1-1 0 0,0-1 1 0 0,0 1 0 0 0,0 0 0 0 0,0 0-1 0 0,-1 1 1 0 0,-7-3 0 0 0,-10-4-501 0 0,20 8 444 0 0,0 0 1 0 0,-1 0 0 0 0,1-1-1 0 0,0 1 1 0 0,0 1 0 0 0,-1-1-1 0 0,1 0 1 0 0,0 1 0 0 0,0-1-1 0 0,0 1 1 0 0,-1-1 0 0 0,1 1-1 0 0,0 0 1 0 0,0 0 0 0 0,0 0-1 0 0,-2 2 1 0 0,-16 11-6991 0 0,16-9 4260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4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1 348 0 0,'0'0'147'0'0,"1"0"0"0"0,-1 0 0 0 0,0 0 0 0 0,1 1 0 0 0,-1-1 0 0 0,0 0 0 0 0,0 0-1 0 0,1 1 1 0 0,-1-1 0 0 0,0 0 0 0 0,0 0 0 0 0,1 1 0 0 0,-1-1 0 0 0,0 0 0 0 0,0 1 0 0 0,0-1 0 0 0,0 0 0 0 0,0 1 0 0 0,1-1 0 0 0,-1 0 0 0 0,0 1 0 0 0,0-1-1 0 0,0 1 1 0 0,0-1 0 0 0,0 0 0 0 0,0 1 0 0 0,0-1 0 0 0,0 0 0 0 0,0 1 0 0 0,0-1 0 0 0,0 0 0 0 0,-1 1 0 0 0,1-1 0 0 0,0 0 0 0 0,0 1 0 0 0,0-1-1 0 0,0 0 1 0 0,-1 1 0 0 0,1-1 0 0 0,0 0 0 0 0,0 1 0 0 0,0-1 0 0 0,-1 0 0 0 0,1 0 0 0 0,0 1 0 0 0,-1-1 0 0 0,-16 22 2053 0 0,12-15-1477 0 0,-2 3-309 0 0,1-1 0 0 0,0 1 0 0 0,1 0 1 0 0,0 0-1 0 0,0 1 0 0 0,1 0 0 0 0,1-1 0 0 0,0 1 1 0 0,0 0-1 0 0,1 1 0 0 0,1-1 0 0 0,0 0 0 0 0,0 12 0 0 0,1-20-357 0 0,1 0 0 0 0,-1-1 0 0 0,1 1-1 0 0,0 0 1 0 0,-1-1 0 0 0,1 1 0 0 0,0-1 0 0 0,1 0-1 0 0,-1 1 1 0 0,0-1 0 0 0,1 0 0 0 0,-1 0-1 0 0,1 1 1 0 0,0-1 0 0 0,0 0 0 0 0,0-1-1 0 0,-1 1 1 0 0,2 0 0 0 0,-1-1 0 0 0,0 1-1 0 0,3 1 1 0 0,-1-1-14 0 0,0-1 0 0 0,0 0 0 0 0,0 0-1 0 0,0 0 1 0 0,1 0 0 0 0,-1 0 0 0 0,0-1 0 0 0,0 0-1 0 0,1 0 1 0 0,-1 0 0 0 0,0 0 0 0 0,7-2 0 0 0,-5 1-45 0 0,-1 0 1 0 0,0-1-1 0 0,1 1 1 0 0,-1-1-1 0 0,0 0 1 0 0,0 0-1 0 0,0-1 1 0 0,0 1-1 0 0,-1-1 1 0 0,1 0-1 0 0,-1-1 1 0 0,1 1-1 0 0,-1-1 1 0 0,0 0-1 0 0,0 0 1 0 0,-1 0-1 0 0,1 0 1 0 0,-1-1-1 0 0,0 1 1 0 0,0-1-1 0 0,3-7 1 0 0,-5 7-76 0 0,0 0 0 0 0,0 0 1 0 0,0 0-1 0 0,-1 0 0 0 0,0 0 1 0 0,0 0-1 0 0,0 0 0 0 0,0 0 1 0 0,-1 0-1 0 0,0 0 0 0 0,0 0 1 0 0,0 0-1 0 0,-1 0 0 0 0,1 0 1 0 0,-1 0-1 0 0,-1 0 0 0 0,1 1 1 0 0,0-1-1 0 0,-1 1 0 0 0,0 0 1 0 0,0 0-1 0 0,-1 0 0 0 0,1 0 1 0 0,-1 0-1 0 0,1 1 0 0 0,-1 0 1 0 0,0-1-1 0 0,-1 1 0 0 0,-5-3 1 0 0,5 4-660 0 0,1 0-1 0 0,-1 0 1 0 0,1 0 0 0 0,-1 1 0 0 0,0 0 0 0 0,0 0 0 0 0,1 0 0 0 0,-1 1-1 0 0,0-1 1 0 0,0 1 0 0 0,0 0 0 0 0,-5 1 0 0 0,2 0-2570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1 380 0 0,'0'0'6388'0'0,"19"-1"-3423"0"0,-14 2-2678 0 0,0-1 0 0 0,0 1 0 0 0,0 0 0 0 0,0 0 0 0 0,0 0 0 0 0,0 0 0 0 0,0 1 0 0 0,-1 0 0 0 0,1 0 0 0 0,-1 0 0 0 0,1 1 0 0 0,-1 0 0 0 0,5 3 0 0 0,56 48 1398 0 0,-58-47-1512 0 0,-1-3-118 0 0,6 6-52 0 0,-1 0-1 0 0,0 1 0 0 0,-1 0 1 0 0,0 1-1 0 0,0 0 0 0 0,-1 0 0 0 0,9 17 1 0 0,-18-29-85 0 0,0 0 1 0 0,0 1-1 0 0,0-1 0 0 0,0 0 1 0 0,0 1-1 0 0,0-1 1 0 0,0 0-1 0 0,0 1 0 0 0,0-1 1 0 0,0 0-1 0 0,0 0 1 0 0,0 1-1 0 0,0-1 0 0 0,0 0 1 0 0,0 1-1 0 0,-1-1 1 0 0,1 0-1 0 0,0 0 0 0 0,0 1 1 0 0,0-1-1 0 0,0 0 1 0 0,-1 1-1 0 0,1-1 0 0 0,0 0 1 0 0,0 0-1 0 0,0 0 1 0 0,-1 1-1 0 0,1-1 0 0 0,0 0 1 0 0,0 0-1 0 0,-1 0 1 0 0,1 0-1 0 0,0 1 1 0 0,-1-1-1 0 0,1 0 0 0 0,0 0 1 0 0,0 0-1 0 0,-1 0 1 0 0,1 0-1 0 0,0 0 0 0 0,-1 0 1 0 0,1 0-1 0 0,0 0 1 0 0,-1 0-1 0 0,1 0 0 0 0,0 0 1 0 0,-1 0-1 0 0,1 0 1 0 0,0 0-1 0 0,0 0 0 0 0,-1 0 1 0 0,-15-2-2549 0 0,6-1-750 0 0,1-2 326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5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0 52 0 0,'0'0'1027'0'0,"-4"2"12"0"0,-5 3-172 0 0,-1 1 0 0 0,1 0 0 0 0,0 1 0 0 0,1 0 0 0 0,-1 1 0 0 0,-11 14 0 0 0,-46 61 2126 0 0,35-40-1908 0 0,23-33-1128 0 0,1 1-1 0 0,0-1 0 0 0,1 1 1 0 0,-7 17-1 0 0,3-11-1496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5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105 399 572 0 0,'4'13'3721'0'0,"-9"-3"-3033"0"0,0 0 0 0 0,-1 0-1 0 0,0-1 1 0 0,0 1 0 0 0,-1-1 0 0 0,-16 15-1 0 0,4-2 93 0 0,-12 4 525 0 0,30-25-1089 0 0,2-4-174 0 0,3-5 8 0 0,0 0-1 0 0,1 1 0 0 0,0-1 1 0 0,0 1-1 0 0,0 0 0 0 0,1 0 1 0 0,9-8-1 0 0,-15 14-32 0 0,4 4 9 0 0,-1-1-1 0 0,0 1 0 0 0,0 0 1 0 0,-1-1-1 0 0,1 1 0 0 0,0 1 1 0 0,-1-1-1 0 0,0 0 1 0 0,0 0-1 0 0,0 1 0 0 0,2 4 1 0 0,18 24 133 0 0,-17-27-124 0 0,0 0 1 0 0,0 0-1 0 0,0-1 1 0 0,1 0-1 0 0,0 0 1 0 0,-1 0-1 0 0,1-1 1 0 0,9 4-1 0 0,-13-7-25 0 0,-1 0 0 0 0,1 1 1 0 0,-1-1-1 0 0,0 0 0 0 0,1 1 0 0 0,-1-1 0 0 0,1 0 0 0 0,-1 0 0 0 0,1-1 0 0 0,-1 1 0 0 0,1 0 0 0 0,-1 0 1 0 0,1-1-1 0 0,-1 1 0 0 0,0 0 0 0 0,1-1 0 0 0,-1 0 0 0 0,2 0 0 0 0,-1 0 2 0 0,-1-1 0 0 0,1 0 1 0 0,0 1-1 0 0,-1-1 0 0 0,1 0 0 0 0,-1 0 0 0 0,0 0 0 0 0,1 0 0 0 0,-1 0 0 0 0,0 0 1 0 0,0 0-1 0 0,0 0 0 0 0,-1-1 0 0 0,1 1 0 0 0,0-3 0 0 0,1-8 41 0 0,0-1 0 0 0,-1 1 0 0 0,-1-1 0 0 0,0 0 0 0 0,-3-19 0 0 0,1-36-8 0 0,31-210-231 0 0,-28 275 190 0 0,0 0 1 0 0,0 0 0 0 0,0 0-1 0 0,1 0 1 0 0,-1 1 0 0 0,1-1-1 0 0,0 1 1 0 0,0-1-1 0 0,1 1 1 0 0,-1-1 0 0 0,0 1-1 0 0,1 0 1 0 0,0 0-1 0 0,0 1 1 0 0,0-1 0 0 0,0 0-1 0 0,0 1 1 0 0,1 0 0 0 0,-1 0-1 0 0,1 0 1 0 0,-1 0-1 0 0,1 0 1 0 0,0 1 0 0 0,0 0-1 0 0,5-2 1 0 0,11-1 47 0 0,0 0 0 0 0,1 1 1 0 0,38 0-1 0 0,-24 2 37 0 0,-6-1-73 0 0,144-5-44 0 0,-203 13-8156 0 0,19-5 5130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6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8 56 0 0,'0'0'233'0'0,"-1"1"-1"0"0,1-1 1 0 0,0 1 0 0 0,0-1-1 0 0,-1 0 1 0 0,1 1 0 0 0,0-1-1 0 0,0 1 1 0 0,0-1 0 0 0,0 1-1 0 0,0-1 1 0 0,-1 0-1 0 0,1 1 1 0 0,0-1 0 0 0,0 1-1 0 0,0-1 1 0 0,0 1 0 0 0,1-1-1 0 0,-1 1 1 0 0,0-1 0 0 0,0 1-1 0 0,0-1 1 0 0,0 0 0 0 0,0 1-1 0 0,0-1 1 0 0,1 1 0 0 0,-1-1-1 0 0,0 0 1 0 0,0 1 0 0 0,1-1-1 0 0,-1 1 1 0 0,0-1-1 0 0,1 0 1 0 0,-1 1 0 0 0,0-1-1 0 0,1 0 1 0 0,-1 0 0 0 0,0 1-1 0 0,1-1 1 0 0,-1 0 0 0 0,1 0-1 0 0,-1 1 1 0 0,0-1 0 0 0,1 0-1 0 0,-1 0 1 0 0,1 0 0 0 0,-1 0-1 0 0,1 0 1 0 0,-1 0 0 0 0,1 0-1 0 0,-1 0 1 0 0,1 0-1 0 0,120-23 4279 0 0,-119 23-4482 0 0,0-1-1 0 0,0 1 1 0 0,0 0-1 0 0,0-1 1 0 0,0 1 0 0 0,0 0-1 0 0,0 0 1 0 0,0 1 0 0 0,0-1-1 0 0,0 0 1 0 0,0 1 0 0 0,0-1-1 0 0,0 1 1 0 0,0-1-1 0 0,0 1 1 0 0,0 0 0 0 0,2 1-1 0 0,-3-1-15 0 0,0 1 0 0 0,0-1-1 0 0,0 0 1 0 0,0 0 0 0 0,0 0-1 0 0,0 0 1 0 0,-1 1 0 0 0,1-1-1 0 0,0 0 1 0 0,-1 1 0 0 0,1-1-1 0 0,-1 1 1 0 0,1-1 0 0 0,-1 0-1 0 0,0 1 1 0 0,0-1 0 0 0,0 1-1 0 0,0 1 1 0 0,0 3 5 0 0,0 0-1 0 0,-1 0 1 0 0,0 0 0 0 0,-1 0 0 0 0,1 0-1 0 0,-1-1 1 0 0,0 1 0 0 0,0 0 0 0 0,-4 5-1 0 0,-4 5 22 0 0,-1 0 1 0 0,-23 24-1 0 0,-7 11 39 0 0,40-49-60 0 0,0-1 0 0 0,0 0 0 0 0,0 1-1 0 0,0-1 1 0 0,0 1 0 0 0,0 0 0 0 0,0-1 0 0 0,1 1-1 0 0,-1 0 1 0 0,0-1 0 0 0,1 1 0 0 0,-1 0-1 0 0,1 0 1 0 0,0 2 0 0 0,0-3-12 0 0,1 0 0 0 0,0 0-1 0 0,0 0 1 0 0,0-1 0 0 0,0 1 0 0 0,0 0-1 0 0,0 0 1 0 0,0-1 0 0 0,0 1 0 0 0,0-1-1 0 0,0 1 1 0 0,0-1 0 0 0,1 0 0 0 0,-1 1 0 0 0,0-1-1 0 0,0 0 1 0 0,0 0 0 0 0,1 1 0 0 0,-1-1-1 0 0,0 0 1 0 0,0 0 0 0 0,0-1 0 0 0,1 1-1 0 0,-1 0 1 0 0,1-1 0 0 0,33-2-680 0 0,0-2 0 0 0,-1-2 0 0 0,64-20 0 0 0,-96 26 491 0 0,27-11-4264 0 0,-19 8-32 0 0,-3 0 745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29:1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43 860 0 0,'0'0'947'0'0,"13"-6"6496"0"0,-12 8-7252 0 0,-1 0 0 0 0,1 1 0 0 0,-1-1-1 0 0,1 1 1 0 0,-1-1 0 0 0,0 1 0 0 0,0-1-1 0 0,0 1 1 0 0,0-1 0 0 0,-1 1 0 0 0,1-1 0 0 0,-1 3-1 0 0,-10 36 1092 0 0,8-31-963 0 0,-7 19 693 0 0,-22 45 0 0 0,21-52-649 0 0,1 0-1 0 0,1 1 0 0 0,-8 32 1 0 0,13-41-199 0 0,-1 0 1 0 0,-1 0 0 0 0,0-1-1 0 0,-13 22 1 0 0,10-20-79 0 0,19-68-126 0 0,3 19-30 0 0,0 2 0 0 0,2 0 0 0 0,29-46 0 0 0,-28 56 30 0 0,6-14 6 0 0,-22 35 54 0 0,2 2-2 0 0,0-1 0 0 0,0 1-1 0 0,-1-1 1 0 0,1 1 0 0 0,0 0-1 0 0,-1 0 1 0 0,1-1 0 0 0,-1 1-1 0 0,1 0 1 0 0,-1 0 0 0 0,1 1-1 0 0,-1-1 1 0 0,0 0 0 0 0,1 0-1 0 0,-1 1 1 0 0,0-1 0 0 0,0 1-1 0 0,0-1 1 0 0,0 1 0 0 0,1 2 0 0 0,18 42 450 0 0,-14-32-328 0 0,5 9 166 0 0,2 0 0 0 0,24 33 0 0 0,-9-13-42 0 0,-23-37-223 0 0,-1-1-1 0 0,1 0 1 0 0,0 0 0 0 0,0-1 0 0 0,0 1-1 0 0,10 5 1 0 0,9 8 198 0 0,-24-18-215 0 0,0 0 0 0 0,0 1 1 0 0,1-1-1 0 0,-1 0 0 0 0,0 0 0 0 0,0 0 0 0 0,1 0 1 0 0,-1 1-1 0 0,0-1 0 0 0,1 0 0 0 0,-1 0 1 0 0,0 0-1 0 0,0 0 0 0 0,1 0 0 0 0,-1 0 0 0 0,0 0 1 0 0,1 0-1 0 0,-1 0 0 0 0,0 0 0 0 0,1 0 1 0 0,-1 0-1 0 0,0 0 0 0 0,1 0 0 0 0,-1 0 1 0 0,0 0-1 0 0,1 0 0 0 0,-1 0 0 0 0,0 0 0 0 0,1 0 1 0 0,-1-1-1 0 0,0 1 0 0 0,0 0 0 0 0,1 0 1 0 0,-1 0-1 0 0,0 0 0 0 0,0-1 0 0 0,1 1 0 0 0,-1 0 1 0 0,0 0-1 0 0,0-1 0 0 0,0 1 0 0 0,1 0 1 0 0,-1-1-1 0 0,0 1 0 0 0,0 0 0 0 0,0 0 1 0 0,0-1-1 0 0,0 1 0 0 0,0 0 0 0 0,1-1 0 0 0,-1 1 1 0 0,0 0-1 0 0,0-1 0 0 0,0 1 0 0 0,0 0 1 0 0,0-1-1 0 0,0 1 0 0 0,0 0 0 0 0,0-1 0 0 0,-1 1 1 0 0,1-1-1 0 0,2-24 348 0 0,-3 24-260 0 0,-2-81 592 0 0,1 58-627 0 0,1 0 0 0 0,0 0 0 0 0,2-1 0 0 0,1 1 0 0 0,1 0 0 0 0,8-33 0 0 0,-1 14 25 0 0,-9 34-82 0 0,0 1-1 0 0,1-1 0 0 0,0 1 0 0 0,1 0 0 0 0,0 0 0 0 0,0 0 0 0 0,1 0 0 0 0,5-8 0 0 0,-9 15-31 0 0,0 1 0 0 0,1-1-1 0 0,-1 1 1 0 0,1-1-1 0 0,-1 0 1 0 0,1 1-1 0 0,-1-1 1 0 0,1 1-1 0 0,-1 0 1 0 0,1-1-1 0 0,-1 1 1 0 0,1-1-1 0 0,0 1 1 0 0,-1 0-1 0 0,1 0 1 0 0,0-1-1 0 0,-1 1 1 0 0,1 0-1 0 0,0 0 1 0 0,-1 0-1 0 0,1 0 1 0 0,0-1-1 0 0,-1 1 1 0 0,1 0 0 0 0,0 0-1 0 0,0 1 1 0 0,-1-1-1 0 0,1 0 1 0 0,0 0-1 0 0,-1 0 1 0 0,1 0-1 0 0,0 1 1 0 0,-1-1-1 0 0,1 0 1 0 0,0 0-1 0 0,-1 1 1 0 0,1-1-1 0 0,-1 1 1 0 0,1-1-1 0 0,-1 0 1 0 0,1 1-1 0 0,0 0 1 0 0,0 0-105 0 0,0 0 1 0 0,-1 0-1 0 0,1 0 1 0 0,-1 0-1 0 0,1 0 1 0 0,-1-1-1 0 0,1 1 1 0 0,-1 0 0 0 0,0 0-1 0 0,0 0 1 0 0,1 0-1 0 0,-1 0 1 0 0,0 0-1 0 0,0 0 1 0 0,0 0-1 0 0,0 0 1 0 0,0 0-1 0 0,0 0 1 0 0,0 0-1 0 0,0 0 1 0 0,-1 0-1 0 0,1 0 1 0 0,0 0-1 0 0,-1 0 1 0 0,1 0-1 0 0,0 0 1 0 0,-1 0-1 0 0,1 0 1 0 0,-1 0-1 0 0,-1 1 1 0 0,-3 4-1137 0 0,4-4 416 0 0,-1 0 1 0 0,1-1-1 0 0,-1 1 1 0 0,1 0-1 0 0,-1-1 1 0 0,0 1-1 0 0,0-1 1 0 0,0 1-1 0 0,0-1 1 0 0,-4 2-1 0 0,-13 3-4182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9:38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 8 0 0,'0'0'5106'0'0,"2"0"-4948"0"0,13-1 254 0 0,0-1-1 0 0,28-9 0 0 0,-12 3-218 0 0,153-41 67 0 0,-139 36-272 0 0,-26 9-28 0 0,0-1-1 0 0,-1-1 1 0 0,1-1 0 0 0,21-11-1 0 0,-31 14 30 0 0,-7 3-33 0 0,1 0-1 0 0,-1 0 1 0 0,1 0 0 0 0,-1-1 0 0 0,0 1 0 0 0,0-1 0 0 0,1 1 0 0 0,-1-1-1 0 0,0 0 1 0 0,0 0 0 0 0,-1 0 0 0 0,4-4 0 0 0,-5 5 39 0 0,-7 13 214 0 0,-1-1 1 0 0,0 0 0 0 0,-19 19-1 0 0,16-19-64 0 0,-123 160 1197 0 0,107-135-1082 0 0,-10 24 706 0 0,36-59-886 0 0,1-1-122 0 0,0 1-1 0 0,-1 0 1 0 0,1-1-1 0 0,0 1 0 0 0,-1 0 1 0 0,1-1-1 0 0,0 1 1 0 0,-1 0-1 0 0,1-1 1 0 0,-1 1-1 0 0,1-1 0 0 0,-1 1 1 0 0,1-1-1 0 0,-1 1 1 0 0,0-1-1 0 0,1 0 1 0 0,-1 1-1 0 0,1-1 1 0 0,-1 0-1 0 0,-1 1 0 0 0,-11 4-4471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9:39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35 256 0 0,'1'-3'595'0'0,"0"0"0"0"0,1 0 0 0 0,-1 0 0 0 0,1-1 0 0 0,0 2 0 0 0,-1-1 0 0 0,1 0 0 0 0,1 0 1 0 0,3-4-1 0 0,-5 7-119 0 0,12 36 1225 0 0,-8-19-1626 0 0,1-1 0 0 0,9 18-1 0 0,-5-17 31 0 0,0-1-1 0 0,14 18 1 0 0,-19-29 46 0 0,-1 0 0 0 0,1 0 0 0 0,0 0 0 0 0,0-1-1 0 0,0 1 1 0 0,0-1 0 0 0,1-1 0 0 0,0 1 0 0 0,10 4 0 0 0,-12-7-67 0 0,0 0 0 0 0,0 0 0 0 0,0-1 0 0 0,0 0-1 0 0,0 0 1 0 0,0 0 0 0 0,0 0 0 0 0,0-1 0 0 0,0 1 0 0 0,4-2 0 0 0,43-14 242 0 0,-37 11-245 0 0,210-78-1328 0 0,-81 20-3961 0 0,-75 30 2222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9T10:19:44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0 325 324 0 0,'0'0'1728'0'0,"0"-1"-1196"0"0,1-1 0 0 0,-1 1 0 0 0,0-1 0 0 0,1 1 0 0 0,-1 0 0 0 0,1-1 1 0 0,0 1-1 0 0,-1 0 0 0 0,1 0 0 0 0,0 0 0 0 0,1-3 0 0 0,6 15-324 0 0,-1 1 0 0 0,-1-1 0 0 0,0 1 1 0 0,-1 0-1 0 0,5 17 0 0 0,-4-12-24 0 0,1-1 0 0 0,12 23 0 0 0,11 27 1082 0 0,-30-66-1227 0 0,0 0 1 0 0,0 1 0 0 0,1-1 0 0 0,-1 1-1 0 0,0-1 1 0 0,1 0 0 0 0,-1 1-1 0 0,0-1 1 0 0,1 0 0 0 0,-1 1 0 0 0,0-1-1 0 0,1 0 1 0 0,-1 1 0 0 0,1-1-1 0 0,-1 0 1 0 0,0 0 0 0 0,1 0 0 0 0,-1 1-1 0 0,1-1 1 0 0,-1 0 0 0 0,1 0 0 0 0,-1 0-1 0 0,1 0 1 0 0,-1 0 0 0 0,1 0-1 0 0,-1 0 1 0 0,1 0 0 0 0,-1 0 0 0 0,1 0-1 0 0,-1 0 1 0 0,0 0 0 0 0,1 0-1 0 0,-1 0 1 0 0,1 0 0 0 0,-1-1 0 0 0,1 1-1 0 0,-1 0 1 0 0,1 0 0 0 0,-1-1-1 0 0,0 1 1 0 0,1 0 0 0 0,0-1 0 0 0,22-16 84 0 0,-17 12 92 0 0,178-132 339 0 0,77-58-2365 0 0,-94 58-4819 0 0,-118 93 3437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1:08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40 0 0,'0'0'1414'0'0,"15"-9"-1976"0"0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1:16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6 212 0 0,'0'0'6537'0'0,"6"-5"-2544"0"0,-15 7-4535 0 0,-10 4-4680 0 0,12-5 2420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14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1 268 0 0,'0'0'3670'0'0,"24"4"-2532"0"0,-22-4-1127 0 0,-1 0 0 0 0,0 0 0 0 0,1 0-1 0 0,-1 0 1 0 0,0 1 0 0 0,1-1 0 0 0,-1 0-1 0 0,0 1 1 0 0,0-1 0 0 0,0 0 0 0 0,1 1-1 0 0,-1 0 1 0 0,0-1 0 0 0,0 1-1 0 0,0 0 1 0 0,0-1 0 0 0,0 1 0 0 0,0 0-1 0 0,1 1 1 0 0,-1-1 22 0 0,23 24 1318 0 0,-23-24-1330 0 0,0 0 0 0 0,0 1 1 0 0,0-1-1 0 0,0 0 0 0 0,0 1 1 0 0,-1-1-1 0 0,1 1 0 0 0,0-1 1 0 0,-1 1-1 0 0,1-1 0 0 0,-1 1 1 0 0,1 0-1 0 0,-1-1 0 0 0,0 1 1 0 0,0-1-1 0 0,1 1 1 0 0,-1 0-1 0 0,-1-1 0 0 0,1 1 1 0 0,0 0-1 0 0,0-1 0 0 0,0 1 1 0 0,-2 2-1 0 0,1-2 1 0 0,0 0 0 0 0,-1 1 1 0 0,1-1-1 0 0,-1 0 0 0 0,0-1 0 0 0,0 1 1 0 0,0 0-1 0 0,0 0 0 0 0,0-1 1 0 0,0 1-1 0 0,-4 1 0 0 0,-3 15 35 0 0,-1-8-80 0 0,10-9 26 0 0,-1-1 0 0 0,0 0-1 0 0,1 1 1 0 0,-1-1 0 0 0,1 0 0 0 0,-1 1 0 0 0,1-1 0 0 0,-1 1 0 0 0,1-1 0 0 0,0 1 0 0 0,-1 0 0 0 0,1-1 0 0 0,-1 1 0 0 0,1-1 0 0 0,0 1 0 0 0,0 0 0 0 0,-1-1 0 0 0,1 1 0 0 0,0-1 0 0 0,0 1 0 0 0,0 0 0 0 0,0-1 0 0 0,0 1 0 0 0,0 0 0 0 0,0-1 0 0 0,0 1 0 0 0,0 0 0 0 0,0 0 0 0 0,0-1 0 0 0,0 1 0 0 0,0-1 0 0 0,1 1 0 0 0,-1 0 0 0 0,0-1 0 0 0,0 1 0 0 0,1 0 0 0 0,0 0 0 0 0,-1 0 69 0 0,37 6 294 0 0,20-1-136 0 0,-54-8-231 0 0,-17 6 6 0 0,7-3-6 0 0,0 1 1 0 0,0-1 0 0 0,0 2-1 0 0,0-1 1 0 0,0 1 0 0 0,0 0-1 0 0,1 0 1 0 0,0 1 0 0 0,-1-1-1 0 0,1 2 1 0 0,1-1 0 0 0,-1 1-1 0 0,-5 5 1 0 0,11-10 6 0 0,0 1 1 0 0,0 0-1 0 0,0 0 0 0 0,0 0 0 0 0,0-1 1 0 0,0 1-1 0 0,0 0 0 0 0,0 0 1 0 0,0 0-1 0 0,0 0 0 0 0,0-1 0 0 0,0 1 1 0 0,1 0-1 0 0,-1 0 0 0 0,0-1 1 0 0,1 1-1 0 0,-1 0 0 0 0,1 0 0 0 0,-1-1 1 0 0,1 1-1 0 0,-1 0 0 0 0,1-1 0 0 0,0 2 1 0 0,18 19 164 0 0,-12-13-121 0 0,-6-7-46 0 0,-1 0-1 0 0,1 0 1 0 0,0 0-1 0 0,-1 0 1 0 0,1 0 0 0 0,-1 1-1 0 0,0-1 1 0 0,1 0-1 0 0,-1 0 1 0 0,0 1 0 0 0,0-1-1 0 0,0 0 1 0 0,0 0-1 0 0,0 1 1 0 0,0-1 0 0 0,0 0-1 0 0,0 0 1 0 0,0 1-1 0 0,0-1 1 0 0,-1 0 0 0 0,1 0-1 0 0,-1 1 1 0 0,1-1-1 0 0,-1 0 1 0 0,1 0 0 0 0,-1 0-1 0 0,0 0 1 0 0,1 0-1 0 0,-3 2 1 0 0,-32 30-174 0 0,22-22-330 0 0,6-10-61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16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76 0 0,'0'0'44'0'0,"-5"3"-108"0"0,1 0 28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8:28:42.801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86 18 89,'0'0'88,"0"0"-4,0 0-5,0 0 0,0 0-9,0 0-13,0-12-16,0 12 13,0 0-11,0 0-3,0 0 1,0 0-11,8-6-1,-8 6-3,0 0 7,0 0-13,0 0 19,0 0-11,0 0 1,0 0-5,0 0 2,0 0-17,0 0 10,0 0-1,0 0-4,0 0-3,0 0-5,0 0 2,0 0 7,0 0-13,0 0 7,0 0-9,0 0 9,0 0-7,0 0-1,0 0 5,0 0 2,0 0-2,0 0-5,0 0 10,0 0-4,0 0 5,0 0-5,0 0 6,0 0-1,0 0 5,0 0-3,0 0-3,0 0 0,0 0 4,0 0-9,0 0 3,0 0 3,0 0 1,0 0-2,0 0-6,0 0 0,0 0 1,0 0-2,0 0 2,0 0 2,0 0-1,0 0 0,0 0 5,0 0-5,0 0-2,0 0-3,0 0 0,0 0 0,0 0 3,0 0-9,0 0 5,0 0 3,0 0 2,0 0-5,0 0 6,0 0-8,0 0 1,0 0 2,0 0-4,0 0 1,0 0 6,0 0-3,0 0-5,0 0-3,0 0 4,0 0 5,0 0-3,0 0 3,0 0-4,0 0 7,0 0-8,0 0 4,0 0 4,0 0-8,0 0 4,0 0 0,0 0 2,0 0 6,0 0-3,0 0-6,0 0 6,0 0-5,0 0 7,0 0-13,0 0 10,0 0 1,0 0-4,0 0-3,0 0 2,0 0 7,0 0-6,0 0 0,0 0 5,0 0 1,0 0-6,0 0 1,0 0-2,0 0 0,0 0-1,0 0 4,0 0-5,0 0-2,0 0-2,0 0 7,0 0 2,0 0-3,0 0 2,0 0-4,0 0 3,0 0-6,0 0 2,0 0-1,-23-5-1,23 5 3,0 0-14,0 0 15,0 0 5,0 0-23,0 0 20,-24 5 0,24-5 1,0 0-6,0 0-1,0 0 3,-9 4 0,9-4 3,0 0-4,0 0-3,-8 7 3,8-7-2,-6 7 2,6-7-2,0 0 5,-10 8-8,10-8 5,0 0 0,-6 8 0,6-8 7,0 0-7,-6 10 1,6-10 2,0 9 2,0-9 3,0 0-1,0 12-2,0-12-6,0 0 10,0 0 0,3 16 4,-3-16 3,6 7-2,-6-7 0,10 10 2,-4-6-9,-6-4 0,8 7 1,1-1-1,-1-3 0,1 0 6,-2 4-8,5-3-1,-12-4-3,14 9 11,-2-2-8,-4-2 6,-2 0-6,0 0-4,1 3 2,-7-8 5,12 12 1,-7-6 1,1 4-7,-6-10 3,6 17-1,-1-8 1,-2 0-5,-3 1 7,0-10-3,6 18 1,-6-10-3,0-8 0,0 16 2,0-16 2,0 18-3,0-18-1,-6 14 6,6-14-6,0 18-3,-5-11 3,5-7 1,-6 13 4,3-7-4,3-6 1,-9 12-1,4-7-4,5-5 4,-9 8 2,9-8-7,0 0 4,-7 7 2,7-7-1,0 0 3,-6 6-2,6-6-5,0 0 7,0 0-8,0 0 4,-6 9 1,6-9-5,0 0-6,0 0 10,0 0-3,0 0 4,0 0-3,0 0-8,0 0 5,0 0 3,-5 11 0,5-11 6,0 0-8,-3 8 8,3-8-4,0 0 1,-6 11-2,6-11-1,-9 7 5,9-7-6,0 0 6,-8 11-6,8-11 0,-6 8 2,6-8 4,-9 6-1,9-6-6,0 0 5,-4 7-3,4-7 0,0 0 2,0 0 2,-9 5 0,9-5-2,0 0-5,0 0 4,0 0 1,0 0 3,0 0-3,0 0 1,0 0-3,0 0 5,0 0-2,-8 8-1,8-8-3,0 0 5,0 0-7,-6 8 7,6-8-8,0 0 4,-7 9-4,7-9 12,0 0-10,-7 8 2,7-8-1,0 0 3,-6 9-1,6-9-1,0 0 7,-6 9-7,6-9 7,0 0-5,-3 12 1,3-12-3,0 0 0,-4 14-1,4-14 2,0 0 5,-3 12-4,3-12-4,0 0 4,0 11 1,0-11-5,0 0 5,0 0-2,0 0-2,3 16 4,-3-16-2,0 0-2,4 7 1,-4-7-5,0 0 4,3 10 3,-3-10-5,0 0 3,6 9 0,-6-9 1,0 0 0,3 9 0,-3-9-2,0 0 6,0 0-6,3 9 2,-3-9-1,0 0 2,7 7 1,-7-7-1,0 0 3,0 0-3,0 0 0,10 6-2,-10-6 5,11 2 0,-11-2-1,0 0 0,19 3-2,-19-3-2,12 0 4,-12 0-1,0 0 4,0 0-8,20-5 2,-20 5 7,14-1-9,-14 1 2,0 0 3,16-2-3,-16 2 3,11-2 2,-11 2-4,0 0-2,0 0 5,15-1-7,-15 1 5,0 0-5,0 0 4,14 1 2,-14-1-1,0 0-4,0 0 5,0 0-4,0 0 1,13 2 0,-13-2 0,0 0-1,0 0 4,0 0-4,6 5-1,-6-5 0,0 0 0,0 0 4,0 0-5,0 0 2,0 0-2,11 4 1,-11-4 3,0 0-1,0 0-10,9 5 11,-9-5-1,0 0 1,0 0 2,0 0-1,8 6 0,-8-6-2,0 0-5,0 0 4,12 3 2,-12-3 8,0 0-7,0 0-1,10 3 3,-10-3-6,9 4 2,-9-4-3,0 0 5,8 4-5,-8-4 6,0 0-3,0 0 0,0 0-3,12 5 3,-12-5-3,0 0 5,0 0 0,0 0 1,0 0 0,0 0 0,0 0-2,0 0 3,11 4 2,-11-4 4,0 0 0,0 0 3,0 0 8,0 0-5,0 0 3,0 0 1,0 0 0,0 0 3,0 0-4,0 0-4,0 0 2,0 0-5,0 0-1,0 0-3,0 0-2,0 0 5,0 0-3,0 0-3,0 0-2,0 0-1,0 0-1,0 0-3,0 0 3,0 0-1,0 0 3,0 0-1,0 0-1,0 0-3,0 0 3,0 0-5,16-7 6,-16 7 0,17-2 3,-17 2-1,17-3 1,-17 3-3,15 0-5,-15 0 3,10-1-1,-10 1-3,0 0 5,14 4-2,-14-4-4,0 0 1,0 0 0,12 3 0,-12-3 1,0 0 4,6 7 4,-6-7-4,0 0 5,5 12-6,-5-12 2,3 13 0,-3-13 3,0 12-3,0-12-2,0 16 5,0-6 0,0-10-1,0 18 5,0-9-1,0-9-1,-3 21 1,3-13-1,3 7 0,-3-15-1,0 18 1,0-7-2,0-11 0,0 22 3,0-10 6,0-2-7,3 1 4,-3-11 0,0 21-1,3-9-1,0-2 8,0 1-9,4-2 2,-1 2 15,0-1-6,5 0 3,-4 1-4,3 0-1,0-1-1,2-1-3,-1 0 0,-2-1-2,2 3 2,1-2-6,-2-2 3,-1 0-1,2-2 3,-5 2-3,5-4 0,1 3-2,-8 0-2,8-1 1,-12-5-3,17 3 5,-10 0-2,-7-3 0,20 0-3,-8-1 0,-12 1 0,23-4 0,-23 4-7,17-5 3,-7 2-3,-10 3 2,14-10-2,-8 9 0,-6 1 0,9-7 5,-9 7-2,0 0 0,10-5 1,-10 5-1,0 0 1,0 0-1,7-5 0,-7 5-7,0 0 6,0 0-6,0 0 9,0 0 1,0 0-6,0 0-4,0 0-15,0 0-10,-40 15-15,34-12-34,6-3-31,-16 7-53,5-4-190,-1-1-385,12-2 171</inkml:trace>
  <inkml:trace contextRef="#ctx0" brushRef="#br0" timeOffset="7802">1070 1187 3,'0'0'75,"0"0"-1,0 0-14,0 0-1,0 0 2,0 0 2,0 0-10,0 0 0,0 0-15,0 0 7,0 0-2,0 0-3,0 0-10,0 0 5,0 0-3,0 0 3,0 0-9,0 0-3,0 0-3,0 0-5,0 0-3,0 0 1,0 0-1,0 0-2,0 0 0,0 0 7,0 0 2,0 0-13,0 0 4,0 0 3,0 0-5,0 0 3,0 0 2,0 0-14,0 0 13,0 0-2,0 0-15,0 0 13,0 0 0,0 0-7,0 0 6,0 0 1,0 0-1,0 0 0,0 0 2,0 0 4,0 0-3,0 0 4,0 0 3,0 0-1,-14 26-9,14-26 7,2 14-5,-2-14 5,6 16-9,-3-9 4,3 3 0,-3-2 2,-2 2 2,5-3-6,0 2-4,0-2 4,2 2 5,-2-2-9,5 3 9,-2-3-2,4 0 0,-4-1 0,5-1 2,0-3-1,-2-1-3,1-1-3,1 0 6,0-1-5,1-1-3,-2-1 3,4 1-8,-6-2 7,1-3-2,-2 4-4,4-6 2,-2 0 6,-1 4-6,1-4 6,-5 2-7,5-2 1,-1 0-4,-2 3 0,-1 0 2,-2 1 0,7-4 4,-4 4-3,5-2 8,-1-1-10,3 3-12,0 2 13,-5 0-3,2-1 8,4 2-3,3 1 4,-4-1-2,4-2 9,-2 6-9,2-2 2,-7 5 2,1-3-4,0 2 0,1 2-4,-5-1 2,0 1 2,-6 3 0,5-1 4,-4 7 0,-4-5-4,-1 3-3,-1 0 5,-4 4-1,-1-2 5,-1-1-6,-3 2 0,4 0-3,-4-3 1,1 2-2,1-3-2,-1 1 2,2-5 0,0-1 1,1 1 9,2-2-15,4-6 6,-9 9-4,9-9 7,0 0 1,-9 11-2,9-11-1,0 0-1,0 0-11,0 0 10,0 0-12,0 0 13,0 0 1,0 0 3,0 0 0,28-21-2,-17 14 1,-2-1-5,2-2 4,1 1-4,1 0-5,-2 1 7,1-1 0,2 0 1,-2-3-8,1 3 8,1-2-8,0 3 1,2-3 6,-1 2 1,-1 1-6,6-1 3,-7 2 0,1 0 4,6-2 0,-5 3-2,1-1-5,1 1-1,-3-1 12,-1 3-4,-1 3 6,2-3-5,0 2-2,-5 0 3,-9 2-3,19 0 7,-5 0-1,-14 0 0,17 4-7,-8 0 3,1-3-6,-10-1-3,17 7 4,-8-2 10,-9-5-5,14 7-1,-8-2-5,1 0 6,-1 0 1,-6-5-12,17 6 11,-11-2 2,-6-4 3,17 5-6,-17-5 3,13 2-1,-13-2 2,14 2-9,-14-2 3,0 0 3,18-7-3,-10 3 4,-8 4-2,13-10-7,-4 5 7,-3-5 7,5 2-3,-2-2-1,2-3-2,-5 5-2,4-5-4,-1 3 9,2-3-4,-5 3-4,4-1 0,-3-1-4,-1 3 9,-2 2 0,-4 7 1,6-14-8,-3 7 7,-3 7-3,3-10-2,-3 10 1,0 0-3,6-10 4,-6 10-1,0 0 0,0 0-3,0 0 3,0 0-2,0 0 0,0 0 4,0 0-3,0 0 1,0 0 1,0 0-1,0 0-1,0 0-1,0 0 2,0 0-35,0 0-9,0 0-60,0 0-120,0 0-244,0 0 108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8:28:45.05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9 161,'11'-5'249,"-11"5"-43,0 0-45,0 0-46,12-4-39,-12 4-49,0 0-57,0 0-132,0 0-174,0 0 78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1-05-21T08:29:07.073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9 302 56,'0'0'45,"0"0"3,0 0-20,0 0-8,0 0-14,0 0 4,0 0-7,0 0 7,0 0 17,0 0 15,0 0 0,0 0 8,0 0 4,0 0 4,0 0-3,0 0-1,-3-25 12,3 25-13,0 0 7,0 0-1,0 0 1,0 0-4,0-12 5,0 12 4,0 0-6,0 0-1,0 0-4,0 0-6,0 0-4,0 0 1,0 0-2,0 0-14,-6-11 3,6 11-4,0 0-3,0 0-2,0 0-1,0 0 1,0 0 3,0 0-2,0 0 4,0 0 4,0 0 1,0 0 2,0 0 0,0 0 0,0 0-1,0 0-6,0 0-1,0 0-2,0 0-1,0 0-4,0 0-3,0 0-3,23-3 1,-14 1-2,-9 2 3,24-2-9,-13 0 4,7 2-3,0 0 0,0 0-5,2-1 3,0-3-1,-1 4 5,8-3-4,4 3 0,-3-2 1,0 1 1,0-1-6,3 0 6,-3 0-5,4 0-2,-5 0 2,1 0-1,0 1-2,-8 1 3,6-4-1,-1 3-4,-3-1 6,-3 0 0,1 1 1,7-3-3,0 1 1,4-3 2,-6 1 0,3 1-2,-4-1 4,-3 3 0,6 1 1,-4-4 0,3-1 0,1 1-2,-1 1 6,1 1-2,2-1-4,-4 3-4,6-1 8,-4-1-5,5-2 0,-7 4 0,2-1-5,4 0 0,-3 2 3,0 2-1,0-2 2,1 0-2,-2 2 2,1-6-1,-3 3-1,1 1-2,0 0 1,-7 0 1,9-2-1,-3-2 4,3 3 0,-6-4-2,4 3-1,1 0 1,-1 1-4,-6-4 2,7 2-3,-7 1 5,8 1-1,-2-5-2,1 3 1,-1 1-1,-3-1 2,4 1-2,3 0 3,-1 0-1,1-1-2,-7 1 0,6 0-1,1-1 0,-5 1 2,0 0-2,3-1-1,-8 1 2,0 1-2,-1 1 1,1-4 2,7 2-3,-7 0 5,0-2 0,-1 4-2,1-1 1,0-1 0,-1-1 0,1 3-4,0 0 3,-1-2-2,4 2 4,4-2-5,-10 2 3,12 0 0,-1-1-3,0-1-1,-6 0 5,12 2-1,-6-3 0,3 4-2,-3-5 1,0 4-2,2-3 4,-5-1-2,4 4-2,-2 0-2,-1-1 2,1 1 0,-7 1 0,0-1 5,8 0-3,-8 0 3,0-1-6,4-1 3,-6 2 1,6 3-6,-4-3 5,0 0 0,2 0 1,6 2 2,-3-5-6,6 3 1,-6-4 4,4 3-1,1 1-2,4-2 3,-6 2-1,6-2 5,5-3-9,3 3 3,-11 2 0,0-1 3,0 2-8,2 1 4,-3-5 1,2 3-1,-2 1 1,2-1 4,-5 0-4,3 2-3,-1-4 5,-3 4-3,-2-2 3,-1 2 0,-4-2-3,4 2 3,-3-2-2,-1-2 0,1 0 0,-3 2 2,2 0-1,1 2-1,-3-4 1,2 2-3,-2-2 3,3 2-1,-5 2-3,0-2 0,2 2 3,-5-6 1,-12 4-2,19 2 2,-8-4-2,-11 2 1,17-1 0,-17 1 0,0 0-3,18 0 7,-18 0-4,0 0 0,10-3 1,-10 3 3,0 0-1,17 0-3,-17 0 0,12-2 2,-12 2-2,0 0-1,21 0 0,-21 0 2,18-1 0,-18 1 2,15 0-3,-15 0-2,16 0 1,-6-2 2,-10 2 3,0 0 0,18 0 4,-18 0 0,0 0 7,0 0 1,15-2 2,-15 2 6,0 0-1,0 0 3,0 0 1,0 0 3,13-1-1,-13 1 3,0 0 1,0 0-1,0 0 2,0 0 2,0 0 0,0 0-1,0 0 0,0 0 4,0 0 0,0 0-2,0 0 1,0 0-1,0 0 2,0 0-2,0 0-6,0 0 4,0 0-1,0 0-3,0 0-12,0 0 5,0 0-4,0 0 0,0 0-6,0 0-21,0 0-25,0 0-38,0 0-49,0 0-35,0 0-63,-64 11-250,32-8-507,-13 1 225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36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88 0 0,'0'0'807'0'0,"7"-13"6292"0"0,14 26-5563 0 0,-10-3-2912 0 0,-5-4-3314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39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 0 0,'0'0'756'0'0,"10"4"-700"0"0,-10 1-556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39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0 156 0 0,'0'0'424'0'0,"-7"5"-164"0"0,5-2-160 0 0,-8 1-588 0 0,7-2 236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1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66 448 0 0,'2'-16'3255'0'0,"-1"1"-984"0"0,-4 8-715 0 0,2 7-1501 0 0,1 0 0 0 0,0-1 0 0 0,-1 1 1 0 0,1 0-1 0 0,0 0 0 0 0,-1-1 0 0 0,1 1 0 0 0,0 0 0 0 0,0 0 0 0 0,-1-1 0 0 0,1 1 0 0 0,0 0 0 0 0,0-1 1 0 0,0 1-1 0 0,0 0 0 0 0,-1-1 0 0 0,1 1 0 0 0,0 0 0 0 0,0-1 0 0 0,0 1 0 0 0,0 0 0 0 0,0-1 0 0 0,0 1 1 0 0,0 0-1 0 0,0-1 0 0 0,0 1 0 0 0,0-1 0 0 0,0 1 0 0 0,0 0 0 0 0,0-1 0 0 0,0 1 0 0 0,0 0 0 0 0,1-1 1 0 0,8-15 2957 0 0,-11 99-2507 0 0,-6 54 164 0 0,-4-31 40 0 0,1 133 0 0 0,11-231-649 0 0,0 1-1 0 0,-1 0 0 0 0,0-1 0 0 0,-3 13 0 0 0,12 9 757 0 0,10-73-770 0 0,1 1 1 0 0,2 1-1 0 0,30-44 1 0 0,-46 77-54 0 0,0 0-8 0 0,0-1-18 0 0,0 1 0 0 0,1 0 0 0 0,0 0 0 0 0,11-12 0 0 0,-17 20 34 0 0,16 7 186 0 0,-9 3-111 0 0,0 0 0 0 0,-1 0 0 0 0,0 1-1 0 0,-1 0 1 0 0,0 0 0 0 0,-1 1-1 0 0,4 14 1 0 0,11 28 64 0 0,-9-33-72 0 0,2 0-1 0 0,1 0 0 0 0,15 18 1 0 0,3 5 45 0 0,-31-44-108 0 0,0 1-1 0 0,0-1 0 0 0,1 1 0 0 0,-1 0 1 0 0,0-1-1 0 0,1 1 0 0 0,-1-1 1 0 0,0 1-1 0 0,1-1 0 0 0,-1 1 0 0 0,1-1 1 0 0,-1 0-1 0 0,1 1 0 0 0,-1-1 1 0 0,1 1-1 0 0,-1-1 0 0 0,1 0 0 0 0,-1 1 1 0 0,1-1-1 0 0,-1 0 0 0 0,1 0 1 0 0,-1 1-1 0 0,1-1 0 0 0,0 0 0 0 0,-1 0 1 0 0,1 0-1 0 0,0 0 0 0 0,-1 0 1 0 0,1 0-1 0 0,-1 0 0 0 0,1 0 0 0 0,0 0 1 0 0,-1 0-1 0 0,1 0 0 0 0,0 0 1 0 0,-1 0-1 0 0,1-1 0 0 0,-1 1 0 0 0,1 0 1 0 0,-1 0-1 0 0,1-1 0 0 0,0 1 1 0 0,-1 0-1 0 0,1-1 0 0 0,-1 1 0 0 0,1 0 1 0 0,-1-1-1 0 0,0 1 0 0 0,1-1 1 0 0,-1 1-1 0 0,1-1 0 0 0,-1 1 0 0 0,0-1 1 0 0,1 1-1 0 0,-1-1 0 0 0,0 0 1 0 0,0 1-1 0 0,1-1 0 0 0,-1 1 0 0 0,0-1 1 0 0,0 0-1 0 0,0 0 0 0 0,14-46 77 0 0,-13 42-54 0 0,64-289-16 0 0,-32 166-169 0 0,-33 128 111 0 0,1 1 1 0 0,0 0-1 0 0,0 0 0 0 0,-1 0 0 0 0,1 0 0 0 0,-1 0 0 0 0,1 0 1 0 0,-1 0-1 0 0,1 0 0 0 0,-1 0 0 0 0,1 0 0 0 0,-1 0 1 0 0,0 0-1 0 0,0 1 0 0 0,0-1 0 0 0,1 0 0 0 0,-1 0 0 0 0,-1 2 1 0 0,0 13-740 0 0,-4 25-1349 0 0,-5-18-5630 0 0,5-18 4265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2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6 392 0 0,'0'0'949'0'0,"18"-6"5453"0"0,-9 9-6014 0 0,-1 0 0 0 0,-1 1 0 0 0,1 0 0 0 0,0 0 0 0 0,-1 0 0 0 0,0 1 0 0 0,0 1 0 0 0,0-1-1 0 0,-1 1 1 0 0,10 10 0 0 0,8 12 464 0 0,23 35 0 0 0,-36-47-519 0 0,0 3-74 0 0,6 6 50 0 0,-17-24-368 0 0,1-1 0 0 0,-1 1 1 0 0,1-1-1 0 0,-1 1 0 0 0,0 0 0 0 0,1-1 0 0 0,-1 1 0 0 0,0 0 0 0 0,1-1 0 0 0,-1 1 0 0 0,0 0 0 0 0,0 0 0 0 0,0-1 0 0 0,1 1 0 0 0,-1 0 1 0 0,0 0-1 0 0,0-1 0 0 0,0 1 0 0 0,0 0 0 0 0,0 0 0 0 0,0-1 0 0 0,-1 1 0 0 0,1 0 0 0 0,0-1 0 0 0,0 1 0 0 0,-1 0 0 0 0,1 0 0 0 0,0-1 1 0 0,-1 1-1 0 0,1-1 0 0 0,0 1 0 0 0,-1 0 0 0 0,1-1 0 0 0,-1 1 0 0 0,1-1 0 0 0,-1 1 0 0 0,-1 0-508 0 0,-16-15-2280 0 0,8-6-2105 0 0,6 10 2663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2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1 696 0 0,'-6'3'6392'0'0,"-13"19"-4355"0"0,-23 29-1016 0 0,8 4 233 0 0,-33 65 0 0 0,50-81-2529 0 0,-16 48 0 0 0,29-73-4193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3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75 118 408 0 0,'-2'2'919'0'0,"-2"3"-421"0"0,0 0-1 0 0,1 1 0 0 0,0-1 0 0 0,0 1 0 0 0,0 0 1 0 0,1 0-1 0 0,0 0 0 0 0,0 0 0 0 0,-2 10 1 0 0,-8 63 1716 0 0,11-72-2015 0 0,-22 175 3019 0 0,20-165-2950 0 0,2-14-212 0 0,0-1-1 0 0,1 1 1 0 0,-1-1 0 0 0,1 1 0 0 0,0 0-1 0 0,0-1 1 0 0,0 1 0 0 0,0-1 0 0 0,0 1-1 0 0,0-1 1 0 0,2 4 0 0 0,-2-5 61 0 0,19-69-400 0 0,35-83-1 0 0,-27 84-89 0 0,-15 31 165 0 0,3 2-1 0 0,0 0 1 0 0,26-40-1 0 0,-17 32 364 0 0,-24 42-137 0 0,1 0-1 0 0,0 0 0 0 0,-1 0 0 0 0,1 0 0 0 0,0 0 1 0 0,-1 0-1 0 0,1 0 0 0 0,0 0 0 0 0,-1 0 1 0 0,1 0-1 0 0,0 0 0 0 0,-1 0 0 0 0,1 0 0 0 0,-1 1 1 0 0,1-1-1 0 0,0 0 0 0 0,-1 0 0 0 0,1 1 1 0 0,-1-1-1 0 0,1 0 0 0 0,-1 1 0 0 0,1-1 0 0 0,-1 1 1 0 0,1-1-1 0 0,-1 1 0 0 0,1-1 0 0 0,-1 1 1 0 0,1 0-1 0 0,3 5 121 0 0,-1 1 0 0 0,0 0 0 0 0,0 0 1 0 0,-1 0-1 0 0,0 0 0 0 0,0 1 0 0 0,0-1 1 0 0,-1 0-1 0 0,0 1 0 0 0,0 10 0 0 0,0-3 78 0 0,6 114 1137 0 0,2 17-105 0 0,-3-111-984 0 0,2 9-48 0 0,-7-17-3031 0 0,-2-24 2167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3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79 112 0 0,'16'-3'5364'0'0,"34"-9"-3900"0"0,-30 7-687 0 0,47-8 414 0 0,-40 9-1501 0 0,-1-1-1 0 0,1-1 1 0 0,25-11 0 0 0,-34 7-3493 0 0,-11 7 1631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78 492 0 0,'7'-2'1971'0'0,"9"1"1919"0"0,-15 2-3798 0 0,-1-1 0 0 0,1 1-1 0 0,0 0 1 0 0,0 0-1 0 0,0 0 1 0 0,-1 0 0 0 0,1 0-1 0 0,0 0 1 0 0,-1 0-1 0 0,1 0 1 0 0,-1 0 0 0 0,1 0-1 0 0,-1 0 1 0 0,0 0 0 0 0,0 1-1 0 0,1 1 1 0 0,3 20 532 0 0,-1 0 0 0 0,-1 1 1 0 0,-1-1-1 0 0,-1 1 0 0 0,-5 32 0 0 0,2-2 45 0 0,-9 91 1050 0 0,12-145-1708 0 0,0 0 0 0 0,0 0-1 0 0,0 0 1 0 0,0 0 0 0 0,0 1 0 0 0,0-1-1 0 0,0 0 1 0 0,0 0 0 0 0,0 0 0 0 0,0 0 0 0 0,0 0-1 0 0,0 0 1 0 0,0 1 0 0 0,0-1 0 0 0,0 0-1 0 0,0 0 1 0 0,0 0 0 0 0,0 0 0 0 0,0 0 0 0 0,0 1-1 0 0,0-1 1 0 0,0 0 0 0 0,0 0 0 0 0,0 0 0 0 0,0 0-1 0 0,0 0 1 0 0,0 0 0 0 0,0 0 0 0 0,-1 1-1 0 0,1-1 1 0 0,0 0 0 0 0,0 0 0 0 0,0 0 0 0 0,0 0-1 0 0,0 0 1 0 0,0 0 0 0 0,0 0 0 0 0,-1 0-1 0 0,1 0 1 0 0,0 0 0 0 0,0 0 0 0 0,0 0 0 0 0,0 0-1 0 0,0 0 1 0 0,-1 0 0 0 0,1 0 0 0 0,0 0 0 0 0,0 0-1 0 0,0 0 1 0 0,0 0 0 0 0,0 0 0 0 0,0 0-1 0 0,-1 0 1 0 0,1 0 0 0 0,0 0 0 0 0,0 0 0 0 0,0 0-1 0 0,0 0 1 0 0,-8-11 162 0 0,-2-20-104 0 0,9 8-127 0 0,0 0 0 0 0,1 0 0 0 0,2 0 0 0 0,0 0 0 0 0,1 0 0 0 0,2 0 0 0 0,0 0 0 0 0,2 1 0 0 0,0 0 0 0 0,1 0 0 0 0,2 1 0 0 0,0 0 0 0 0,1 0 0 0 0,1 1 0 0 0,0 1 0 0 0,27-30 0 0 0,-37 46 55 0 0,1 1 0 0 0,0 0 0 0 0,-1-1 0 0 0,1 1 0 0 0,0 0 0 0 0,0 1 0 0 0,0-1 1 0 0,0 0-1 0 0,0 1 0 0 0,0 0 0 0 0,1 0 0 0 0,-1 0 0 0 0,0 0 0 0 0,1 0 0 0 0,-1 1 0 0 0,1-1 0 0 0,-1 1 0 0 0,1 0 0 0 0,4 0 0 0 0,-6 1 5 0 0,0-1 0 0 0,0 1-1 0 0,-1-1 1 0 0,1 1-1 0 0,0 0 1 0 0,0-1 0 0 0,0 1-1 0 0,0 0 1 0 0,-1 0 0 0 0,1 0-1 0 0,0 1 1 0 0,-1-1-1 0 0,1 0 1 0 0,-1 1 0 0 0,0-1-1 0 0,1 1 1 0 0,-1-1 0 0 0,0 1-1 0 0,0-1 1 0 0,0 1-1 0 0,0 0 1 0 0,0 0 0 0 0,0-1-1 0 0,0 1 1 0 0,-1 0 0 0 0,1 0-1 0 0,-1 0 1 0 0,1 0-1 0 0,-1 0 1 0 0,0 0 0 0 0,0 0-1 0 0,0 0 1 0 0,0 3 0 0 0,-1 1-15 0 0,0 0-1 0 0,0 0 1 0 0,0 0 0 0 0,-1 0 0 0 0,0-1 0 0 0,0 1 0 0 0,-1-1 0 0 0,0 1 0 0 0,1-1 0 0 0,-2 0 0 0 0,1 0 0 0 0,-1 0 0 0 0,-7 8 0 0 0,-2 0-128 0 0,0 0 0 0 0,-1 0 0 0 0,-18 12 1 0 0,-35 23-467 0 0,75-51 586 0 0,1 0 0 0 0,-1 1-1 0 0,0 0 1 0 0,1 0 0 0 0,0 1 0 0 0,-1 0 0 0 0,1 0 0 0 0,15 2-1 0 0,-17-1 74 0 0,-1 0 0 0 0,0 1 0 0 0,0-1 0 0 0,0 1 0 0 0,0 1-1 0 0,0-1 1 0 0,0 1 0 0 0,0 0 0 0 0,0 0 0 0 0,-1 1 0 0 0,1 0-1 0 0,-1 0 1 0 0,0 0 0 0 0,0 1 0 0 0,0-1 0 0 0,8 8 0 0 0,-9-5 50 0 0,1-1 0 0 0,-1 1 0 0 0,-1 0 0 0 0,1 0 0 0 0,-1 0 0 0 0,4 10 0 0 0,-6-13-52 0 0,0 1 0 0 0,-1-1 0 0 0,1 0 0 0 0,-1 0 0 0 0,0 0 0 0 0,0 0-1 0 0,0 0 1 0 0,0 1 0 0 0,-1-1 0 0 0,1 0 0 0 0,-1 0 0 0 0,0 0 0 0 0,0 0 0 0 0,0 0 0 0 0,0 0 0 0 0,0 0-1 0 0,-4 5 1 0 0,0-1 1 0 0,0 0-1 0 0,-1-1 0 0 0,0 1 1 0 0,0-1-1 0 0,-1 0 1 0 0,1-1-1 0 0,-1 1 0 0 0,-1-2 1 0 0,1 1-1 0 0,-1-1 0 0 0,-14 6 1 0 0,8-4-886 0 0,0 0 1 0 0,-1-2-1 0 0,0 0 1 0 0,0 0-1 0 0,-29 2 1 0 0,17-6-3132 0 0,-6-3 303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67 700 0 0,'0'-59'9108'0'0,"0"58"-8692"0"0,5-5 3005 0 0,5 92-2562 0 0,13 94 407 0 0,-5-97-785 0 0,-18-67-1302 0 0,-6-15-1215 0 0,-15-21-5653 0 0,15 12 4480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6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15 688 0 0,'0'-12'7640'0'0,"16"10"-7223"0"0,1 2 0 0 0,-1-1 0 0 0,1 2 0 0 0,-1 0 0 0 0,1 1 0 0 0,-1 1 0 0 0,0 0 0 0 0,0 1 1 0 0,0 1-1 0 0,21 9 0 0 0,-24-8-312 0 0,-1 0 1 0 0,0 0-1 0 0,0 1 1 0 0,0 1-1 0 0,0 0 1 0 0,-1 1-1 0 0,-1 0 1 0 0,0 0-1 0 0,0 1 1 0 0,-1 1-1 0 0,0-1 1 0 0,13 22-1 0 0,-19-27-67 0 0,0 1 0 0 0,0-1 0 0 0,-1 1 0 0 0,0 0 0 0 0,0 0 0 0 0,-1 0 0 0 0,0 0 0 0 0,0 0-1 0 0,0 0 1 0 0,-1 0 0 0 0,0 0 0 0 0,0 0 0 0 0,0 0 0 0 0,-2 8 0 0 0,0-5-1 0 0,-1 0 0 0 0,0 0-1 0 0,0 0 1 0 0,-1-1 0 0 0,0 0 0 0 0,0 0 0 0 0,-1 0-1 0 0,-9 12 1 0 0,-7 4 70 0 0,-1-1 1 0 0,-2-1-1 0 0,0-1 0 0 0,-34 23 0 0 0,23-19 197 0 0,-1-3 0 0 0,-2-1-1 0 0,-73 31 1 0 0,104-50-1144 0 0,19-15-8525 0 0,-7 10 5576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20 0 0,'0'-2'148'0'0,"1"-13"11726"0"0,0 12-10845 0 0,75-19 17 0 0,150-21-1 0 0,-178 37-1127 0 0,21-3 226 0 0,-22 7-5095 0 0,-70 12-668 0 0,16-7 3001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48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32 124 0 0,'0'0'1655'0'0,"11"10"2202"0"0,9-9-2925 0 0,0-1 1 0 0,0-1-1 0 0,0 0 0 0 0,32-8 1 0 0,8 1-73 0 0,10-3 101 0 0,-12 1-1074 0 0,-20 8-2735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0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32 364 0 0,'-1'-31'9748'0'0,"0"46"-7478"0"0,5 19-1685 0 0,-3 0-1 0 0,-3 59 0 0 0,-1-12-27 0 0,-2 7 107 0 0,2-56-274 0 0,2 59-1 0 0,0-44 42 0 0,0-37-885 0 0,0-1 0 0 0,1 0 0 0 0,2 16-1 0 0,-9-66-2497 0 0,2 11-2891 0 0,5 29 5803 0 0,-4-16-3290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0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96 216 0 0,'9'-6'758'0'0,"-1"-1"0"0"0,2 1 0 0 0,-1 0 1 0 0,1 1-1 0 0,-1 0 0 0 0,2 1 0 0 0,9-4 0 0 0,80-18 1198 0 0,-63 17-1220 0 0,-17 5-303 0 0,38-4 0 0 0,-25 6-6750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0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 92 0 0,'4'0'492'0'0,"1"1"0"0"0,-1-1 1 0 0,0 0-1 0 0,0 0 0 0 0,1-1 0 0 0,-1 1 0 0 0,0-1 1 0 0,0 0-1 0 0,0 0 0 0 0,7-3 0 0 0,15-3 781 0 0,102-17 1830 0 0,-28 9-4437 0 0,-98 14 919 0 0,4 0-3390 0 0,1-4 1369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1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4 572 0 0,'3'-4'10172'0'0,"143"100"-6867"0"0,-13-4-2387 0 0,-133-92-932 0 0,3 2-181 0 0,1 0 0 0 0,-1 0 1 0 0,0 0-1 0 0,0 0 0 0 0,0 1 0 0 0,-1 0 0 0 0,1-1 1 0 0,0 1-1 0 0,-1 0 0 0 0,0 0 0 0 0,0 0 0 0 0,0 1 1 0 0,0-1-1 0 0,3 7 0 0 0,-5-8-630 0 0,-17-2-5252 0 0,14 0 3192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1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1 84 0 0,'-4'6'833'0'0,"-1"-1"0"0"0,1 1 0 0 0,-1-1 0 0 0,-10 9-1 0 0,-11 12 475 0 0,19-18-963 0 0,-78 109 2508 0 0,73-97-2538 0 0,0-1 0 0 0,2 2 1 0 0,0-1-1 0 0,-9 30 0 0 0,4 20-610 0 0,7-29-5698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29 126 220 0 0,'2'2'5605'0'0,"3"7"-4763"0"0,-3-3-278 0 0,-6 97 2396 0 0,2-51-1891 0 0,5 84-1 0 0,-5-89-641 0 0,0-16 363 0 0,1-36-750 0 0,0 1 0 0 0,0-1 0 0 0,0 1 0 0 0,-1-1 0 0 0,-3-7 0 0 0,-6-17 31 0 0,8 9-89 0 0,0 0 0 0 0,1 0 1 0 0,1-1-1 0 0,1 1 0 0 0,1 0 1 0 0,1-1-1 0 0,0 1 0 0 0,2 0 0 0 0,10-35 1 0 0,-5 28-43 0 0,0 1 1 0 0,17-32 0 0 0,-22 49 39 0 0,1 1 0 0 0,1-1 0 0 0,0 1 1 0 0,0 0-1 0 0,0 0 0 0 0,1 0 0 0 0,0 1 1 0 0,0 0-1 0 0,16-11 0 0 0,-20 17 17 0 0,0-1-1 0 0,1 1 0 0 0,-1 0 0 0 0,1 0 1 0 0,-1 0-1 0 0,1 0 0 0 0,-1 0 1 0 0,1 1-1 0 0,-1 0 0 0 0,1 0 1 0 0,-1 0-1 0 0,1 0 0 0 0,0 0 1 0 0,-1 1-1 0 0,1-1 0 0 0,-1 1 1 0 0,1 0-1 0 0,5 3 0 0 0,-6-3-6 0 0,-1 0 0 0 0,0 0 0 0 0,0 0 0 0 0,0 0 0 0 0,0 0 0 0 0,0 0 1 0 0,0 1-1 0 0,0-1 0 0 0,0 1 0 0 0,-1-1 0 0 0,1 1 0 0 0,0 0 0 0 0,-1 0 0 0 0,1 0 0 0 0,-1 0 0 0 0,0 0 0 0 0,0 0 0 0 0,0 0 0 0 0,0 0 0 0 0,0 0 0 0 0,0 1 0 0 0,0-1 0 0 0,-1 0 0 0 0,1 1 0 0 0,-1-1 0 0 0,0 0 0 0 0,0 1 0 0 0,0-1 0 0 0,0 3 1 0 0,-1 0-33 0 0,0 1 1 0 0,-1-1-1 0 0,1 0 1 0 0,-1-1 0 0 0,0 1-1 0 0,-1 0 1 0 0,1-1 0 0 0,-1 1-1 0 0,0-1 1 0 0,0 0 0 0 0,0 1-1 0 0,0-2 1 0 0,-7 7-1 0 0,-6 4-146 0 0,0-1-1 0 0,-21 12 0 0 0,-1 1-101 0 0,29-20 189 0 0,8-6 90 0 0,0 1-1 0 0,0-1 0 0 0,0 0 0 0 0,0 1 0 0 0,0-1 1 0 0,0 1-1 0 0,0-1 0 0 0,1 1 0 0 0,-1 0 1 0 0,0-1-1 0 0,0 1 0 0 0,1 0 0 0 0,-1-1 0 0 0,0 1 1 0 0,1 0-1 0 0,-1 0 0 0 0,1 0 0 0 0,-1 0 0 0 0,1 0 1 0 0,-1 0-1 0 0,1 1 0 0 0,0-2-10 0 0,16 0-9 0 0,0 1 19 0 0,1 0 0 0 0,-1 1 0 0 0,25 6 0 0 0,-37-7 29 0 0,1 1 0 0 0,-1-1-1 0 0,1 1 1 0 0,-1 0-1 0 0,0 0 1 0 0,0 0 0 0 0,0 1-1 0 0,0-1 1 0 0,0 1-1 0 0,0 0 1 0 0,-1 0 0 0 0,1 1-1 0 0,-1-1 1 0 0,0 1-1 0 0,0-1 1 0 0,0 1 0 0 0,-1 0-1 0 0,1 0 1 0 0,-1 0-1 0 0,3 8 1 0 0,-5-9-2 0 0,1 0 0 0 0,-1 0 0 0 0,0 1 1 0 0,0-1-1 0 0,0 0 0 0 0,0 0 0 0 0,0 1 0 0 0,-1-1 0 0 0,0 0 0 0 0,1 0 1 0 0,-1 0-1 0 0,-1 0 0 0 0,1 0 0 0 0,0 0 0 0 0,-1 0 0 0 0,1 0 0 0 0,-1 0 1 0 0,0 0-1 0 0,0-1 0 0 0,0 1 0 0 0,0-1 0 0 0,0 0 0 0 0,-1 1 0 0 0,-2 1 1 0 0,-8 7 21 0 0,1-1 0 0 0,-2 0 0 0 0,-17 10 0 0 0,18-13-52 0 0,3 0-233 0 0,0-1 1 0 0,-1 0 0 0 0,0-1-1 0 0,0 0 1 0 0,-1-1-1 0 0,-21 6 1 0 0,31-10-338 0 0,-1-1-1860 0 0,-9-3-258 0 0,9 3 205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2 788 0 0,'1'-1'148'0'0,"-1"1"0"0"0,0 0 1 0 0,0 0-1 0 0,1 0 0 0 0,-1 0 0 0 0,0 0 0 0 0,1 0 0 0 0,-1 0 1 0 0,0 0-1 0 0,0 0 0 0 0,1 0 0 0 0,-1 0 0 0 0,0 0 0 0 0,1 0 1 0 0,-1 0-1 0 0,0 0 0 0 0,1 0 0 0 0,-1 0 0 0 0,0 0 0 0 0,0 0 1 0 0,1 0-1 0 0,-1 0 0 0 0,0 0 0 0 0,1 0 0 0 0,-1 1 0 0 0,0-1 1 0 0,0 0-1 0 0,1 0 0 0 0,-1 0 0 0 0,0 1 0 0 0,0-1 0 0 0,0 0 1 0 0,1 0-1 0 0,-1 1 0 0 0,0-1 0 0 0,0 0 0 0 0,0 0 0 0 0,0 1 1 0 0,1-1-1 0 0,-1 0 0 0 0,0 1 0 0 0,2 18 1805 0 0,-6 21-878 0 0,-4 14-282 0 0,3 1 1 0 0,1 63-1 0 0,-1-102-1879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2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0 372 0 0,'12'6'1133'0'0,"0"0"-1"0"0,-1 1 1 0 0,0 0 0 0 0,0 1 0 0 0,15 15-1 0 0,-16-13-618 0 0,-1 0-1 0 0,0 0 0 0 0,0 1 1 0 0,-1 0-1 0 0,10 20 0 0 0,-14-23-410 0 0,0-1 0 0 0,-1 1 0 0 0,1 0-1 0 0,-2 0 1 0 0,1 0 0 0 0,-1 0 0 0 0,-1 0-1 0 0,1 1 1 0 0,-1-1 0 0 0,-1 0 0 0 0,0 1-1 0 0,0-1 1 0 0,0 1 0 0 0,-1-1 0 0 0,-1 0-1 0 0,1 1 1 0 0,-1-1 0 0 0,-1 0 0 0 0,1 0 0 0 0,-1 0-1 0 0,-1-1 1 0 0,-5 11 0 0 0,-3-1-130 0 0,-1 0 0 0 0,-1 0 0 0 0,0-2 0 0 0,-1 0 0 0 0,0 0 1 0 0,-32 21-1 0 0,27-22-1006 0 0,-1-1 1 0 0,0-1-1 0 0,-25 10 1 0 0,21-14-2108 0 0,-2-1 238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8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112 182 64 0 0,'0'0'2144'0'0,"-2"9"2217"0"0,-8 32-3031 0 0,-37 130 1070 0 0,19-59-1511 0 0,3-13-25 0 0,248-614 275 0 0,-216 502-1143 0 0,1-5-31 0 0,23-34 0 0 0,-31 51 39 0 0,1 0 0 0 0,-1 0 0 0 0,1 0 0 0 0,0 0 0 0 0,-1 0 1 0 0,1 0-1 0 0,0 0 0 0 0,0 0 0 0 0,0 1 0 0 0,0-1 0 0 0,-1 0 0 0 0,1 0 0 0 0,0 1 0 0 0,0-1 0 0 0,0 1 0 0 0,1-1 0 0 0,-1 1 0 0 0,0-1 0 0 0,0 1 0 0 0,0 0 0 0 0,0-1 0 0 0,0 1 0 0 0,0 0 1 0 0,0 0-1 0 0,1 0 0 0 0,-1 0 0 0 0,0 0 0 0 0,0 0 0 0 0,2 1 0 0 0,-1 0 11 0 0,0 0 1 0 0,0 0-1 0 0,0 1 1 0 0,-1-1 0 0 0,1 1-1 0 0,0-1 1 0 0,-1 1-1 0 0,1 0 1 0 0,-1 0-1 0 0,0 0 1 0 0,1 0-1 0 0,-1 0 1 0 0,2 3-1 0 0,2 7 80 0 0,0 0-1 0 0,-1 1 0 0 0,-1-1 0 0 0,4 18 0 0 0,2 28 255 0 0,5 36 843 0 0,5 141 0 0 0,-19-226-1107 0 0,0 1 0 0 0,1-1 0 0 0,0 1 0 0 0,1-1 1 0 0,5 17-1 0 0,-7-26-172 0 0,0 1 1 0 0,1-1-1 0 0,-1 0 0 0 0,0 1 1 0 0,0-1-1 0 0,1 0 0 0 0,-1 1 1 0 0,0-1-1 0 0,0 1 0 0 0,0-1 1 0 0,0 0-1 0 0,1 1 0 0 0,-1-1 1 0 0,0 0-1 0 0,0 1 0 0 0,0-1 1 0 0,0 1-1 0 0,0-1 0 0 0,0 1 1 0 0,0-1-1 0 0,0 0 0 0 0,0 1 1 0 0,0-1-1 0 0,0 1 0 0 0,0-1 1 0 0,0 0-1 0 0,-1 1 0 0 0,1-1 1 0 0,0 1-1 0 0,0-1 0 0 0,0 0 1 0 0,-1 1-1 0 0,1-1 0 0 0,0 0 1 0 0,0 1-1 0 0,-1-1 0 0 0,1 0 1 0 0,0 1-1 0 0,0-1 0 0 0,-1 0 1 0 0,1 0-1 0 0,0 1 0 0 0,-1-1 1 0 0,1 0-1 0 0,-1 0 0 0 0,1 0 1 0 0,0 1-1 0 0,-1-1 0 0 0,1 0 1 0 0,-1 0-1 0 0,0 0 0 0 0,-1 0-494 0 0,1 0 0 0 0,-1 0-1 0 0,0-1 1 0 0,0 1 0 0 0,0 0 0 0 0,1-1-1 0 0,-1 0 1 0 0,0 1 0 0 0,1-1 0 0 0,-1 0-1 0 0,-2-2 1 0 0,-3-1-2620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9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53 776 0 0,'77'-22'5633'0'0,"-57"15"-5169"0"0,0 1 0 0 0,0 1 1 0 0,1 0-1 0 0,0 2 0 0 0,22-1 0 0 0,-21 5-5568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2:59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13 175 164 0 0,'0'0'2936'0'0,"10"22"-449"0"0,1 84 855 0 0,-9-69-2512 0 0,8 41 0 0 0,-9-55-350 0 0,-1-23-467 0 0,0 0 1 0 0,0 1-1 0 0,0-1 0 0 0,-1 0 0 0 0,1 0 1 0 0,0 1-1 0 0,0-1 0 0 0,0 0 0 0 0,0 0 1 0 0,0 0-1 0 0,0 1 0 0 0,-1-1 0 0 0,1 0 1 0 0,0 0-1 0 0,0 0 0 0 0,0 0 0 0 0,0 1 1 0 0,-1-1-1 0 0,1 0 0 0 0,0 0 0 0 0,0 0 1 0 0,-1 0-1 0 0,1 0 0 0 0,0 0 0 0 0,0 0 1 0 0,0 1-1 0 0,-1-1 0 0 0,1 0 0 0 0,0 0 1 0 0,0 0-1 0 0,-1 0 0 0 0,1 0 1 0 0,0 0-1 0 0,0 0 0 0 0,-1 0 0 0 0,1 0 1 0 0,0-1-1 0 0,0 1 0 0 0,-1 0 0 0 0,1 0 1 0 0,-2-1 9 0 0,0-1 0 0 0,0 1 0 0 0,1-1 1 0 0,-1 1-1 0 0,1-1 0 0 0,-1 1 1 0 0,1-1-1 0 0,0 0 0 0 0,-1 0 0 0 0,1 0 1 0 0,0 0-1 0 0,0 0 0 0 0,0 0 1 0 0,1 0-1 0 0,-2-3 0 0 0,-3-14-2 0 0,1-1-1 0 0,1 1 0 0 0,0-1 1 0 0,2 1-1 0 0,0-1 1 0 0,1 0-1 0 0,2 0 1 0 0,-1 1-1 0 0,2-1 0 0 0,1 1 1 0 0,0 0-1 0 0,2 0 1 0 0,0 0-1 0 0,1 0 1 0 0,0 1-1 0 0,14-21 0 0 0,-19 34-17 0 0,1 1-1 0 0,0-1 1 0 0,0 1-1 0 0,0 0 0 0 0,1 0 1 0 0,-1 0-1 0 0,1 0 1 0 0,0 1-1 0 0,0 0 0 0 0,0 0 1 0 0,0 0-1 0 0,1 0 1 0 0,0 0-1 0 0,-1 1 0 0 0,1 0 1 0 0,0 0-1 0 0,0 0 1 0 0,0 1-1 0 0,0-1 0 0 0,0 1 1 0 0,0 1-1 0 0,0-1 1 0 0,1 1-1 0 0,-1-1 0 0 0,0 2 1 0 0,0-1-1 0 0,0 0 1 0 0,1 1-1 0 0,9 3 0 0 0,-14-4-2 0 0,1 1-1 0 0,-1-1 0 0 0,1 1 0 0 0,-1 0 0 0 0,1 0 0 0 0,-1 0 1 0 0,1 0-1 0 0,-1 0 0 0 0,0 0 0 0 0,1 0 0 0 0,-1 0 0 0 0,0 0 1 0 0,0 1-1 0 0,0-1 0 0 0,0 0 0 0 0,0 1 0 0 0,0-1 0 0 0,0 1 1 0 0,-1-1-1 0 0,1 1 0 0 0,0-1 0 0 0,-1 1 0 0 0,1 0 0 0 0,-1 2 1 0 0,0 0-16 0 0,0-1 1 0 0,0 0-1 0 0,-1 1 1 0 0,1-1 0 0 0,-1 0-1 0 0,0 0 1 0 0,0 1-1 0 0,0-1 1 0 0,-1 0 0 0 0,1 0-1 0 0,-4 5 1 0 0,-1 1-46 0 0,0 0-1 0 0,-1-1 1 0 0,0 1 0 0 0,-1-2-1 0 0,1 1 1 0 0,-1-1 0 0 0,-10 7-1 0 0,-72 39-408 0 0,90-50 395 0 0,8 0 54 0 0,26 1 93 0 0,-20-3 2 0 0,-1 1 0 0 0,1 0 0 0 0,14 5 0 0 0,-18-3 32 0 0,0 0 0 0 0,0 1 0 0 0,-1 0 0 0 0,1 0 0 0 0,14 12 0 0 0,-23-15-82 0 0,1 0 0 0 0,0-1 1 0 0,-1 1-1 0 0,1 0 0 0 0,-1 0 1 0 0,1 0-1 0 0,-1 0 0 0 0,0 0 1 0 0,0 0-1 0 0,0 0 0 0 0,0 0 1 0 0,0 1-1 0 0,0-1 0 0 0,-1 0 1 0 0,1 0-1 0 0,-1 1 1 0 0,0-1-1 0 0,0 1 0 0 0,1-1 1 0 0,-1 0-1 0 0,-1 1 0 0 0,1-1 1 0 0,0 0-1 0 0,-1 1 0 0 0,1-1 1 0 0,-1 0-1 0 0,0 1 0 0 0,1-1 1 0 0,-1 0-1 0 0,0 0 0 0 0,0 0 1 0 0,-2 3-1 0 0,1-2-46 0 0,-1 0-1 0 0,0 0 1 0 0,1 0-1 0 0,-1 0 1 0 0,0 0 0 0 0,0-1-1 0 0,0 1 1 0 0,-1-1-1 0 0,1 0 1 0 0,-1 0-1 0 0,1 0 1 0 0,-1 0-1 0 0,0-1 1 0 0,1 0 0 0 0,-1 1-1 0 0,-6 0 1 0 0,-29 4-2066 0 0,4-8-3358 0 0,17 0 2616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24 324 0 0,'0'0'5507'0'0,"15"3"63"0"0,-42-6-3647 0 0,-12 3-101 0 0,39 0-1576 0 0,8-2-116 0 0,29-2-91 0 0,33-5-15 0 0,-39 7-18 0 0,-18 2-2 0 0,0-1 0 0 0,0 0 0 0 0,15-4 0 0 0,-27 5-16 0 0,-13 2-3849 0 0,-2-1-1934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19 688 0 0,'0'0'11244'0'0,"4"1"-10842"0"0,12 2 172 0 0,0-1 1 0 0,0 0-1 0 0,0-1 1 0 0,31-3-1 0 0,72-13 520 0 0,-57 6-615 0 0,-49 8-1607 0 0,-34 9-8834 0 0,3-5 6761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2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8 0 0,'0'0'977'0'0,"8"9"6818"0"0,-4-6-6963 0 0,14-1 165 0 0,1 0 1 0 0,0-2-1 0 0,0 0 1 0 0,34-4 0 0 0,75-20 742 0 0,-116 22-2486 0 0,-12 4-406 0 0,-25 4-7076 0 0,7-6 4734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4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90 404 0 0,'0'0'8716'0'0,"-23"-5"-5588"0"0,23 4-2889 0 0,13-26 361 0 0,-7 22-562 0 0,-1 0 1 0 0,1 0 0 0 0,0 0 0 0 0,1 0 0 0 0,-1 1-1 0 0,1 0 1 0 0,0 1 0 0 0,0 0 0 0 0,0 0 0 0 0,9-3-1 0 0,-10 4-33 0 0,-1 1-1 0 0,0-1 0 0 0,1 1 1 0 0,-1 0-1 0 0,1 0 0 0 0,-1 1 0 0 0,1 0 1 0 0,-1 0-1 0 0,1 0 0 0 0,-1 0 1 0 0,1 1-1 0 0,-1 0 0 0 0,1 0 1 0 0,9 4-1 0 0,-14-3 2 0 0,1-1 0 0 0,0 0-1 0 0,-1 1 1 0 0,0-1 0 0 0,1 1 0 0 0,-1 0 0 0 0,0-1 0 0 0,0 1 0 0 0,0 0-1 0 0,0 0 1 0 0,0 0 0 0 0,0 0 0 0 0,0 0 0 0 0,0 0 0 0 0,-1 0 0 0 0,1 0-1 0 0,-1 0 1 0 0,0 0 0 0 0,0 0 0 0 0,0 0 0 0 0,0 0 0 0 0,0 0 0 0 0,0 0-1 0 0,0 0 1 0 0,0 0 0 0 0,-1 1 0 0 0,1-1 0 0 0,-2 3 0 0 0,-1 5 27 0 0,0 0 1 0 0,-1 0 0 0 0,0-1-1 0 0,-7 14 1 0 0,-28 38 86 0 0,-3-3 1 0 0,-72 79-1 0 0,81-100-78 0 0,31-35-38 0 0,0 0 0 0 0,0 1 0 0 0,0-1 0 0 0,1 1 0 0 0,-1-1 0 0 0,1 1 0 0 0,-1-1 0 0 0,1 1 0 0 0,-2 5 0 0 0,3-8-3 0 0,0 1 0 0 0,0-1 1 0 0,0 0-1 0 0,0 1 1 0 0,0-1-1 0 0,0 1 0 0 0,0-1 1 0 0,0 0-1 0 0,0 1 1 0 0,1-1-1 0 0,-1 1 0 0 0,0-1 1 0 0,0 0-1 0 0,0 1 1 0 0,1-1-1 0 0,-1 1 0 0 0,0-1 1 0 0,0 0-1 0 0,1 1 1 0 0,-1-1-1 0 0,0 0 0 0 0,0 0 1 0 0,1 1-1 0 0,-1-1 1 0 0,0 0-1 0 0,1 1 0 0 0,21 3 42 0 0,85-13 77 0 0,16-1-117 0 0,-122 10-11 0 0,4 0 68 0 0,-46 9-5348 0 0,27-16-1978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4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32 100 0 0,'49'-32'9231'0'0,"-52"37"-9090"0"0,0 0 1 0 0,0 0-1 0 0,0 0 1 0 0,0 0-1 0 0,-1-1 0 0 0,1 1 1 0 0,-1-1-1 0 0,0 0 1 0 0,-6 4-1 0 0,-1 3 136 0 0,1 0 25 0 0,-1 1 0 0 0,-13 21 1 0 0,21-28-215 0 0,0 0 1 0 0,0 0 0 0 0,1 0 0 0 0,0 0 0 0 0,0 1 0 0 0,1-1 0 0 0,-1 0 0 0 0,1 1 0 0 0,0 0 0 0 0,0 9 0 0 0,1-14-74 0 0,1 1 0 0 0,-1-1 0 0 0,1 1 0 0 0,0-1 0 0 0,0 0 1 0 0,0 0-1 0 0,-1 1 0 0 0,1-1 0 0 0,0 0 0 0 0,0 0 1 0 0,1 0-1 0 0,-1 0 0 0 0,0 0 0 0 0,0 0 0 0 0,0-1 1 0 0,1 1-1 0 0,-1 0 0 0 0,0-1 0 0 0,1 1 0 0 0,1 0 1 0 0,36 14 192 0 0,-35-14-167 0 0,2 1-11 0 0,-1 0-1 0 0,0 0 0 0 0,0 0 1 0 0,0 0-1 0 0,0 1 0 0 0,0 0 1 0 0,0 0-1 0 0,-1 0 0 0 0,1 1 1 0 0,-1 0-1 0 0,0 0 0 0 0,5 7 1 0 0,-7-9-17 0 0,-1 0 0 0 0,0 0 1 0 0,0 0-1 0 0,-1 0 1 0 0,1 0-1 0 0,0 0 0 0 0,-1 0 1 0 0,1 1-1 0 0,-1-1 0 0 0,0 0 1 0 0,0 1-1 0 0,0-1 0 0 0,0 0 1 0 0,0 0-1 0 0,0 1 0 0 0,-1-1 1 0 0,1 0-1 0 0,-1 0 0 0 0,0 0 1 0 0,1 1-1 0 0,-1-1 0 0 0,0 0 1 0 0,0 0-1 0 0,0 0 1 0 0,-1 0-1 0 0,1 0 0 0 0,0-1 1 0 0,-1 1-1 0 0,1 0 0 0 0,-1-1 1 0 0,1 1-1 0 0,-5 2 0 0 0,-11 11 53 0 0,-1-1 1 0 0,0-1-1 0 0,-1-1 0 0 0,-32 16 0 0 0,-2 1-686 0 0,42-26-3494 0 0,11-11-929 0 0,0 6 5198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5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38 168 0 0,'27'-15'5427'0'0,"-9"10"-4340"0"0,-1 0-1 0 0,1 1 1 0 0,31-3-1 0 0,-26 6-780 0 0,1 1 0 0 0,31 4-1 0 0,-40-2-1350 0 0,4 0-4724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1 460 0 0,'0'0'4761'0'0,"-12"30"-1747"0"0,-13 1-589 0 0,-34 53 0 0 0,51-70-2096 0 0,0 1 0 0 0,0 0-1 0 0,2 0 1 0 0,0 0 0 0 0,1 0-1 0 0,-6 28 1 0 0,10-40-289 0 0,1 0 0 0 0,-1-1 0 0 0,1 1 0 0 0,0 0 0 0 0,0 0 0 0 0,0 0 0 0 0,0-1 0 0 0,0 1 0 0 0,1 0 0 0 0,-1 0 0 0 0,1-1 0 0 0,0 1 0 0 0,0 0 0 0 0,0-1 0 0 0,0 1 0 0 0,0-1 0 0 0,0 1 0 0 0,1-1 0 0 0,-1 1 0 0 0,1-1 0 0 0,0 0 0 0 0,-1 0 0 0 0,1 0 0 0 0,0 0 0 0 0,0 0 0 0 0,4 2 0 0 0,-2-2-10 0 0,1 1-1 0 0,0-2 1 0 0,0 1-1 0 0,-1 0 1 0 0,1-1-1 0 0,0 0 1 0 0,0 0-1 0 0,0 0 1 0 0,1-1-1 0 0,-1 0 1 0 0,0 0-1 0 0,0 0 1 0 0,8-2 0 0 0,1 0 1 0 0,0 0 0 0 0,-1-1 0 0 0,1 0 0 0 0,-1-1 1 0 0,0-1-1 0 0,0 0 0 0 0,23-13 0 0 0,-32 15-24 0 0,0 1 0 0 0,-1-1-1 0 0,1 0 1 0 0,0 0 0 0 0,-1-1-1 0 0,0 1 1 0 0,0-1 0 0 0,0 0-1 0 0,0 1 1 0 0,0-1 0 0 0,-1-1-1 0 0,0 1 1 0 0,0 0 0 0 0,0 0-1 0 0,0-1 1 0 0,-1 1 0 0 0,1-1-1 0 0,-1 1 1 0 0,0-1 0 0 0,-1 0 0 0 0,1 0-1 0 0,-1 1 1 0 0,0-1 0 0 0,0 0-1 0 0,0 0 1 0 0,-2-6 0 0 0,-1-6-2 0 0,-1 0 0 0 0,-1 0 1 0 0,-12-28-1 0 0,14 37-7 0 0,-1 0 0 0 0,0 0 0 0 0,-1 0 0 0 0,0 1 0 0 0,0 0 0 0 0,-1 0 0 0 0,0 0 0 0 0,0 0 1 0 0,-8-5-1 0 0,13 11-59 0 0,-1 0 1 0 0,1 1 0 0 0,-1-1 0 0 0,1 0-1 0 0,-1 1 1 0 0,1 0 0 0 0,-1-1 0 0 0,1 1-1 0 0,-1 0 1 0 0,1 0 0 0 0,-1-1 0 0 0,0 1 0 0 0,1 0-1 0 0,-1 1 1 0 0,1-1 0 0 0,-1 0 0 0 0,1 0-1 0 0,-1 1 1 0 0,1-1 0 0 0,-1 1 0 0 0,1-1-1 0 0,-1 1 1 0 0,1 0 0 0 0,-3 1 0 0 0,-36 27-4142 0 0,26-18-764 0 0,2-3 1232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7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88 256 0 0,'13'-12'2537'0'0,"65"-63"3815"0"0,-104 90-4418 0 0,-44 31-1621 0 0,58-38-220 0 0,1 2 0 0 0,1-1 0 0 0,0 2 0 0 0,0-1 0 0 0,1 1 0 0 0,0 1 0 0 0,1 0-1 0 0,-8 15 1 0 0,15-26-82 0 0,1 1-1 0 0,-1-1 0 0 0,0 1 0 0 0,1-1 0 0 0,0 1 0 0 0,-1-1 0 0 0,1 1 0 0 0,0-1 0 0 0,0 1 0 0 0,0-1 0 0 0,0 1 0 0 0,0-1 0 0 0,0 1 0 0 0,0-1 0 0 0,0 1 0 0 0,1-1 0 0 0,-1 1 0 0 0,1-1 1 0 0,-1 1-1 0 0,1-1 0 0 0,-1 0 0 0 0,1 1 0 0 0,0-1 0 0 0,0 0 0 0 0,-1 1 0 0 0,1-1 0 0 0,0 0 0 0 0,0 0 0 0 0,1 0 0 0 0,-1 0 0 0 0,0 0 0 0 0,2 1 0 0 0,5 5 31 0 0,1-2 0 0 0,0 1 1 0 0,17 8-1 0 0,-6-4-13 0 0,-6-2-12 0 0,-6-4-6 0 0,-1 0 0 0 0,-1 0-1 0 0,1 1 1 0 0,-1 0 0 0 0,11 10 0 0 0,-16-15-8 0 0,-1 1 0 0 0,1 0 0 0 0,0 0 0 0 0,-1 0 0 0 0,1 0 0 0 0,-1 0 0 0 0,1 0 0 0 0,-1 0 0 0 0,0 0 0 0 0,1 0 0 0 0,-1 0 0 0 0,0 0 0 0 0,0 0 0 0 0,1 0 0 0 0,-1 0 0 0 0,0 0 0 0 0,0 0 0 0 0,0 0 0 0 0,-1 0 0 0 0,1 2 1 0 0,-1-2 0 0 0,1 1 1 0 0,-1 0 0 0 0,0-1-1 0 0,0 1 1 0 0,0-1 0 0 0,-1 1-1 0 0,1-1 1 0 0,0 0 0 0 0,0 1-1 0 0,-1-1 1 0 0,1 0 0 0 0,-1 0-1 0 0,1 0 1 0 0,-1 0 0 0 0,-2 2-1 0 0,-16 8-244 0 0,0 0 0 0 0,-1-2 0 0 0,0 0 0 0 0,0-1 0 0 0,-35 8-1 0 0,55-16-173 0 0,-13-5-1608 0 0,13-2-2483 0 0,4-2 1952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7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6 456 0 0,'11'-6'6155'0'0,"-9"29"-4324"0"0,-1 0-1 0 0,-1 23 1 0 0,1 30-227 0 0,0-51-1129 0 0,-2-20-392 0 0,1 0-1 0 0,0 0 0 0 0,1 1 0 0 0,-1-1 1 0 0,1 0-1 0 0,2 7 0 0 0,-3-11-196 0 0,-2 3-885 0 0,-2-5-2455 0 0,1-1 2942 0 0,-15-11-4025 0 0,12 7 1643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8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14 156 0 0,'1'-1'227'0'0,"-1"1"0"0"0,0-1 0 0 0,0 0 0 0 0,1 1 0 0 0,-1-1 0 0 0,0 0 0 0 0,1 1 0 0 0,-1-1 0 0 0,1 0 0 0 0,-1 1 0 0 0,0-1 0 0 0,1 1 0 0 0,0-1 0 0 0,-1 1 0 0 0,1-1 0 0 0,-1 1 0 0 0,1-1 0 0 0,0 1 0 0 0,-1 0 0 0 0,1-1 0 0 0,0 1 0 0 0,-1 0 0 0 0,1-1 1 0 0,0 1-1 0 0,-1 0 0 0 0,1 0 0 0 0,1 0 0 0 0,-1 0 206 0 0,30 17 1390 0 0,-30-16-2049 0 0,-1 0 0 0 0,1 0 0 0 0,-1 0 0 0 0,1 0 0 0 0,-1 0 0 0 0,1 1-1 0 0,-1-1 1 0 0,0 0 0 0 0,0 0 0 0 0,0 0 0 0 0,1 0 0 0 0,-1 1-1 0 0,0-1 1 0 0,-1 0 0 0 0,1 0 0 0 0,0 0 0 0 0,0 1 0 0 0,0-1-1 0 0,-1 0 1 0 0,1 0 0 0 0,0 0 0 0 0,-1 0 0 0 0,0 2 0 0 0,-3 2-1656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8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18 708 0 0,'7'2'5904'0'0,"19"10"-3602"0"0,-22-6-2173 0 0,-1 0-1 0 0,0 1 1 0 0,-1 0-1 0 0,1 0 1 0 0,-1-1-1 0 0,0 1 1 0 0,-1 1-1 0 0,0-1 0 0 0,0 0 1 0 0,-1 0-1 0 0,1 0 1 0 0,-2 0-1 0 0,1 1 1 0 0,-1-1-1 0 0,0 0 1 0 0,0 0-1 0 0,-1 0 1 0 0,0 0-1 0 0,-5 11 1 0 0,-14 23 194 0 0,21-40-301 0 0,0 0-1 0 0,-1-1 1 0 0,1 1-1 0 0,-1-1 1 0 0,1 1-1 0 0,0-1 1 0 0,-1 1-1 0 0,1-1 1 0 0,-1 1-1 0 0,1-1 1 0 0,-1 0 0 0 0,0 1-1 0 0,1-1 1 0 0,-1 0-1 0 0,1 1 1 0 0,-1-1-1 0 0,0 0 1 0 0,1 0-1 0 0,-1 0 1 0 0,0 1-1 0 0,1-1 1 0 0,-2 0 0 0 0,-1-11 145 0 0,10-21-25 0 0,6 5-88 0 0,1 0 0 0 0,22-29 1 0 0,-32 49-36 0 0,1 0 1 0 0,1 0-1 0 0,0 1 0 0 0,-1 0 1 0 0,2 0-1 0 0,-1 0 1 0 0,1 1-1 0 0,0 0 1 0 0,0 0-1 0 0,0 1 0 0 0,1 0 1 0 0,13-5-1 0 0,-19 8-1 0 0,1 1-1 0 0,-1-1 1 0 0,0 1-1 0 0,0 0 1 0 0,0 0-1 0 0,0 0 1 0 0,1 0-1 0 0,-1 1 1 0 0,0-1-1 0 0,0 0 1 0 0,0 1-1 0 0,0 0 1 0 0,0-1-1 0 0,0 1 1 0 0,0 0-1 0 0,0 0 1 0 0,0 0-1 0 0,0 0 1 0 0,0 1-1 0 0,0-1 1 0 0,-1 0-1 0 0,1 1 0 0 0,-1-1 1 0 0,1 1-1 0 0,-1 0 1 0 0,1-1-1 0 0,-1 1 1 0 0,0 0-1 0 0,0 0 1 0 0,0 0-1 0 0,0 0 1 0 0,1 3-1 0 0,2 4 59 0 0,-1-1-1 0 0,0 1 1 0 0,0 0-1 0 0,-1 0 0 0 0,0 0 1 0 0,1 12-1 0 0,2 83 376 0 0,-5-103-535 0 0,-1 1-1 0 0,1-1 1 0 0,-1 0-1 0 0,1 0 1 0 0,-1 0-1 0 0,1 0 1 0 0,-1 0-1 0 0,0 0 0 0 0,0 0 1 0 0,0 0-1 0 0,1 0 1 0 0,-1 0-1 0 0,0 0 1 0 0,0-1-1 0 0,0 1 1 0 0,0 0-1 0 0,0-1 1 0 0,0 1-1 0 0,-1-1 1 0 0,1 1-1 0 0,0-1 1 0 0,0 1-1 0 0,0-1 0 0 0,-1 0 1 0 0,1 1-1 0 0,-2-1 1 0 0,-1 1-337 0 0,2 0-327 0 0,-8-2-1321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0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50 114 160 0 0,'0'0'3847'0'0,"16"-7"4745"0"0,-36 68-6677 0 0,-23 122-1 0 0,41-177-1850 0 0,2 1 0 0 0,-1 0 0 0 0,1-1-1 0 0,0 1 1 0 0,1 0 0 0 0,-1-1 0 0 0,1 1-1 0 0,0 0 1 0 0,1-1 0 0 0,0 1 0 0 0,0-1-1 0 0,0 0 1 0 0,4 7 0 0 0,-4-9-33 0 0,1 0-1 0 0,-1 0 0 0 0,1-1 1 0 0,0 1-1 0 0,0 0 1 0 0,0-1-1 0 0,0 0 1 0 0,1 0-1 0 0,0 0 0 0 0,-1 0 1 0 0,1-1-1 0 0,0 1 1 0 0,0-1-1 0 0,0 0 1 0 0,0 0-1 0 0,1-1 1 0 0,-1 1-1 0 0,0-1 0 0 0,1 0 1 0 0,6 1-1 0 0,-7-2-29 0 0,1 1 1 0 0,-1-1-1 0 0,1 0 0 0 0,-1-1 0 0 0,0 1 0 0 0,1-1 0 0 0,-1 0 0 0 0,0 0 0 0 0,1 0 0 0 0,-1-1 0 0 0,0 1 0 0 0,0-1 1 0 0,0 0-1 0 0,0 0 0 0 0,0-1 0 0 0,-1 1 0 0 0,1-1 0 0 0,0 1 0 0 0,-1-1 0 0 0,0-1 0 0 0,0 1 0 0 0,0 0 1 0 0,0-1-1 0 0,-1 1 0 0 0,1-1 0 0 0,-1 0 0 0 0,4-7 0 0 0,5-18-32 0 0,-4 11 24 0 0,0 0 0 0 0,-1-1 1 0 0,4-23-1 0 0,-3-5-99 0 0,1-53 0 0 0,-7 85 64 0 0,-1 0 0 0 0,-1 0 1 0 0,-1 1-1 0 0,0-1 0 0 0,0 0 0 0 0,-2 1 1 0 0,-9-28-1 0 0,12 41 33 0 0,1-1-1 0 0,-1 1 1 0 0,0 0 0 0 0,0-1 0 0 0,0 1-1 0 0,0-1 1 0 0,0 1 0 0 0,0 0 0 0 0,0 0 0 0 0,0 0-1 0 0,0-1 1 0 0,0 1 0 0 0,-1 0 0 0 0,1 1-1 0 0,0-1 1 0 0,-1 0 0 0 0,1 0 0 0 0,-1 0-1 0 0,1 1 1 0 0,-1-1 0 0 0,-2 0 0 0 0,1 1 1 0 0,1 0 0 0 0,-1 0-1 0 0,0 0 1 0 0,0 0 0 0 0,1 1 0 0 0,-1-1 0 0 0,1 1 0 0 0,-1-1 0 0 0,0 1 0 0 0,1 0 0 0 0,-1 0 0 0 0,-2 2 0 0 0,-2 1 1 0 0,0 1 1 0 0,0-1-1 0 0,0 1 0 0 0,0 1 1 0 0,1 0-1 0 0,0 0 1 0 0,-7 8-1 0 0,6-6 26 0 0,1 1 1 0 0,1 0-1 0 0,-1 0 0 0 0,2 1 1 0 0,-1-1-1 0 0,1 1 0 0 0,0 0 0 0 0,1 0 1 0 0,-3 18-1 0 0,6-25-11 0 0,-1 1 0 0 0,1-1 1 0 0,0 1-1 0 0,0-1 0 0 0,0 1 1 0 0,1-1-1 0 0,-1 1 0 0 0,1-1 1 0 0,0 1-1 0 0,0-1 0 0 0,0 0 1 0 0,0 1-1 0 0,0-1 0 0 0,1 0 1 0 0,0 0-1 0 0,0 0 0 0 0,-1 0 1 0 0,2 0-1 0 0,-1 0 0 0 0,0-1 1 0 0,1 1-1 0 0,-1-1 0 0 0,1 1 1 0 0,0-1-1 0 0,-1 0 0 0 0,1 0 1 0 0,0 0-1 0 0,0 0 0 0 0,1-1 1 0 0,-1 1-1 0 0,0-1 0 0 0,5 1 1 0 0,4 2-200 0 0,0-1 0 0 0,0 0 1 0 0,0-1-1 0 0,0-1 1 0 0,0 0-1 0 0,0-1 0 0 0,21-1 1 0 0,-20 0-1599 0 0,-1-1 0 0 0,1-1 0 0 0,0 0 0 0 0,12-5 0 0 0,-6-2-2163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3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36 100 0 0,'35'-36'9434'0'0,"-34"40"-9239"0"0,0-1 0 0 0,-1 1 0 0 0,0 0 0 0 0,1-1 0 0 0,-1 1 0 0 0,-1-1 0 0 0,1 1 0 0 0,0 0 1 0 0,-3 5-1 0 0,3-8-141 0 0,-13 66 1361 0 0,-27 74-1 0 0,21-78-345 0 0,-17 93 0 0 0,30-111-518 0 0,-1 52-1 0 0,7-96-730 0 0,-7-34-6171 0 0,3 10 1182 0 0,4 9 1846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3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0 108 740 0 0,'0'0'3760'0'0,"8"-17"1978"0"0,-3 12-5538 0 0,1 0 0 0 0,-1 0-1 0 0,1 1 1 0 0,1-1-1 0 0,-1 1 1 0 0,1 1 0 0 0,-1-1-1 0 0,12-3 1 0 0,62-19 484 0 0,-78 26-666 0 0,5-2 42 0 0,60-15 301 0 0,-61 16-326 0 0,1 0 0 0 0,0 0 0 0 0,0 1 0 0 0,0-1 0 0 0,0 2 0 0 0,0-1 0 0 0,11 3 0 0 0,-17-3-31 0 0,0 0 0 0 0,0 0 1 0 0,0 1-1 0 0,0-1 0 0 0,1 1 0 0 0,-1-1 0 0 0,0 1 1 0 0,0 0-1 0 0,0-1 0 0 0,0 1 0 0 0,0 0 1 0 0,0 0-1 0 0,-1-1 0 0 0,1 1 0 0 0,0 0 0 0 0,0 0 1 0 0,0 0-1 0 0,-1 0 0 0 0,1 0 0 0 0,-1 0 1 0 0,1 0-1 0 0,0 0 0 0 0,-1 1 0 0 0,1 1 0 0 0,-1-1 2 0 0,0 1 0 0 0,1 0 0 0 0,-1 0 0 0 0,-1-1-1 0 0,1 1 1 0 0,0 0 0 0 0,-1-1 0 0 0,1 1 0 0 0,-1 0-1 0 0,-1 4 1 0 0,-2 2 1 0 0,-1 0 1 0 0,1 0-1 0 0,-1 0 0 0 0,-1-1 0 0 0,-7 10 1 0 0,-7 6 8 0 0,-1 0 0 0 0,0-1 1 0 0,-2-1-1 0 0,-1-1 0 0 0,-50 34 1 0 0,33-30-97 0 0,40-24 61 0 0,2-3-64 0 0,-1 0 79 0 0,1 0 1 0 0,0 1-1 0 0,0-1 0 0 0,0 0 0 0 0,1 1 0 0 0,-1-1 0 0 0,0 1 0 0 0,1-1 0 0 0,-1 1 0 0 0,1-1 0 0 0,-1 1 1 0 0,1 0-1 0 0,0 0 0 0 0,3-2 0 0 0,32-13 0 0 0,-21 10-16 0 0,-12 4 32 0 0,1 0-1 0 0,-1 0 0 0 0,1 1 1 0 0,0 0-1 0 0,-1 0 0 0 0,1 0 1 0 0,0 0-1 0 0,0 1 1 0 0,0 0-1 0 0,0 0 0 0 0,0 0 1 0 0,-1 0-1 0 0,1 1 0 0 0,0 0 1 0 0,0 0-1 0 0,8 3 1 0 0,-7-1 14 0 0,0 0 0 0 0,0 1 0 0 0,0-1 1 0 0,-1 1-1 0 0,1 0 0 0 0,-1 0 0 0 0,0 1 1 0 0,0 0-1 0 0,-1-1 0 0 0,1 2 0 0 0,4 7 1 0 0,-4-7-4 0 0,-1 1 1 0 0,0 0-1 0 0,0 0 1 0 0,-1 0-1 0 0,1 1 1 0 0,-2-1-1 0 0,1 1 1 0 0,-1 0-1 0 0,0-1 1 0 0,-1 1-1 0 0,0 0 1 0 0,0 0-1 0 0,-1 0 1 0 0,0 0-1 0 0,0 0 1 0 0,-1 0-1 0 0,0 0 1 0 0,0 0-1 0 0,-1 0 1 0 0,-4 13-1 0 0,1-12-9 0 0,0 0 0 0 0,-1 0 0 0 0,0 0 0 0 0,0-1 0 0 0,-1 0 0 0 0,0-1 0 0 0,0 0 0 0 0,-1 0-1 0 0,0 0 1 0 0,0-1 0 0 0,0 0 0 0 0,-1 0 0 0 0,-10 4 0 0 0,13-7-4 0 0,1-1 0 0 0,-1 1 0 0 0,0-1 0 0 0,1-1 0 0 0,-1 1 0 0 0,0-1 0 0 0,0 0 0 0 0,0 0 0 0 0,-1 0 0 0 0,1-1 0 0 0,0 0 0 0 0,0 0 0 0 0,0-1 0 0 0,0 0 0 0 0,0 0 0 0 0,0 0 0 0 0,0-1 0 0 0,0 0 0 0 0,1 0 0 0 0,-1 0 0 0 0,1-1 0 0 0,-1 0 0 0 0,-5-4 0 0 0,8 5-64 0 0,0-1 0 0 0,1 0 0 0 0,-1 0-1 0 0,1-1 1 0 0,0 1 0 0 0,0 0 0 0 0,0-1 0 0 0,0 1 0 0 0,1-1 0 0 0,-1 0-1 0 0,1 1 1 0 0,0-1 0 0 0,0 0 0 0 0,0 0 0 0 0,1 0 0 0 0,-1 0-1 0 0,1 0 1 0 0,0 0 0 0 0,0 0 0 0 0,0 0 0 0 0,1 1 0 0 0,1-6 0 0 0,-12 39-1387 0 0,-3-11-5759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4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2 464 0 0,'2'-2'6103'0'0,"-33"126"-1706"0"0,21 65-1954 0 0,10-182-2495 0 0,-1 27 23 0 0,1-33-109 0 0,0 1 0 0 0,-1-1-1 0 0,1 0 1 0 0,0 0-1 0 0,0 0 1 0 0,-1 0 0 0 0,1 0-1 0 0,0 0 1 0 0,-1-1-1 0 0,1 1 1 0 0,-1 0-1 0 0,1 0 1 0 0,-1 0 0 0 0,1 0-1 0 0,-1 0 1 0 0,0-1-1 0 0,0 1 1 0 0,1 0 0 0 0,-1 0-1 0 0,0-1 1 0 0,0 1-1 0 0,0-1 1 0 0,0 1-1 0 0,1-1 1 0 0,-2 1 0 0 0,-15-8-7438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4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29 696 0 0,'13'-14'4962'0'0,"-1"10"-4493"0"0,0 1-1 0 0,-1 1 1 0 0,1 0 0 0 0,0 0-1 0 0,0 1 1 0 0,0 1-1 0 0,0 0 1 0 0,0 0 0 0 0,0 1-1 0 0,0 1 1 0 0,0 0 0 0 0,0 1-1 0 0,-1 0 1 0 0,1 1 0 0 0,21 10-1 0 0,-26-11-402 0 0,0 0-1 0 0,-1 1 0 0 0,1 0 0 0 0,-1 1 0 0 0,0 0 1 0 0,0 0-1 0 0,-1 0 0 0 0,1 0 0 0 0,-1 1 0 0 0,0 0 1 0 0,-1 0-1 0 0,1 0 0 0 0,-1 1 0 0 0,0 0 0 0 0,-1-1 1 0 0,0 1-1 0 0,0 1 0 0 0,0-1 0 0 0,-1 0 0 0 0,0 1 1 0 0,0-1-1 0 0,-1 1 0 0 0,0-1 0 0 0,-1 1 0 0 0,1 0 1 0 0,-2 9-1 0 0,-1-1-14 0 0,-1-1 0 0 0,0 0 0 0 0,-1 0 0 0 0,-1 0 0 0 0,0 0 0 0 0,-2-1 0 0 0,1 0 0 0 0,-1 0 0 0 0,-1 0 0 0 0,-1-1 1 0 0,0 0-1 0 0,-13 13 0 0 0,5-6-55 0 0,-1-1 1 0 0,-1-2 0 0 0,-1 0 0 0 0,-1 0 0 0 0,0-2-1 0 0,-36 20 1 0 0,50-31-157 0 0,0 0 0 0 0,0-1 0 0 0,-1 1-1 0 0,1-1 1 0 0,-1-1 0 0 0,0 1 0 0 0,1-1 0 0 0,-1-1-1 0 0,0 0 1 0 0,-11 1 0 0 0,19-2-50 0 0,-1-1 0 0 0,0 1 0 0 0,0 0 0 0 0,0-1 0 0 0,1 1 1 0 0,-1 0-1 0 0,0-1 0 0 0,1 1 0 0 0,-1-1 0 0 0,0 1 0 0 0,1-1 0 0 0,-1 0 0 0 0,1 1 0 0 0,-1-1 1 0 0,1 0-1 0 0,-1 1 0 0 0,1-1 0 0 0,-1 0 0 0 0,1 1 0 0 0,0-1 0 0 0,-1 0 0 0 0,1 0 0 0 0,0 0 1 0 0,0 1-1 0 0,-1-1 0 0 0,1 0 0 0 0,0 0 0 0 0,0 0 0 0 0,0 0 0 0 0,0 1 0 0 0,0-1 0 0 0,0 0 0 0 0,0 0 1 0 0,1-1-1 0 0,-1-1-1135 0 0,0-2-1528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5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7 788 0 0,'0'0'9939'0'0,"4"1"-9508"0"0,14 2 97 0 0,0-1 1 0 0,0-1-1 0 0,1-1 1 0 0,-1 0-1 0 0,0-1 1 0 0,23-5-1 0 0,-9 3-64 0 0,8 0-624 0 0,-38 3-111 0 0,-18 6-9297 0 0,6-3 6574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1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38 308 0 0,'0'0'1114'0'0,"13"4"4979"0"0,91-20-2555 0 0,-39 7-2535 0 0,-24 2-446 0 0,63-2 1 0 0,-102 9-854 0 0,-19 6-7877 0 0,3-2 5527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2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67 44 0 0,'-45'-11'11662'0'0,"45"10"-11617"0"0,0 0 0 0 0,1 0 0 0 0,-1 0 0 0 0,1-1 0 0 0,-1 1 1 0 0,1 0-1 0 0,-1 0 0 0 0,1 0 0 0 0,0 0 0 0 0,-1 0 0 0 0,1 0 0 0 0,0 0 0 0 0,0 0 0 0 0,-1 0 0 0 0,1 0 0 0 0,0 1 0 0 0,0-1 0 0 0,0 0 0 0 0,0 1 0 0 0,0-1 0 0 0,2 0 0 0 0,30-13 186 0 0,-20 9-122 0 0,-6 2-75 0 0,0 1 0 0 0,0 0 0 0 0,1 0 0 0 0,9 0 0 0 0,6-2-2 0 0,-21 4-20 0 0,32 2 0 0 0,-32-1-11 0 0,-1 1 0 0 0,0-1 0 0 0,1 1 1 0 0,-1 0-1 0 0,0 0 0 0 0,0-1 1 0 0,0 1-1 0 0,0 0 0 0 0,0 0 0 0 0,-1 0 1 0 0,1 0-1 0 0,0 0 0 0 0,-1 0 0 0 0,1 0 1 0 0,-1 0-1 0 0,0 0 0 0 0,0 0 1 0 0,0 0-1 0 0,0 0 0 0 0,0 1 0 0 0,0-1 1 0 0,-1 0-1 0 0,1 0 0 0 0,-1 0 1 0 0,1 0-1 0 0,-1 0 0 0 0,0 0 0 0 0,0 0 1 0 0,-1 2-1 0 0,-4 11 22 0 0,-1-1-1 0 0,-15 24 1 0 0,17-30-28 0 0,-204 311 170 0 0,208-318-162 0 0,1 0 1 0 0,-1-1-1 0 0,1 1 1 0 0,-1 0 0 0 0,1-1-1 0 0,-1 1 1 0 0,1 0-1 0 0,-1 0 1 0 0,1-1 0 0 0,0 1-1 0 0,-1 0 1 0 0,1 0-1 0 0,0 0 1 0 0,0-1 0 0 0,0 1-1 0 0,0 0 1 0 0,0 0-1 0 0,0 0 1 0 0,0 0 0 0 0,0 0-1 0 0,0-1 1 0 0,0 2-1 0 0,1-1 0 0 0,-1-1 0 0 0,1 1 0 0 0,-1-1-1 0 0,1 1 1 0 0,-1-1 0 0 0,1 0 0 0 0,0 1 0 0 0,-1-1-1 0 0,1 0 1 0 0,0 1 0 0 0,-1-1 0 0 0,1 0 0 0 0,0 0-1 0 0,-1 0 1 0 0,1 0 0 0 0,0 0 0 0 0,-1 0 0 0 0,1 0-1 0 0,0 0 1 0 0,0 0 0 0 0,0 0 0 0 0,50-11 61 0 0,-38 8-58 0 0,46-10 38 0 0,-37 7-141 0 0,0 1 0 0 0,0 2 0 0 0,30-2 0 0 0,-50 5-33 0 0,-2 0 99 0 0,1-1 0 0 0,0 1 0 0 0,-1 0 1 0 0,1 0-1 0 0,-1 0 0 0 0,1 0 0 0 0,0 0 0 0 0,-1 0 0 0 0,1 0 0 0 0,0 0 0 0 0,0 0 0 0 0,-1 0 0 0 0,1 0 0 0 0,0 0 0 0 0,-1 0 1 0 0,1 0-1 0 0,-1 1 0 0 0,1-1 0 0 0,1 1 0 0 0,-19 11-4377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20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0 56 0 0,'5'1'4694'0'0,"-18"7"-4065"0"0,1 0 1 0 0,1 1-1 0 0,-1 1 0 0 0,2 0 1 0 0,-1 0-1 0 0,1 1 1 0 0,1 1-1 0 0,0 0 0 0 0,1 0 1 0 0,-10 18-1 0 0,17-28-574 0 0,0 0-1 0 0,0-1 1 0 0,1 1-1 0 0,-1 0 1 0 0,1 0 0 0 0,-1 0-1 0 0,1 0 1 0 0,0 0-1 0 0,-1 0 1 0 0,1 0 0 0 0,0 0-1 0 0,0 0 1 0 0,1 0-1 0 0,-1 0 1 0 0,0 0-1 0 0,1 0 1 0 0,-1 0 0 0 0,1 0-1 0 0,-1-1 1 0 0,1 1-1 0 0,0 0 1 0 0,0 0 0 0 0,0 0-1 0 0,0-1 1 0 0,0 1-1 0 0,0-1 1 0 0,1 1-1 0 0,-1-1 1 0 0,0 1 0 0 0,1-1-1 0 0,2 3 1 0 0,5 2 45 0 0,0-1-1 0 0,1 0 1 0 0,-1 0 0 0 0,1-1 0 0 0,11 3-1 0 0,18 10 73 0 0,-34-15-153 0 0,0 1 0 0 0,-1 0 0 0 0,1 1 0 0 0,-1-1 1 0 0,0 0-1 0 0,0 1 0 0 0,0 0 0 0 0,0 0 0 0 0,0 1 0 0 0,4 6 0 0 0,-7-9-9 0 0,0 0 0 0 0,-1 1-1 0 0,1-1 1 0 0,0 0-1 0 0,-1 0 1 0 0,1 0 0 0 0,-1 1-1 0 0,0-1 1 0 0,0 0-1 0 0,0 0 1 0 0,0 1 0 0 0,0-1-1 0 0,0 0 1 0 0,-1 1-1 0 0,1-1 1 0 0,-1 0 0 0 0,1 0-1 0 0,-1 0 1 0 0,0 0-1 0 0,0 1 1 0 0,0-1 0 0 0,0 0-1 0 0,0-1 1 0 0,0 1 0 0 0,-1 0-1 0 0,1 0 1 0 0,-3 2-1 0 0,-5 5-153 0 0,0-1-1 0 0,0 0 1 0 0,-1 0-1 0 0,0-1 1 0 0,0-1 0 0 0,-1 1-1 0 0,0-2 1 0 0,0 1-1 0 0,-1-2 1 0 0,1 1-1 0 0,-1-2 1 0 0,0 1-1 0 0,0-2 1 0 0,0 0-1 0 0,-16 1 1 0 0,27-3-95 0 0,-1 0 1 0 0,0 0-1 0 0,1 0 1 0 0,-1-1 0 0 0,1 1-1 0 0,-1 0 1 0 0,0-1-1 0 0,1 0 1 0 0,-1 1-1 0 0,1-1 1 0 0,-1 0-1 0 0,-1-2 1 0 0,-4-4-3698 0 0,3 0 942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2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65 176 0 0,'67'-23'5008'0'0,"39"2"-2525"0"0,-50 11-1367 0 0,-31 6-881 0 0,1 1-1 0 0,37 0 1 0 0,-59 4-569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21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0 488 0 0,'-6'5'962'0'0,"0"0"1"0"0,0 0-1 0 0,0 0 0 0 0,1 1 1 0 0,0 0-1 0 0,0 0 0 0 0,0 0 1 0 0,-4 8-1 0 0,-1 4 293 0 0,-16 34 0 0 0,16-29-426 0 0,2 0-1 0 0,-9 35 0 0 0,16-52-708 0 0,-1 1 0 0 0,1 0 0 0 0,0-1 0 0 0,1 1 0 0 0,0 0 0 0 0,0-1 0 0 0,0 1 0 0 0,1 0 0 0 0,0-1 0 0 0,0 1 0 0 0,0-1 0 0 0,1 1 0 0 0,5 11 0 0 0,-5-16-97 0 0,-1 0 0 0 0,1 0 0 0 0,-1 0 0 0 0,1 0 0 0 0,0-1-1 0 0,0 1 1 0 0,0-1 0 0 0,0 1 0 0 0,0-1 0 0 0,0 0 0 0 0,0 0 0 0 0,0 0 0 0 0,1 0-1 0 0,-1 0 1 0 0,0-1 0 0 0,1 1 0 0 0,-1 0 0 0 0,0-1 0 0 0,1 0 0 0 0,-1 0 0 0 0,1 1-1 0 0,-1-2 1 0 0,0 1 0 0 0,1 0 0 0 0,-1 0 0 0 0,1-1 0 0 0,-1 1 0 0 0,0-1 0 0 0,4-1-1 0 0,6-2 33 0 0,0 0-1 0 0,0 0 0 0 0,-1-2 0 0 0,14-7 1 0 0,-19 10-49 0 0,-1-1 1 0 0,1 1 0 0 0,-1-1-1 0 0,0 0 1 0 0,0-1 0 0 0,0 1 0 0 0,-1-1-1 0 0,1 0 1 0 0,-1 0 0 0 0,0 0 0 0 0,-1-1-1 0 0,1 1 1 0 0,-1-1 0 0 0,0 0-1 0 0,-1 0 1 0 0,1 0 0 0 0,-1 0 0 0 0,0-1-1 0 0,-1 1 1 0 0,1 0 0 0 0,-1-1 0 0 0,-1 1-1 0 0,1-1 1 0 0,-1 0 0 0 0,0 1-1 0 0,-1-1 1 0 0,0 1 0 0 0,0-1 0 0 0,0 1-1 0 0,0-1 1 0 0,-1 1 0 0 0,0 0 0 0 0,-1 0-1 0 0,1 0 1 0 0,-1 0 0 0 0,0 0-1 0 0,-1 1 1 0 0,0-1 0 0 0,1 1 0 0 0,-2 0-1 0 0,1 0 1 0 0,0 0 0 0 0,-1 0 0 0 0,-5-3-1 0 0,6 6-66 0 0,1 0 0 0 0,0 0 0 0 0,-1 0-1 0 0,1 0 1 0 0,-1 1 0 0 0,1 0 0 0 0,-1-1 0 0 0,1 1-1 0 0,-1 1 1 0 0,0-1 0 0 0,0 0 0 0 0,-7 1-1 0 0,-14 0-3417 0 0,5 1-3216 0 0,8-1 3245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27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30 44 0 0,'-1'-3'306'0'0,"1"1"0"0"0,-1 0 0 0 0,0 0 0 0 0,0 0 0 0 0,0 0 1 0 0,0 0-1 0 0,-1 0 0 0 0,1 0 0 0 0,0 0 0 0 0,-3-1 0 0 0,4 3-286 0 0,0 0 1 0 0,0 1-1 0 0,-1-1 1 0 0,1 0-1 0 0,0 1 1 0 0,0-1-1 0 0,-1 0 0 0 0,1 1 1 0 0,0-1-1 0 0,-1 0 1 0 0,1 0-1 0 0,0 1 1 0 0,-1-1-1 0 0,1 0 0 0 0,0 0 1 0 0,-1 0-1 0 0,1 0 1 0 0,-1 0-1 0 0,1 1 1 0 0,0-1-1 0 0,-1 0 0 0 0,1 0 1 0 0,-1 0-1 0 0,1 0 1 0 0,0 0-1 0 0,-1 0 1 0 0,1 0-1 0 0,-1 0 0 0 0,1 0 1 0 0,0 0-1 0 0,-1-1 1 0 0,1 1-1 0 0,-1 0 1 0 0,1 0-1 0 0,0 0 0 0 0,-1 0 1 0 0,1-1-1 0 0,0 1 1 0 0,-1 0-1 0 0,1 0 0 0 0,0-1 1 0 0,-1 1-1 0 0,1 0 1 0 0,0 0-1 0 0,0-1 1 0 0,-1 1-1 0 0,1 0 0 0 0,0-1 1 0 0,0 1-1 0 0,-1-1 1 0 0,1 1-1 0 0,0 0 1 0 0,0-1-1 0 0,0 1 0 0 0,0 0 1 0 0,0-1-1 0 0,0 0 1 0 0,-1 0 240 0 0,-2 1-237 0 0,-1 4 89 0 0,3-2-101 0 0,-12 26-3184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1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0 48 0 0,'0'0'285'0'0,"-37"5"2438"0"0,33-3-2486 0 0,0-1 1 0 0,0 1-1 0 0,1 0 1 0 0,-1 1 0 0 0,1-1-1 0 0,-1 1 1 0 0,1-1 0 0 0,0 1-1 0 0,-5 5 4272 0 0,-2-2-4002 0 0,10-19-9401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1 414 292 0 0,'-1'7'12018'0'0,"40"-47"-11426"0"0,47-61 0 0 0,-56 65-466 0 0,5-7-130 0 0,-15 17-3 0 0,-1 0-1 0 0,-1-1 1 0 0,-2-1 0 0 0,26-57-1 0 0,-42 84 7 0 0,0 1 0 0 0,0 0 0 0 0,0 0 0 0 0,0 0 0 0 0,0-1 0 0 0,0 1 0 0 0,0 0 0 0 0,0 0 0 0 0,0-1 0 0 0,0 1-1 0 0,0 0 1 0 0,0 0 0 0 0,0-1 0 0 0,0 1 0 0 0,0 0 0 0 0,0 0 0 0 0,0-1 0 0 0,0 1 0 0 0,0 0 0 0 0,0 0 0 0 0,0-1 0 0 0,0 1 0 0 0,0 0-1 0 0,0 0 1 0 0,-1 0 0 0 0,1-1 0 0 0,0 1 0 0 0,0 0 0 0 0,0 0 0 0 0,0 0 0 0 0,-1 0 0 0 0,1-1 0 0 0,0 1 0 0 0,0 0 0 0 0,0 0 0 0 0,-1 0-1 0 0,1 0 1 0 0,0 0 0 0 0,0 0 0 0 0,-1-1 0 0 0,1 1 0 0 0,0 0 0 0 0,0 0 0 0 0,0 0 0 0 0,-1 0 0 0 0,1 0 0 0 0,0 0 0 0 0,0 0 0 0 0,-1 0 0 0 0,1 0-1 0 0,0 0 1 0 0,0 0 0 0 0,-1 0 0 0 0,1 0 0 0 0,0 0 0 0 0,0 1 0 0 0,-1-1 0 0 0,1 0 0 0 0,0 0 0 0 0,-1 0 0 0 0,-14 5-25 0 0,14-5 29 0 0,-14 7-26 0 0,1 1-1 0 0,-1 0 1 0 0,1 0 0 0 0,-24 21 0 0 0,36-28 14 0 0,0 1-1 0 0,1-1 0 0 0,-1 1 0 0 0,0-1 1 0 0,1 1-1 0 0,-1 0 0 0 0,1-1 1 0 0,0 1-1 0 0,0 0 0 0 0,0 0 1 0 0,-1 0-1 0 0,2 0 0 0 0,-1 0 1 0 0,0 0-1 0 0,0 0 0 0 0,1 0 1 0 0,-1 3-1 0 0,1-3 4 0 0,0-1 0 0 0,0 1 0 0 0,0-1 0 0 0,1 1 0 0 0,-1-1 0 0 0,1 1-1 0 0,-1-1 1 0 0,1 1 0 0 0,-1-1 0 0 0,1 0 0 0 0,0 1 0 0 0,-1-1 0 0 0,1 0 0 0 0,0 0 0 0 0,0 1 0 0 0,0-1 0 0 0,0 0 0 0 0,0 0 0 0 0,1 0 0 0 0,-1 0 0 0 0,0 0-1 0 0,0 0 1 0 0,1-1 0 0 0,-1 1 0 0 0,2 0 0 0 0,42 21-27 0 0,-33-17 17 0 0,1 1 1 0 0,0 1-1 0 0,-1 0 1 0 0,21 16-1 0 0,-29-20 18 0 0,-1 1-1 0 0,1 0 1 0 0,-1-1 0 0 0,0 1-1 0 0,0 0 1 0 0,-1 1-1 0 0,1-1 1 0 0,-1 0 0 0 0,0 1-1 0 0,0-1 1 0 0,0 1-1 0 0,-1 0 1 0 0,0-1 0 0 0,0 1-1 0 0,0 0 1 0 0,0 0-1 0 0,-1 0 1 0 0,0 6 0 0 0,0-5-93 0 0,-1 0 0 0 0,0 0 1 0 0,0 0-1 0 0,0 0 0 0 0,-1-1 1 0 0,0 1-1 0 0,0-1 1 0 0,-1 1-1 0 0,1-1 0 0 0,-1 0 1 0 0,0 0-1 0 0,-1 0 0 0 0,1 0 1 0 0,-1 0-1 0 0,0-1 1 0 0,0 1-1 0 0,0-1 0 0 0,-1 0 1 0 0,1-1-1 0 0,-1 1 0 0 0,0-1 1 0 0,0 0-1 0 0,0 0 1 0 0,-1 0-1 0 0,1-1 0 0 0,-8 2 1 0 0,12-3-196 0 0,0-1 1 0 0,0 0-1 0 0,0 0 1 0 0,0 0 0 0 0,0 0-1 0 0,0 0 1 0 0,0 0 0 0 0,0 0-1 0 0,0-1 1 0 0,0 1-1 0 0,0 0 1 0 0,0 0 0 0 0,0-1-1 0 0,0 1 1 0 0,0-1-1 0 0,0 1 1 0 0,0-1 0 0 0,0 1-1 0 0,0-1 1 0 0,0 1-1 0 0,0-2 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3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0 460 0 0,'1'5'7324'0'0,"4"15"-5930"0"0,-5-3-785 0 0,3 55 751 0 0,-3-68-1300 0 0,1 1-1 0 0,-1-1 1 0 0,1 0-1 0 0,0 0 1 0 0,1 0-1 0 0,-1 0 1 0 0,1 0-1 0 0,-1 0 1 0 0,1 0-1 0 0,0-1 1 0 0,1 1-1 0 0,-1 0 1 0 0,5 4-1 0 0,-5-8-49 0 0,-1 0-1 0 0,1 0 0 0 0,-1 0 0 0 0,1 0 0 0 0,-1 0 0 0 0,1-1 0 0 0,-1 1 0 0 0,0 0 0 0 0,1-1 0 0 0,-1 1 0 0 0,0-1 1 0 0,1 0-1 0 0,-1 1 0 0 0,0-1 0 0 0,1 0 0 0 0,-1 0 0 0 0,0 0 0 0 0,0 0 0 0 0,0 0 0 0 0,0 0 0 0 0,0 0 0 0 0,0 0 1 0 0,0 0-1 0 0,1-2 0 0 0,27-34 20 0 0,-17 21-16 0 0,0-1 0 0 0,25-24 0 0 0,-17 19-7 0 0,-3 14 2 0 0,-17 8-6 0 0,1 0-1 0 0,0 0 1 0 0,-1 0 0 0 0,1 0 0 0 0,-1 1 0 0 0,1-1-1 0 0,0 0 1 0 0,-1 0 0 0 0,1 0 0 0 0,-1 1 0 0 0,1-1-1 0 0,-1 0 1 0 0,1 1 0 0 0,-1-1 0 0 0,1 1 0 0 0,-1-1-1 0 0,1 1 1 0 0,-1-1 0 0 0,0 0 0 0 0,1 1 0 0 0,-1-1-1 0 0,0 1 1 0 0,1 0 0 0 0,-1-1 0 0 0,0 1-1 0 0,1-1 1 0 0,-1 1 0 0 0,0-1 0 0 0,0 1 0 0 0,0 0-1 0 0,0-1 1 0 0,0 1 0 0 0,0 0 0 0 0,0-1 0 0 0,0 1-1 0 0,4 23 70 0 0,-3-2-29 0 0,0-16-26 0 0,0 0-1 0 0,-1-1 0 0 0,0 1 1 0 0,0 0-1 0 0,0 0 1 0 0,0-1-1 0 0,-1 1 1 0 0,0 0-1 0 0,0-1 1 0 0,-4 11-1 0 0,0-7 156 0 0,7-7 249 0 0,-1-2-408 0 0,-1-1 1 0 0,1 1 0 0 0,0-1-1 0 0,-1 0 1 0 0,1 1-1 0 0,-1-1 1 0 0,1 0 0 0 0,-1 1-1 0 0,1-1 1 0 0,-1 0-1 0 0,1 0 1 0 0,-1 1 0 0 0,0-1-1 0 0,1 0 1 0 0,-1 0 0 0 0,0 0-1 0 0,0 0 1 0 0,0 1-1 0 0,0-1 1 0 0,0-1 0 0 0,2-4 7 0 0,0 0 0 0 0,0 0 0 0 0,0 0 0 0 0,0 1 0 0 0,1-1 0 0 0,0 1 0 0 0,0-1 0 0 0,1 1 0 0 0,-1 0 0 0 0,1 1 0 0 0,0-1 0 0 0,1 1 0 0 0,6-6 0 0 0,5-4 9 0 0,1 1 1 0 0,28-17-1 0 0,-42 29-25 0 0,1-1-1 0 0,-1 1 1 0 0,0 0-1 0 0,1 0 1 0 0,-1 0-1 0 0,1 1 1 0 0,-1-1-1 0 0,1 1 1 0 0,-1 0-1 0 0,1 0 1 0 0,0 0-1 0 0,-1 0 1 0 0,1 0-1 0 0,-1 1 1 0 0,1 0-1 0 0,-1 0 1 0 0,1 0 0 0 0,-1 0-1 0 0,0 0 1 0 0,1 1-1 0 0,-1-1 1 0 0,0 1-1 0 0,3 2 1 0 0,0 0 2 0 0,-1-1 1 0 0,1 2 0 0 0,-1-1 0 0 0,0 1 0 0 0,0-1 0 0 0,0 1 0 0 0,-1 1 0 0 0,1-1-1 0 0,-1 0 1 0 0,-1 1 0 0 0,5 8 0 0 0,-8-14-40 0 0,1 1 1 0 0,-1 0-1 0 0,0 0 0 0 0,0-1 0 0 0,0 1 1 0 0,0 0-1 0 0,0-1 0 0 0,0 1 0 0 0,0 0 1 0 0,0 0-1 0 0,0-1 0 0 0,0 1 1 0 0,0 0-1 0 0,0-1 0 0 0,0 1 0 0 0,-1 0 1 0 0,1 0-1 0 0,0-1 0 0 0,-1 1 1 0 0,1 0-1 0 0,0-1 0 0 0,-1 1 0 0 0,1-1 1 0 0,-1 1-1 0 0,1-1 0 0 0,-1 1 1 0 0,1-1-1 0 0,-1 1 0 0 0,1-1 0 0 0,-1 1 1 0 0,1-1-1 0 0,-1 1 0 0 0,0-1 0 0 0,1 0 1 0 0,-1 1-1 0 0,0-1 0 0 0,1 0 1 0 0,-1 0-1 0 0,0 1 0 0 0,1-1 0 0 0,-1 0 1 0 0,0 0-1 0 0,0 0 0 0 0,1 0 1 0 0,-1 0-1 0 0,0 0 0 0 0,0 0 0 0 0,0-1 1 0 0,-37 1-2381 0 0,36 0 2232 0 0,-29-6-4689 0 0,15 0 2077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3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8 920 0 0,'3'-7'9294'0'0,"4"13"-7375"0"0,4 16-2594 0 0,-12-8-1252 0 0,-1-7-2902 0 0,0-4 2183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4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6 784 0 0,'2'-6'8405'0'0,"-47"64"-5933"0"0,-24 36-562 0 0,54-69-1519 0 0,1 1 0 0 0,1 0 0 0 0,-19 55 0 0 0,28-66-261 0 0,0 1 0 0 0,1 0 0 0 0,0 0-1 0 0,1 0 1 0 0,1 0 0 0 0,0 0 0 0 0,2 0 0 0 0,3 29 0 0 0,-3-36-223 0 0,1-1 0 0 0,0 0 0 0 0,0 0 0 0 0,1 0 0 0 0,0-1 0 0 0,0 1 0 0 0,0 0 0 0 0,1-1 0 0 0,9 12 0 0 0,-12-16-824 0 0,9 14 1029 0 0,-6-14-3191 0 0,14-9-6223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4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16 784 0 0,'0'-1'328'0'0,"5"-13"8716"0"0,-26 51-7218 0 0,-56 92 615 0 0,67-108-2209 0 0,0 0 0 0 0,2 0 0 0 0,1 0 0 0 0,-8 37 0 0 0,14-52-190 0 0,0 0-1 0 0,1 0 1 0 0,-1 1-1 0 0,1-1 0 0 0,1 0 1 0 0,-1 0-1 0 0,1 0 1 0 0,0 0-1 0 0,0 0 0 0 0,4 10 1 0 0,-4-14-42 0 0,0 0 1 0 0,0 0 0 0 0,0 0-1 0 0,0-1 1 0 0,0 1-1 0 0,0 0 1 0 0,1-1 0 0 0,-1 1-1 0 0,1 0 1 0 0,-1-1 0 0 0,1 0-1 0 0,0 1 1 0 0,-1-1 0 0 0,1 0-1 0 0,0 0 1 0 0,0 0-1 0 0,0 0 1 0 0,0 0 0 0 0,0 0-1 0 0,0-1 1 0 0,0 1 0 0 0,0-1-1 0 0,0 1 1 0 0,0-1-1 0 0,0 0 1 0 0,0 0 0 0 0,0 0-1 0 0,0 0 1 0 0,0 0 0 0 0,1 0-1 0 0,-1-1 1 0 0,0 1 0 0 0,3-2-1 0 0,0 1-50 0 0,0 0 1 0 0,0-1-1 0 0,-1 0 0 0 0,1 0 1 0 0,-1 0-1 0 0,1 0 0 0 0,-1-1 1 0 0,0 0-1 0 0,0 1 0 0 0,0-2 1 0 0,0 1-1 0 0,-1 0 0 0 0,7-8 1 0 0,-8 9 0 0 0,-1-1 1 0 0,1 0 0 0 0,-1 1 0 0 0,0-1 0 0 0,1 0-1 0 0,-1 0 1 0 0,-1 0 0 0 0,1 0 0 0 0,0 0 0 0 0,-1 0 0 0 0,1 0-1 0 0,-1 0 1 0 0,0 0 0 0 0,0 0 0 0 0,0 0 0 0 0,0 0-1 0 0,-1 0 1 0 0,1-1 0 0 0,-1 1 0 0 0,0 1 0 0 0,0-1 0 0 0,0 0-1 0 0,0 0 1 0 0,-2-3 0 0 0,2 5 26 0 0,0-1-1 0 0,0 1 1 0 0,0 0 0 0 0,0 0-1 0 0,-1 0 1 0 0,1 0 0 0 0,0 0-1 0 0,0 0 1 0 0,-1 0-1 0 0,1 0 1 0 0,-1 0 0 0 0,1 0-1 0 0,-1 1 1 0 0,1-1 0 0 0,-1 1-1 0 0,1-1 1 0 0,-1 1 0 0 0,0 0-1 0 0,1-1 1 0 0,-1 1 0 0 0,1 0-1 0 0,-1 0 1 0 0,0 0 0 0 0,1 0-1 0 0,-1 0 1 0 0,0 1 0 0 0,1-1-1 0 0,-1 0 1 0 0,1 1 0 0 0,-1-1-1 0 0,-2 2 1 0 0,-4 1-77 0 0,0 0 0 0 0,1 0 0 0 0,-1 1 0 0 0,-12 8 0 0 0,-8 12-553 0 0,19-9-1167 0 0,9-14 1465 0 0,0 0 0 0 0,-1 0 0 0 0,1-1 0 0 0,0 1-1 0 0,0 0 1 0 0,0 0 0 0 0,0 0 0 0 0,0 0 0 0 0,0 0 0 0 0,1 0 0 0 0,-1 0 0 0 0,0-1 0 0 0,0 1-1 0 0,0 0 1 0 0,1 0 0 0 0,0 1 0 0 0,1 1-2153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1 164 0 0,'-6'7'7291'0'0,"-17"25"-5484"0"0,11-16-792 0 0,1-1 0 0 0,-16 30 0 0 0,25-41-902 0 0,0 0 0 0 0,0 0 0 0 0,1 0 1 0 0,-1 0-1 0 0,1 0 0 0 0,0 0 0 0 0,0 1 0 0 0,0-1 0 0 0,0 0 1 0 0,1 1-1 0 0,0-1 0 0 0,0 1 0 0 0,0-1 0 0 0,1 0 1 0 0,-1 1-1 0 0,1-1 0 0 0,0 0 0 0 0,2 7 0 0 0,-2-10-93 0 0,0 1 0 0 0,0 0 0 0 0,0-1 0 0 0,0 1 0 0 0,0-1 0 0 0,0 1 0 0 0,1-1 0 0 0,-1 0 0 0 0,1 1 0 0 0,-1-1 0 0 0,1 0 0 0 0,-1 0 0 0 0,1 0 0 0 0,-1 0-1 0 0,1 0 1 0 0,0-1 0 0 0,0 1 0 0 0,-1 0 0 0 0,1-1 0 0 0,0 1 0 0 0,0-1 0 0 0,0 0 0 0 0,0 1 0 0 0,0-1 0 0 0,0 0 0 0 0,-1 0 0 0 0,1 0 0 0 0,0-1 0 0 0,0 1 0 0 0,0 0 0 0 0,0-1-1 0 0,0 1 1 0 0,0-1 0 0 0,-1 0 0 0 0,1 1 0 0 0,0-1 0 0 0,-1 0 0 0 0,1 0 0 0 0,0 0 0 0 0,1-2 0 0 0,1 1-18 0 0,-1 0 1 0 0,0 0-1 0 0,1-1 0 0 0,-1 1 1 0 0,0-1-1 0 0,-1 0 0 0 0,1 0 1 0 0,0 0-1 0 0,-1 0 0 0 0,0 0 0 0 0,0 0 1 0 0,0-1-1 0 0,0 1 0 0 0,0-1 1 0 0,0 1-1 0 0,-1-1 0 0 0,0 0 1 0 0,0 1-1 0 0,1-6 0 0 0,-2-5-112 0 0,-1 0-1 0 0,0 1 1 0 0,-4-20-1 0 0,4 30 8 0 0,0 0 0 0 0,0-1 0 0 0,0 1 0 0 0,0 0-1 0 0,0 0 1 0 0,0 0 0 0 0,-1 0 0 0 0,0 0 0 0 0,0 0 0 0 0,1 0-1 0 0,-2 0 1 0 0,1 0 0 0 0,0 1 0 0 0,0 0 0 0 0,-1-1 0 0 0,0 1 0 0 0,1 0-1 0 0,-6-3 1 0 0,-11 2-2195 0 0,8 6-3535 0 0,8 1 3141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5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7 540 0 0,'0'0'884'0'0,"11"6"3091"0"0,155-12 1014 0 0,-164 6-5333 0 0,6-7-5249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6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32 188 0 0,'0'0'5052'0'0,"-6"33"-1432"0"0,-14 13-1186 0 0,12-29-1690 0 0,1 1 0 0 0,0 0 0 0 0,-4 19 0 0 0,10-31-613 0 0,0-1 1 0 0,1 1 0 0 0,-1 0-1 0 0,1-1 1 0 0,0 1-1 0 0,0-1 1 0 0,1 1 0 0 0,0 0-1 0 0,0-1 1 0 0,0 1 0 0 0,0-1-1 0 0,1 1 1 0 0,0-1 0 0 0,5 9-1 0 0,-5-12-97 0 0,0 1 0 0 0,0-1 0 0 0,0 0-1 0 0,1 1 1 0 0,-1-1 0 0 0,1 0 0 0 0,0-1 0 0 0,0 1-1 0 0,-1 0 1 0 0,1-1 0 0 0,0 0 0 0 0,0 1 0 0 0,1-1-1 0 0,-1 0 1 0 0,0-1 0 0 0,0 1 0 0 0,0 0 0 0 0,1-1 0 0 0,-1 0-1 0 0,0 0 1 0 0,0 0 0 0 0,4 0 0 0 0,4-1-5 0 0,1 0 1 0 0,-1 0-1 0 0,0-1 0 0 0,0 0 1 0 0,14-6-1 0 0,-20 6-59 0 0,0 0-1 0 0,0-1 1 0 0,0 0 0 0 0,0 0-1 0 0,0-1 1 0 0,-1 1 0 0 0,0-1-1 0 0,0 0 1 0 0,0 0-1 0 0,0 0 1 0 0,0-1 0 0 0,-1 1-1 0 0,0-1 1 0 0,0 0 0 0 0,0 0-1 0 0,0 0 1 0 0,-1 0-1 0 0,0-1 1 0 0,0 1 0 0 0,0-1-1 0 0,-1 1 1 0 0,2-11 0 0 0,-2 3-83 0 0,1-1 0 0 0,-2 1 1 0 0,0-1-1 0 0,0 1 1 0 0,-1 0-1 0 0,-1-1 1 0 0,0 1-1 0 0,-7-22 1 0 0,7 31 84 0 0,0 0 0 0 0,0 1 0 0 0,0-1 0 0 0,0 1 0 0 0,-1 0 0 0 0,1 0 1 0 0,-1 0-1 0 0,0 0 0 0 0,0 0 0 0 0,0 0 0 0 0,0 1 0 0 0,0 0 0 0 0,-1-1 0 0 0,1 1 1 0 0,-1 0-1 0 0,0 1 0 0 0,1-1 0 0 0,-1 1 0 0 0,0-1 0 0 0,0 1 0 0 0,0 0 0 0 0,0 1 1 0 0,0-1-1 0 0,0 1 0 0 0,0 0 0 0 0,0 0 0 0 0,0 0 0 0 0,-7 1 0 0 0,6-1 18 0 0,1 0 0 0 0,0 1-1 0 0,0-1 1 0 0,0 1 0 0 0,0 0-1 0 0,0 0 1 0 0,0 1 0 0 0,0-1-1 0 0,0 1 1 0 0,1 0 0 0 0,-1 0-1 0 0,0 0 1 0 0,1 0 0 0 0,-1 0-1 0 0,1 1 1 0 0,0 0 0 0 0,0 0-1 0 0,0 0 1 0 0,0 0 0 0 0,1 0 0 0 0,-1 0-1 0 0,1 1 1 0 0,0-1 0 0 0,0 1-1 0 0,0 0 1 0 0,0-1 0 0 0,-2 9-1 0 0,4-10 13 0 0,0 1-1 0 0,0-1 1 0 0,1 0-1 0 0,-1 1 1 0 0,0-1-1 0 0,1 0 0 0 0,0 1 1 0 0,0-1-1 0 0,-1 0 1 0 0,1 1-1 0 0,0-1 1 0 0,1 0-1 0 0,-1 0 0 0 0,0 0 1 0 0,1 0-1 0 0,-1 0 1 0 0,1 0-1 0 0,-1-1 1 0 0,1 1-1 0 0,0 0 1 0 0,0-1-1 0 0,0 1 0 0 0,0-1 1 0 0,0 0-1 0 0,0 0 1 0 0,0 1-1 0 0,0-1 1 0 0,1-1-1 0 0,2 2 0 0 0,9 3-254 0 0,-1 0 0 0 0,1-1-1 0 0,20 3 1 0 0,-30-6-265 0 0,0-1 1 0 0,-1 0 0 0 0,1 0 0 0 0,0 0-1 0 0,0 0 1 0 0,-1-1 0 0 0,6-1-1 0 0,-2 1-3103 0 0,7-1 438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36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1020 0 0,'0'0'2002'0'0,"13"-4"3171"0"0,0 9-4252 0 0,0 1 0 0 0,0 0 1 0 0,0 1-1 0 0,-1 0 0 0 0,0 1 0 0 0,13 10 0 0 0,1 4 590 0 0,35 37 0 0 0,-51-48-1380 0 0,-1 0 1 0 0,-1 0-1 0 0,1 0 0 0 0,-2 1 1 0 0,1 0-1 0 0,-2 1 1 0 0,0 0-1 0 0,0 0 0 0 0,-1 0 1 0 0,-1 1-1 0 0,0-1 0 0 0,-1 1 1 0 0,0 0-1 0 0,-1 0 0 0 0,-1 0 1 0 0,0 1-1 0 0,-1-1 1 0 0,0 0-1 0 0,-1 0 0 0 0,-1 0 1 0 0,0 0-1 0 0,-1 0 0 0 0,-1 0 1 0 0,0 0-1 0 0,-1-1 0 0 0,0 0 1 0 0,-1 0-1 0 0,-1 0 1 0 0,0-1-1 0 0,0 0 0 0 0,-1 0 1 0 0,-12 13-1 0 0,-59 57-883 0 0,70-74 87 0 0,-1 0 1 0 0,0 0-1 0 0,0-1 0 0 0,-1-1 1 0 0,1 0-1 0 0,-1 0 0 0 0,-13 4 1 0 0,19-8-244 0 0,-1-1-1077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44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95 360 0 0,'-1'-25'7743'0'0,"4"28"-7476"0"0,0 1 1 0 0,0 0 0 0 0,-1 0-1 0 0,1 0 1 0 0,-1 0 0 0 0,2 6-1 0 0,17 27 397 0 0,-13-27-452 0 0,0 0 0 0 0,0-1 0 0 0,17 14 0 0 0,-21-20-176 0 0,-1-1-1 0 0,0 0 1 0 0,1 0 0 0 0,0 0 0 0 0,0 0 0 0 0,-1-1 0 0 0,1 1 0 0 0,0-1 0 0 0,0 0-1 0 0,0 0 1 0 0,0 0 0 0 0,0-1 0 0 0,1 1 0 0 0,6-1 0 0 0,35-5 229 0 0,-2-2 0 0 0,1-1 0 0 0,45-16 1 0 0,-24 7-161 0 0,-36 10-80 0 0,42-15 1 0 0,164-59 164 0 0,-192 69-125 0 0,1 3 0 0 0,-1 1 0 0 0,70-4 0 0 0,-97 12-58 0 0,1 0-1 0 0,-1 1 0 0 0,0 1 1 0 0,0 0-1 0 0,0 2 1 0 0,0 0-1 0 0,0 0 0 0 0,-1 2 1 0 0,1 0-1 0 0,-2 1 1 0 0,1 0-1 0 0,-1 1 0 0 0,0 1 1 0 0,0 1-1 0 0,-1 0 0 0 0,-1 1 1 0 0,0 0-1 0 0,14 15 1 0 0,15 16-21 0 0,57 46 1 0 0,-92-81-17 0 0,-5-6 13 0 0,-1 1-1 0 0,0-1 1 0 0,1 0 0 0 0,-1 1 0 0 0,1-1 0 0 0,-1 0 0 0 0,1 0 0 0 0,-1 0 0 0 0,1 0 0 0 0,3 1 0 0 0,-5-2 8 0 0,0 0 0 0 0,-1 0 0 0 0,1 1 0 0 0,-1-1 1 0 0,1 0-1 0 0,0 0 0 0 0,-1 0 0 0 0,1 0 0 0 0,0 0 0 0 0,-1 0 0 0 0,1 0 0 0 0,0-1 0 0 0,-1 1 1 0 0,1 0-1 0 0,0 0 0 0 0,-1 0 0 0 0,1 0 0 0 0,0 0 0 0 0,-1-1 0 0 0,1 1 0 0 0,0 0 1 0 0,-1 0-1 0 0,1 0 0 0 0,0-1 0 0 0,0 1 0 0 0,-1 0 0 0 0,1 0 0 0 0,0-1 0 0 0,0 1 1 0 0,-1 0-1 0 0,1-1 0 0 0,0 1 0 0 0,0 0 0 0 0,0-1 0 0 0,0 1 0 0 0,0 0 0 0 0,-1-1 0 0 0,1 1 1 0 0,0-1-1 0 0,8-15-96 0 0,24-13 75 0 0,-8 15 21 0 0,0 1 0 0 0,1 1 0 0 0,0 1 0 0 0,39-11 0 0 0,-12 7 15 0 0,-14 3-9 0 0,54-9 1 0 0,-78 19 8 0 0,0 1 1 0 0,-1 0-1 0 0,1 1 0 0 0,0 0 1 0 0,0 1-1 0 0,-1 1 1 0 0,26 6-1 0 0,-5 4 77 0 0,-1 2 0 0 0,0 1 0 0 0,-1 1 0 0 0,31 22 0 0 0,-23-13 63 0 0,71 30 1 0 0,-75-40-94 0 0,1-3 1 0 0,51 11-1 0 0,-71-19-32 0 0,1-1 0 0 0,-1-2 0 0 0,1 1 0 0 0,-1-2-1 0 0,1 0 1 0 0,-1-2 0 0 0,30-4 0 0 0,-33 1-14 0 0,-1 0 0 0 0,1 0 1 0 0,-1-1-1 0 0,0-1 0 0 0,0 0 0 0 0,-1-1 0 0 0,0 0 1 0 0,18-16-1 0 0,6-9 7 0 0,38-46 0 0 0,25-38 1130 0 0,-92 104-691 0 0,-17 15 275 0 0,-5 6-1876 0 0,7-3-4026 0 0,-17-5-2264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4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39 136 0 0,'7'-29'6963'0'0,"-7"28"-6357"0"0,2-5 736 0 0,-1 3-439 0 0,0 5-320 0 0,1 45 488 0 0,-6 75 0 0 0,-1-8-195 0 0,1-10-38 0 0,4-104-828 0 0,-3 9 19 0 0,-1-5 0 0 0,2-25-176 0 0,1 1 0 0 0,1-1-1 0 0,2-23 1 0 0,0-10-225 0 0,-3 41 296 0 0,1 0 1 0 0,1-1-1 0 0,0 1 1 0 0,1-1-1 0 0,0 1 0 0 0,1 0 1 0 0,7-20-1 0 0,-3 16 14 0 0,-6 12 49 0 0,1 1 0 0 0,0-1 1 0 0,0 1-1 0 0,0-1 1 0 0,0 1-1 0 0,1 0 0 0 0,-1 0 1 0 0,1 1-1 0 0,0-1 1 0 0,0 0-1 0 0,1 1 1 0 0,-1 0-1 0 0,1-1 0 0 0,6-3 1 0 0,-3 3 3 0 0,-1 1 1 0 0,1 0-1 0 0,0 0 1 0 0,0 0-1 0 0,0 1 1 0 0,1 0-1 0 0,7-1 0 0 0,-14 3 5 0 0,0 0-1 0 0,1-1 1 0 0,-1 1-1 0 0,0 0 1 0 0,1 0-1 0 0,-1 0 1 0 0,0 0-1 0 0,1 0 1 0 0,-1 1-1 0 0,0-1 1 0 0,1 0-1 0 0,-1 1 1 0 0,0-1-1 0 0,0 0 1 0 0,1 1-1 0 0,-1 0 1 0 0,0-1-1 0 0,0 1 0 0 0,0 0 1 0 0,0-1-1 0 0,0 1 1 0 0,0 0-1 0 0,0 0 1 0 0,0 0-1 0 0,0 0 1 0 0,0 0-1 0 0,0 0 1 0 0,0 0-1 0 0,-1 0 1 0 0,1 0-1 0 0,-1 1 1 0 0,1-1-1 0 0,-1 0 1 0 0,1 0-1 0 0,-1 1 1 0 0,1-1-1 0 0,-1 0 1 0 0,0 0-1 0 0,0 1 1 0 0,0-1-1 0 0,0 0 0 0 0,0 1 1 0 0,0-1-1 0 0,0 0 1 0 0,0 1-1 0 0,0-1 1 0 0,-1 0-1 0 0,0 2 1 0 0,0 4-26 0 0,-1 0-1 0 0,0-1 1 0 0,0 1 0 0 0,-1-1 0 0 0,0 1 0 0 0,0-1-1 0 0,0 0 1 0 0,-1 0 0 0 0,0-1 0 0 0,-6 8 0 0 0,-1 0-56 0 0,-1 0 0 0 0,-27 22 0 0 0,-7 1-358 0 0,45-35 419 0 0,58-15-138 0 0,-51 14 190 0 0,0-1 0 0 0,0 1 0 0 0,0 0 0 0 0,0 0 0 0 0,0 1 0 0 0,0 0 0 0 0,0 0 0 0 0,-1 0 0 0 0,8 3 0 0 0,-10-3-15 0 0,0 0 0 0 0,0 1 0 0 0,0-1 0 0 0,0 1 0 0 0,0 0 0 0 0,-1 0 0 0 0,1 0 0 0 0,-1 0 0 0 0,1 1 0 0 0,-1-1 0 0 0,0 0 0 0 0,1 1 0 0 0,-1 0 0 0 0,-1 0 0 0 0,1-1 0 0 0,0 1 0 0 0,-1 0 0 0 0,2 4 0 0 0,-1 0 9 0 0,0 0 1 0 0,-1-1-1 0 0,0 2 0 0 0,0-1 1 0 0,-1 0-1 0 0,1 0 1 0 0,-2 0-1 0 0,1 0 1 0 0,-1 0-1 0 0,0 0 1 0 0,0 0-1 0 0,-1 0 0 0 0,0 0 1 0 0,0 0-1 0 0,-1-1 1 0 0,0 1-1 0 0,0-1 1 0 0,0 0-1 0 0,-1 0 0 0 0,0 0 1 0 0,0 0-1 0 0,-1 0 1 0 0,1-1-1 0 0,-1 0 1 0 0,0 0-1 0 0,-1 0 0 0 0,1-1 1 0 0,-1 0-1 0 0,0 0 1 0 0,0 0-1 0 0,0 0 1 0 0,-1-1-1 0 0,-8 3 0 0 0,14-5-17 0 0,-1 0 0 0 0,0-1 0 0 0,0 1 0 0 0,1-1 0 0 0,-1 1 0 0 0,0-1 0 0 0,0 1 0 0 0,0-1-1 0 0,0 0 1 0 0,1 0 0 0 0,-1 0 0 0 0,0 0 0 0 0,0 0 0 0 0,0 0 0 0 0,0-1 0 0 0,1 1-1 0 0,-1 0 1 0 0,0-1 0 0 0,0 0 0 0 0,1 1 0 0 0,-1-1 0 0 0,0 0 0 0 0,1 0 0 0 0,-1 0-1 0 0,0 0 1 0 0,1 0 0 0 0,0 0 0 0 0,-1 0 0 0 0,1-1 0 0 0,0 1 0 0 0,-1 0 0 0 0,1-1 0 0 0,0 1-1 0 0,0-1 1 0 0,0 0 0 0 0,0 1 0 0 0,1-1 0 0 0,-2-3 0 0 0,1 4-26 0 0,0 0 0 0 0,1 0 1 0 0,-1-1-1 0 0,0 1 0 0 0,1 0 0 0 0,0 0 1 0 0,-1-1-1 0 0,1 1 0 0 0,0 0 1 0 0,-1 0-1 0 0,1-1 0 0 0,0 1 0 0 0,0 0 1 0 0,0-1-1 0 0,0 1 0 0 0,0 0 0 0 0,1-1 1 0 0,-1 1-1 0 0,0 0 0 0 0,0-1 0 0 0,2-1 1 0 0,-2 3-200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4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5 736 0 0,'16'-5'4636'0'0,"-15"7"-4479"0"0,1-1-1 0 0,-1 1 0 0 0,0-1 0 0 0,1 1 0 0 0,-1 0 1 0 0,0 0-1 0 0,0-1 0 0 0,0 1 0 0 0,0 0 0 0 0,0 0 0 0 0,-1 0 1 0 0,1 0-1 0 0,-1 0 0 0 0,1 0 0 0 0,-1 0 0 0 0,1 0 1 0 0,-1 0-1 0 0,0 0 0 0 0,0 0 0 0 0,0 0 0 0 0,-1 4 0 0 0,-6 56 1300 0 0,4-43-912 0 0,1 5 49 0 0,3 40-1 0 0,0-24-1541 0 0,-1-39 507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18 740 0 0,'9'-4'697'0'0,"0"1"1"0"0,1 0-1 0 0,-1 1 1 0 0,1 0-1 0 0,-1 0 0 0 0,1 1 1 0 0,-1 1-1 0 0,1-1 1 0 0,0 2-1 0 0,0-1 0 0 0,11 3 1 0 0,-14-2-497 0 0,0 0-1 0 0,0 1 1 0 0,0 0 0 0 0,0 1 0 0 0,0-1-1 0 0,-1 1 1 0 0,1 0 0 0 0,-1 1 0 0 0,1 0 0 0 0,-1 0-1 0 0,-1 0 1 0 0,1 1 0 0 0,0-1 0 0 0,-1 1-1 0 0,6 8 1 0 0,-8-9-135 0 0,-1 1 1 0 0,0-1-1 0 0,-1 0 0 0 0,1 1 0 0 0,-1-1 0 0 0,0 1 1 0 0,0-1-1 0 0,0 1 0 0 0,-1 0 0 0 0,1 0 0 0 0,-1-1 1 0 0,0 1-1 0 0,-1 0 0 0 0,1-1 0 0 0,-1 1 0 0 0,0 0 1 0 0,0-1-1 0 0,0 1 0 0 0,-1-1 0 0 0,0 1 0 0 0,-2 4 1 0 0,-1 3 6 0 0,-1 1 1 0 0,-1-1-1 0 0,0-1 1 0 0,-1 1-1 0 0,0-1 1 0 0,-9 10-1 0 0,7-10-92 0 0,-4 5-77 0 0,0-1 0 0 0,-2 0 0 0 0,1-1 1 0 0,-2 0-1 0 0,0-2 0 0 0,-28 17 0 0 0,43-28-365 0 0,0-1 0 0 0,0 1 1 0 0,0-1-1 0 0,1 0 0 0 0,-1 0 0 0 0,0 0 1 0 0,0 1-1 0 0,0-2 0 0 0,1 1 0 0 0,-1 0 0 0 0,0 0 1 0 0,0-1-1 0 0,0 1 0 0 0,1-1 0 0 0,-3 0 1 0 0,3 0 173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4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30 243 76 0 0,'0'0'540'0'0,"-23"-22"4672"0"0,16 7-998 0 0,13 22-1921 0 0,13 28-1503 0 0,-15-25-721 0 0,0 0 0 0 0,0 0 0 0 0,1-1 0 0 0,0 1 0 0 0,0-1 0 0 0,1 0 0 0 0,1 0 0 0 0,0-1 0 0 0,0 0 0 0 0,0 0 0 0 0,1 0 0 0 0,9 6 1 0 0,-11-9-41 0 0,1 0 1 0 0,1 0 0 0 0,-1-1 0 0 0,0 0 0 0 0,1 0 0 0 0,0-1 0 0 0,0 0 0 0 0,0 0 0 0 0,0-1 0 0 0,1 0 0 0 0,-1-1 0 0 0,0 1 0 0 0,1-2 0 0 0,-1 1 0 0 0,15-2 0 0 0,-11-1 5 0 0,0 0 0 0 0,0-1-1 0 0,0 0 1 0 0,0-1 0 0 0,0 0 0 0 0,19-12 0 0 0,0-2 18 0 0,29-23 0 0 0,26-16-26 0 0,-77 52-28 0 0,0 1 0 0 0,1 0 0 0 0,0 0 0 0 0,0 1 0 0 0,0 0 0 0 0,16-3 0 0 0,-20 5-3 0 0,0 1 1 0 0,0 0 0 0 0,0-1 0 0 0,1 2 0 0 0,-1-1 0 0 0,0 1 0 0 0,0 0 0 0 0,0 0 0 0 0,0 1 0 0 0,0 0 0 0 0,-1 0-1 0 0,9 4 1 0 0,-1 0-48 0 0,0 2 1 0 0,-1 0-1 0 0,0 0 0 0 0,-1 1 0 0 0,13 12 0 0 0,-20-17 13 0 0,-1 0 0 0 0,1 1 0 0 0,-1-1 1 0 0,1 1-1 0 0,-1 0 0 0 0,-1 0 0 0 0,1 0 0 0 0,-1 0 0 0 0,0 0 0 0 0,0 1 0 0 0,0-1 0 0 0,-1 1 1 0 0,0-1-1 0 0,0 1 0 0 0,0 0 0 0 0,-1 5 0 0 0,0-10 33 0 0,0 0 0 0 0,0 0 0 0 0,0 0 1 0 0,0 0-1 0 0,0 0 0 0 0,-1 0 0 0 0,1 0 0 0 0,0 0 0 0 0,-1 0 1 0 0,1 0-1 0 0,-1-1 0 0 0,1 1 0 0 0,-1 0 0 0 0,1 0 1 0 0,-1 0-1 0 0,0-1 0 0 0,1 1 0 0 0,-1 0 0 0 0,0-1 0 0 0,1 1 1 0 0,-1-1-1 0 0,-1 2 0 0 0,1-2 4 0 0,1 0 0 0 0,0 0 1 0 0,-1 0-1 0 0,1 0 0 0 0,0 0 1 0 0,-1 0-1 0 0,1 1 0 0 0,0-1 0 0 0,-1 0 1 0 0,1 0-1 0 0,0 0 0 0 0,-1 0 0 0 0,1 0 1 0 0,0 0-1 0 0,-1-1 0 0 0,1 1 1 0 0,-1 0-1 0 0,1 0 0 0 0,0 0 0 0 0,-1 0 1 0 0,1 0-1 0 0,0 0 0 0 0,-1-1 1 0 0,1 1-1 0 0,0 0 0 0 0,0 0 0 0 0,-1 0 1 0 0,1-1-1 0 0,0 1 0 0 0,0 0 1 0 0,-1 0-1 0 0,1-1 0 0 0,0 1 0 0 0,0 0 1 0 0,0-1-1 0 0,-1 1 0 0 0,1 0 0 0 0,0-1 1 0 0,0 1-1 0 0,0 0 0 0 0,0-1 1 0 0,0 1-1 0 0,0 0 0 0 0,0-1 0 0 0,0 1 1 0 0,0 0-1 0 0,0-1 0 0 0,0 1 1 0 0,0 0-1 0 0,0-1 0 0 0,0 1 0 0 0,0-1 1 0 0,0 0-1 0 0,1-3-5 0 0,1 0 0 0 0,0-1 0 0 0,0 1 0 0 0,0 0 1 0 0,0 0-1 0 0,0 0 0 0 0,1 0 0 0 0,0 0 0 0 0,5-5 0 0 0,-1-1 0 0 0,3-2-5 0 0,-1 2 1 0 0,2-1 0 0 0,0 1-1 0 0,0 0 1 0 0,0 1 0 0 0,1 1-1 0 0,18-11 1 0 0,-3 5 18 0 0,1 0 0 0 0,45-14-1 0 0,-58 22-7 0 0,0 2-1 0 0,-1 0 1 0 0,1 1-1 0 0,0 0 1 0 0,1 1-1 0 0,-1 1 1 0 0,0 0-1 0 0,1 1 1 0 0,-1 1-1 0 0,0 1 1 0 0,0 0-1 0 0,0 0 1 0 0,0 2-1 0 0,0 0 1 0 0,0 1-1 0 0,26 12 1 0 0,16 15 4 0 0,-39-21 0 0 0,0-1 0 0 0,0 0 0 0 0,1-1 0 0 0,24 7 0 0 0,-37-14-2 0 0,0-1 1 0 0,0 0-1 0 0,0 0 1 0 0,1 0-1 0 0,-1-1 1 0 0,0 0-1 0 0,0 0 1 0 0,0-1 0 0 0,1 1-1 0 0,-1-1 1 0 0,0-1-1 0 0,0 1 1 0 0,0-1-1 0 0,0 0 1 0 0,-1 0 0 0 0,1-1-1 0 0,-1 0 1 0 0,10-5-1 0 0,1-4 12 0 0,-1 0 1 0 0,0-1-1 0 0,0-1 0 0 0,-1 0 0 0 0,-1-1 0 0 0,-1-1 1 0 0,0 1-1 0 0,-1-2 0 0 0,-1 0 0 0 0,0 0 0 0 0,-1-1 1 0 0,-1 0-1 0 0,11-35 0 0 0,-6 15 725 0 0,-13 37-537 0 0,-5 4-1006 0 0,1-1 211 0 0,-1 1 0 0 0,1 0 0 0 0,0 0 0 0 0,-7 8 0 0 0,2-3-4744 0 0,1-2 2128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52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87 192 0 0,'0'-3'575'0'0,"1"0"1"0"0,0 0-1 0 0,0 0 1 0 0,0-1-1 0 0,0 1 0 0 0,0 0 1 0 0,1 0-1 0 0,0 1 0 0 0,-1-1 1 0 0,4-4 760 0 0,-9 18 1382 0 0,-13 40-1942 0 0,-18 100 266 0 0,20-79-719 0 0,6-40-174 0 0,5-18-1 0 0,1 0 0 0 0,0 0 0 0 0,-2 20 0 0 0,7-55-137 0 0,1-1 0 0 0,1 0 0 0 0,1 1 0 0 0,1-1 0 0 0,9-20 0 0 0,-1-2-36 0 0,0-2-16 0 0,2 0 0 0 0,40-81 1 0 0,-55 125 36 0 0,1-1 0 0 0,-1 1 0 0 0,0-1 0 0 0,1 1 1 0 0,0 0-1 0 0,0 0 0 0 0,0 0 0 0 0,0 0 0 0 0,0 0 1 0 0,0 0-1 0 0,0 0 0 0 0,4-2 0 0 0,-6 4-6 0 0,1 1 10 0 0,2 2 13 0 0,0-1 0 0 0,0 1 0 0 0,-1 0-1 0 0,1 0 1 0 0,-1 0 0 0 0,1 1 0 0 0,-1-1-1 0 0,0 1 1 0 0,-1-1 0 0 0,1 1 0 0 0,2 7 0 0 0,48 269 1579 0 0,-50-267-1495 0 0,1 1 1 0 0,0-1 0 0 0,1 0 0 0 0,8 17-1 0 0,-12-30-123 0 0,-18-18-9328 0 0,11 11 6207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52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56 188 0 0,'0'0'1506'0'0,"2"-2"-798"0"0,12-5-68 0 0,1 0 0 0 0,0 1 0 0 0,0 1-1 0 0,0 0 1 0 0,0 1 0 0 0,1 0 0 0 0,22-1 0 0 0,15-5-382 0 0,-38 10-4671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52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0 420 0 0,'0'0'164'0'0,"0"0"0"0"0,1 0 0 0 0,-1 0-1 0 0,1 0 1 0 0,-1 0 0 0 0,0 0 0 0 0,1 0 0 0 0,-1 0 0 0 0,0 0 0 0 0,1 0-1 0 0,-1 0 1 0 0,0 1 0 0 0,1-1 0 0 0,-1 0 0 0 0,0 0 0 0 0,1 0 0 0 0,-1 0 0 0 0,0 0-1 0 0,1 1 1 0 0,-1-1 0 0 0,0 0 0 0 0,0 0 0 0 0,1 1 0 0 0,-1-1 0 0 0,0 0-1 0 0,0 0 1 0 0,1 1 0 0 0,-1-1 0 0 0,0 1 0 0 0,3 11 516 0 0,0 1 1 0 0,-1 0 0 0 0,-1 0-1 0 0,0 0 1 0 0,-1 14-1 0 0,1 3 143 0 0,-1 24 157 0 0,-1-37-636 0 0,1-1 0 0 0,0 1 0 0 0,5 23 0 0 0,-2-23 891 0 0,-2-4-3591 0 0,-5-9-1427 0 0,-7-12 737 0 0,4-1 430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3:53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0 116 736 0 0,'38'-29'5409'0'0,"4"-3"-3348"0"0,58-19 397 0 0,-100 51-2443 0 0,1-1 0 0 0,0 1 1 0 0,0-1-1 0 0,0 1 1 0 0,0 0-1 0 0,-1 0 1 0 0,1-1-1 0 0,0 1 0 0 0,0 0 1 0 0,0 0-1 0 0,0 0 1 0 0,0 0-1 0 0,0 0 1 0 0,0 0-1 0 0,0 0 0 0 0,0 0 1 0 0,-1 0-1 0 0,1 1 1 0 0,0-1-1 0 0,0 0 0 0 0,0 0 1 0 0,0 1-1 0 0,0-1 1 0 0,-1 1-1 0 0,1-1 1 0 0,0 1-1 0 0,0-1 0 0 0,-1 1 1 0 0,1-1-1 0 0,0 1 1 0 0,-1 0-1 0 0,1-1 1 0 0,0 1-1 0 0,-1 0 0 0 0,1 0 1 0 0,-1-1-1 0 0,1 1 1 0 0,-1 0-1 0 0,0 0 0 0 0,1 0 1 0 0,-1 0-1 0 0,0-1 1 0 0,1 1-1 0 0,-1 0 1 0 0,0 0-1 0 0,0 2 0 0 0,1 0 9 0 0,-1 0 0 0 0,0 1-1 0 0,1-1 1 0 0,-1 0-1 0 0,0 1 1 0 0,-1-1-1 0 0,1 1 1 0 0,-1-1 0 0 0,1 0-1 0 0,-3 7 1 0 0,-7 10 25 0 0,-1 0 1 0 0,-1-1 0 0 0,0 0 0 0 0,-1-1-1 0 0,-1 0 1 0 0,-28 26 0 0 0,30-34-27 0 0,18-16 29 0 0,-3 3-36 0 0,1 0 0 0 0,0 0 0 0 0,0 0 0 0 0,0 0 0 0 0,9-4-1 0 0,-3 5 93 0 0,0 0-1 0 0,0 0 0 0 0,0 1 0 0 0,1 0 0 0 0,-1 1 0 0 0,0 0 0 0 0,12 2 1 0 0,-17-2-60 0 0,0 1 1 0 0,0 0 0 0 0,-1 0 0 0 0,1 0 0 0 0,0 0 0 0 0,-1 1-1 0 0,1 0 1 0 0,-1 0 0 0 0,1 0 0 0 0,-1 0 0 0 0,0 1 0 0 0,0 0-1 0 0,0-1 1 0 0,0 2 0 0 0,-1-1 0 0 0,1 0 0 0 0,2 5 0 0 0,-4-6-34 0 0,-1 0 1 0 0,0 0 0 0 0,0 0-1 0 0,0 0 1 0 0,0 0 0 0 0,-1 0 0 0 0,1 1-1 0 0,-1-1 1 0 0,1 0 0 0 0,-1 1-1 0 0,0-1 1 0 0,0 0 0 0 0,0 1 0 0 0,0-1-1 0 0,0 1 1 0 0,0-1 0 0 0,-1 4-1 0 0,-1-1 4 0 0,0 0 0 0 0,0 0 0 0 0,0 0 0 0 0,0 0 0 0 0,-1-1 0 0 0,0 1 0 0 0,-5 6 0 0 0,-4 3 25 0 0,-2 0-1 0 0,1-1 0 0 0,-20 15 0 0 0,25-22-40 0 0,0-1 0 0 0,0 0 0 0 0,0 0 1 0 0,0-1-1 0 0,-1 0 0 0 0,0-1 0 0 0,0 0 0 0 0,0 0 0 0 0,0 0 0 0 0,0-2 0 0 0,-1 1 1 0 0,-9 0-1 0 0,18-2-284 0 0,-1-1 0 0 0,1 1 0 0 0,-1-1 1 0 0,1 1-1 0 0,-1-1 0 0 0,1 1 1 0 0,-1-1-1 0 0,1 0 0 0 0,0 0 0 0 0,-1 0 1 0 0,1 0-1 0 0,0 0 0 0 0,0 0 0 0 0,0 0 1 0 0,0 0-1 0 0,0 0 0 0 0,0 0 0 0 0,0-1 1 0 0,0 1-1 0 0,0 0 0 0 0,0-1 0 0 0,1 1 1 0 0,-1-1-1 0 0,1 1 0 0 0,-1-1 1 0 0,1 1-1 0 0,-1-1 0 0 0,1 1 0 0 0,0-3 1 0 0,-3-9-3169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08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71 460 0 0,'-4'-25'4504'0'0,"5"20"-3877"0"0,-1 1-1 0 0,0 0 1 0 0,1-1 0 0 0,0 1 0 0 0,0 0 0 0 0,0 0 0 0 0,3-8-1 0 0,-3 9-368 0 0,0 2-18 0 0,15 88 2856 0 0,-11-46-2687 0 0,-1-1-1 0 0,-3 1 1 0 0,-5 56 0 0 0,1-51-98 0 0,2-1-1 0 0,7 63 1 0 0,-5-98-253 0 0,-1-9-40 0 0,-1 0-1 0 0,1 0 0 0 0,0 0 0 0 0,1 0 0 0 0,-1 0 0 0 0,0 0 0 0 0,0 0 0 0 0,0 0 1 0 0,1 0-1 0 0,-1 0 0 0 0,0-1 0 0 0,1 1 0 0 0,-1 0 0 0 0,0 0 0 0 0,2 1 1 0 0,-1-1 101 0 0,16-11-52 0 0,-16 8-60 0 0,1 0 1 0 0,0-1-1 0 0,0 1 0 0 0,-1-1 0 0 0,1 0 1 0 0,-1 1-1 0 0,0-1 0 0 0,0 0 0 0 0,0 0 1 0 0,0 1-1 0 0,1-7 0 0 0,4-12 13 0 0,8-6-6 0 0,0 3-48 0 0,-2-1 0 0 0,-1-1 0 0 0,14-49 1 0 0,-25 74 25 0 0,1 0 1 0 0,-1 0 0 0 0,0 0-1 0 0,0 0 1 0 0,0 0 0 0 0,1 0-1 0 0,-1 0 1 0 0,0 0 0 0 0,1 0-1 0 0,-1 0 1 0 0,1 0 0 0 0,-1 0-1 0 0,1 0 1 0 0,0 0 0 0 0,-1 1-1 0 0,1-1 1 0 0,0 0 0 0 0,0 0-1 0 0,-1 1 1 0 0,1-1 0 0 0,0 0-1 0 0,0 1 1 0 0,0-1 0 0 0,1 0-1 0 0,-1 1 3 0 0,1 0 0 0 0,-1 0 0 0 0,0 0 0 0 0,0 1 0 0 0,1-1 0 0 0,-1 0 0 0 0,0 1 0 0 0,0-1 0 0 0,0 1 1 0 0,0-1-1 0 0,1 1 0 0 0,-1-1 0 0 0,0 1 0 0 0,0 0 0 0 0,0-1 0 0 0,0 1 0 0 0,1 2 0 0 0,7 6-2 0 0,0 1-1 0 0,0 1 1 0 0,8 13 0 0 0,-9-12 6 0 0,6 6 5 0 0,1-1 1 0 0,1-1-1 0 0,0 0 1 0 0,1-1-1 0 0,24 16 1 0 0,-6-7 175 0 0,-34-24-155 0 0,9-25 484 0 0,12-58-115 0 0,-13 31-242 0 0,37-169 657 0 0,-43 209-712 0 0,-2 9-85 0 0,-1 0 1 0 0,1-1-1 0 0,0 1 1 0 0,0 0-1 0 0,0 0 0 0 0,1 0 1 0 0,-1 0-1 0 0,4-5 1 0 0,-4 7-194 0 0,3 18-4390 0 0,-5-16 3613 0 0,-5 8-6064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09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51 944 0 0,'48'-17'5737'0'0,"28"3"-3200"0"0,1-1-1201 0 0,-27 10-710 0 0,-49 5-697 0 0,2 1-298 0 0,5 4-806 0 0,-8-4 1101 0 0,0-1 0 0 0,0 1 0 0 0,0-1-1 0 0,0 0 1 0 0,0 1 0 0 0,0-1-1 0 0,0 0 1 0 0,0 1 0 0 0,0-1-1 0 0,0 0 1 0 0,-1 1 0 0 0,1-1 0 0 0,0 0-1 0 0,0 0 1 0 0,0 1 0 0 0,0-1-1 0 0,-1 0 1 0 0,1 1 0 0 0,0-1-1 0 0,0 0 1 0 0,-1 0 0 0 0,1 0-1 0 0,0 1 1 0 0,-1-1 0 0 0,1 0 0 0 0,0 0-1 0 0,0 0 1 0 0,-1 0 0 0 0,1 1-1 0 0,0-1 1 0 0,-1 0 0 0 0,1 0-1 0 0,0 0 1 0 0,-1 0 0 0 0,1 0-1 0 0,-1 0 1 0 0,1 0 0 0 0,0 0 0 0 0,-1 0-1 0 0,-6 2-2420 0 0,2 2 189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09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50 324 0 0,'0'0'4708'0'0,"4"-1"-4082"0"0,27-7 678 0 0,72-14 2501 0 0,-76 20-3179 0 0,-1 0-1920 0 0,-2-9-4519 0 0,-21 7 3399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10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89 668 0 0,'-4'-11'9106'0'0,"10"5"-8867"0"0,-1 0 0 0 0,2 1 0 0 0,-1 0 0 0 0,1 0 1 0 0,-1 0-1 0 0,1 1 0 0 0,1 0 0 0 0,-1 0 0 0 0,11-3 0 0 0,2 0-26 0 0,0 1 0 0 0,31-6 1 0 0,-50 12-204 0 0,0 0 1 0 0,1-1-1 0 0,-1 1 1 0 0,0 0-1 0 0,1 0 1 0 0,-1 0-1 0 0,0 0 1 0 0,1 0-1 0 0,-1 0 1 0 0,0 0-1 0 0,0 0 1 0 0,1 1 0 0 0,-1-1-1 0 0,0 0 1 0 0,0 1-1 0 0,1-1 1 0 0,-1 1-1 0 0,0-1 1 0 0,0 1-1 0 0,0 0 1 0 0,0 0-1 0 0,0-1 1 0 0,0 1-1 0 0,0 0 1 0 0,0 0-1 0 0,2 2 1 0 0,-2-1 9 0 0,0 0 1 0 0,0 1-1 0 0,-1-1 0 0 0,1 1 1 0 0,0-1-1 0 0,-1 1 0 0 0,1-1 1 0 0,-1 1-1 0 0,0-1 0 0 0,0 1 1 0 0,0-1-1 0 0,-1 6 0 0 0,-1 1 29 0 0,1 1 0 0 0,-2-1-1 0 0,0 1 1 0 0,0-1 0 0 0,0 0-1 0 0,-7 10 1 0 0,-113 178 582 0 0,113-155-411 0 0,10-42-180 0 0,6 3 71 0 0,-5-3-102 0 0,-1 1 0 0 0,1-1-1 0 0,0 0 1 0 0,-1 1 0 0 0,1-1 0 0 0,0 0 0 0 0,-1 1-1 0 0,1-1 1 0 0,0 0 0 0 0,-1 0 0 0 0,1 0-1 0 0,0 0 1 0 0,0 0 0 0 0,-1 0 0 0 0,1 0-1 0 0,0 0 1 0 0,0 0 0 0 0,-1 0 0 0 0,2 0-1 0 0,115-35 332 0 0,-55 15-230 0 0,-52 17 301 0 0,9-2-2081 0 0,-34 12-2423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10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30 236 0 0,'6'-12'9755'0'0,"-13"18"-9434"0"0,-1 1-1 0 0,1-1 1 0 0,0 2 0 0 0,0-1-1 0 0,1 1 1 0 0,0 0 0 0 0,0 0-1 0 0,1 0 1 0 0,0 1 0 0 0,0 0-1 0 0,1 0 1 0 0,1 0 0 0 0,-1 1-1 0 0,1-1 1 0 0,1 1-1 0 0,0 0 1 0 0,0-1 0 0 0,0 12-1 0 0,2-20-301 0 0,1 1-1 0 0,-1-1 0 0 0,0 1 0 0 0,1-1 0 0 0,-1 0 0 0 0,1 1 1 0 0,-1-1-1 0 0,1 0 0 0 0,0 1 0 0 0,-1-1 0 0 0,1 0 0 0 0,0 0 1 0 0,0 1-1 0 0,0-1 0 0 0,0 0 0 0 0,0 0 0 0 0,0 0 0 0 0,0 0 1 0 0,1 0-1 0 0,-1-1 0 0 0,0 1 0 0 0,0 0 0 0 0,1 0 0 0 0,-1-1 1 0 0,0 1-1 0 0,1-1 0 0 0,-1 1 0 0 0,1-1 0 0 0,-1 0 0 0 0,1 1 1 0 0,-1-1-1 0 0,3 0 0 0 0,3 1 27 0 0,1-1 0 0 0,-1 0 0 0 0,1 0 0 0 0,14-2 0 0 0,-17 1-66 0 0,0 0 0 0 0,1 0 0 0 0,-1 0 0 0 0,0-1 0 0 0,0 0 0 0 0,0 0 0 0 0,0 0 0 0 0,-1-1 0 0 0,1 0 0 0 0,0 0 0 0 0,-1 0 0 0 0,0 0 0 0 0,0 0 0 0 0,0-1 0 0 0,0 0 0 0 0,-1 0 0 0 0,1 0 0 0 0,-1 0 0 0 0,0-1 0 0 0,0 1 0 0 0,0-1 0 0 0,-1 0 0 0 0,0 0 0 0 0,0 0 0 0 0,0 0 0 0 0,0 0 0 0 0,-1 0 0 0 0,0 0 0 0 0,0-1 0 0 0,0 1 0 0 0,-1 0 0 0 0,0-1 0 0 0,0 1 0 0 0,0-1 0 0 0,-1 1 0 0 0,-1-6 0 0 0,1 5-37 0 0,0 1 0 0 0,-1 0 0 0 0,0 0 0 0 0,0 0 0 0 0,0 1 0 0 0,-1-1 0 0 0,0 0 0 0 0,0 1 0 0 0,0 0 0 0 0,-4-5-1 0 0,5 7-2 0 0,1 1 0 0 0,-1 0 0 0 0,0-1 0 0 0,1 1-1 0 0,-1 0 1 0 0,0 0 0 0 0,0 1 0 0 0,0-1 0 0 0,1 0-1 0 0,-1 0 1 0 0,0 1 0 0 0,0-1 0 0 0,0 1 0 0 0,0 0-1 0 0,0 0 1 0 0,0-1 0 0 0,0 1 0 0 0,0 0 0 0 0,0 1-1 0 0,0-1 1 0 0,0 0 0 0 0,0 1 0 0 0,0-1 0 0 0,0 1-1 0 0,0-1 1 0 0,0 1 0 0 0,0 0 0 0 0,0 0 0 0 0,0 0-1 0 0,-2 2 1 0 0,-18 8-1555 0 0,-1 1-5387 0 0,18-9 4203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10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1 672 0 0,'6'0'7572'0'0,"-10"8"-7007"0"0,0-1 0 0 0,0 0-1 0 0,-1 0 1 0 0,0-1 0 0 0,-11 12 0 0 0,10-12-333 0 0,1 0 0 0 0,0 0 1 0 0,0 0-1 0 0,1 0 0 0 0,-1 1 1 0 0,1 0-1 0 0,-4 10 0 0 0,3-2 49 0 0,2-10-131 0 0,1 1 0 0 0,0 0 1 0 0,0 0-1 0 0,0 0 1 0 0,1 0-1 0 0,-1 7 0 0 0,2-12-127 0 0,0 0-1 0 0,0 0 1 0 0,0 1 0 0 0,0-1-1 0 0,1 0 1 0 0,-1 0-1 0 0,0 0 1 0 0,1 0-1 0 0,-1 1 1 0 0,1-1-1 0 0,-1 0 1 0 0,1 0 0 0 0,-1 0-1 0 0,1 0 1 0 0,0 0-1 0 0,-1 0 1 0 0,1 0-1 0 0,0-1 1 0 0,0 1-1 0 0,0 0 1 0 0,0 0 0 0 0,0 0-1 0 0,0-1 1 0 0,0 1-1 0 0,0-1 1 0 0,0 1-1 0 0,0-1 1 0 0,0 1-1 0 0,0-1 1 0 0,1 1 0 0 0,-1-1-1 0 0,0 0 1 0 0,0 0-1 0 0,0 0 1 0 0,0 0-1 0 0,1 0 1 0 0,1 0-1 0 0,4 0 9 0 0,0 0 0 0 0,1 0 0 0 0,-1-1-1 0 0,0 0 1 0 0,0 0 0 0 0,0-1 0 0 0,0 0-1 0 0,0 0 1 0 0,0-1 0 0 0,-1 0 0 0 0,1 0 0 0 0,-1 0-1 0 0,0-1 1 0 0,9-6 0 0 0,-11 7-26 0 0,0 0 0 0 0,-1-1 1 0 0,1 1-1 0 0,0-1 0 0 0,-1 1 0 0 0,0-1 1 0 0,0 0-1 0 0,0 0 0 0 0,0-1 1 0 0,-1 1-1 0 0,0-1 0 0 0,0 1 0 0 0,0-1 1 0 0,0 0-1 0 0,-1 1 0 0 0,0-1 0 0 0,0 0 1 0 0,0 0-1 0 0,0 0 0 0 0,-1-10 0 0 0,0 13-26 0 0,0 0 0 0 0,0 0 0 0 0,0 0 0 0 0,-1 0 0 0 0,1 0 0 0 0,-1 0 0 0 0,1 0 0 0 0,-1 0 0 0 0,0 0-1 0 0,0 0 1 0 0,0 1 0 0 0,0-1 0 0 0,0 0 0 0 0,0 0 0 0 0,-1 1 0 0 0,1-1 0 0 0,0 1 0 0 0,-1-1 0 0 0,1 1-1 0 0,-1 0 1 0 0,0 0 0 0 0,1-1 0 0 0,-1 1 0 0 0,0 0 0 0 0,0 0 0 0 0,0 1 0 0 0,1-1 0 0 0,-1 0 0 0 0,0 1-1 0 0,0-1 1 0 0,0 1 0 0 0,0-1 0 0 0,0 1 0 0 0,0 0 0 0 0,-1 0 0 0 0,1 0 0 0 0,0 0 0 0 0,0 0 0 0 0,-2 1-1 0 0,-41 8-1893 0 0,6 5-4238 0 0,32-11 4069 0 0,2 0-877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11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56 163 932 0 0,'3'-2'2841'0'0,"-3"2"-2583"0"0,0-1 0 0 0,1 1 0 0 0,-1 0 1 0 0,0 0-1 0 0,0 0 0 0 0,1 0 0 0 0,-1 0 1 0 0,0 0-1 0 0,1 0 0 0 0,-1 0 0 0 0,0 0 1 0 0,1 0-1 0 0,-1 0 0 0 0,0 0 0 0 0,1 0 1 0 0,0 0-1 0 0,-1 14 365 0 0,0 0 0 0 0,-1 0 1 0 0,-1 0-1 0 0,0 0 0 0 0,-1 0 1 0 0,0 0-1 0 0,-6 15 0 0 0,-5 25 263 0 0,7-23-294 0 0,-11 33 0 0 0,18-64-572 0 0,-1-1-22 0 0,0-1 0 0 0,0 1 0 0 0,1-1 0 0 0,-1 0 0 0 0,1 1 0 0 0,-1-1 1 0 0,1 0-1 0 0,-1 1 0 0 0,1-1 0 0 0,0 0 0 0 0,0 0 0 0 0,0 1 0 0 0,0-1 0 0 0,0 0 0 0 0,0 0 1 0 0,1 1-1 0 0,-1-1 0 0 0,2-3 0 0 0,6-40-38 0 0,35-60-81 0 0,-28 73 92 0 0,-15 30 33 0 0,1 0 1 0 0,-1 1-1 0 0,1-1 0 0 0,0 1 1 0 0,-1-1-1 0 0,1 1 1 0 0,0-1-1 0 0,0 1 1 0 0,0 0-1 0 0,0-1 1 0 0,0 1-1 0 0,0 0 0 0 0,1 0 1 0 0,-1 0-1 0 0,0 0 1 0 0,1 0-1 0 0,-1 0 1 0 0,0 0-1 0 0,1 0 1 0 0,-1 1-1 0 0,1-1 0 0 0,0 0 1 0 0,-1 1-1 0 0,1 0 1 0 0,1-1-1 0 0,0 1 28 0 0,-1 1 0 0 0,1 0 0 0 0,-1-1-1 0 0,1 1 1 0 0,-1 0 0 0 0,1 0 0 0 0,-1 1 0 0 0,0-1-1 0 0,1 0 1 0 0,-1 1 0 0 0,0-1 0 0 0,0 1 0 0 0,0 0-1 0 0,0 0 1 0 0,-1 0 0 0 0,3 2 0 0 0,99 100 1413 0 0,-29-35-691 0 0,-61-59-515 0 0,-5-14 368 0 0,1-24 264 0 0,-8 20-974 0 0,77-299 1202 0 0,-69 287-831 0 0,-8 18-201 0 0,1-1 1 0 0,-1 1 0 0 0,0-1-1 0 0,0 1 1 0 0,0-1-1 0 0,0 0 1 0 0,0 0 0 0 0,0-4-1 0 0,-1 6-12 0 0,1 3-105 0 0,0 0 0 0 0,0 1-1 0 0,0-1 1 0 0,-1 0 0 0 0,1 1 0 0 0,-1-1 0 0 0,1 1 0 0 0,-1-1 0 0 0,0 0-1 0 0,0 1 1 0 0,0-1 0 0 0,0 1 0 0 0,0-1 0 0 0,-1 1 0 0 0,1-1-1 0 0,-2 4 1 0 0,2-4-368 0 0,0 0 0 0 0,-1-1-1 0 0,1 1 1 0 0,-1 0 0 0 0,0 0-1 0 0,1 0 1 0 0,-1-1 0 0 0,0 1-1 0 0,0 0 1 0 0,0-1 0 0 0,0 1-1 0 0,-1-1 1 0 0,1 1 0 0 0,0-1-1 0 0,-1 1 1 0 0,1-1 0 0 0,-3 2-1 0 0,-7 1-4548 0 0,1-1 377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27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39 360 0 0,'0'0'1686'0'0,"1"-13"4799"0"0,0-13-3318 0 0,-3 42-2731 0 0,0-1 0 0 0,0 0-1 0 0,-2 0 1 0 0,-7 21 0 0 0,5-13-50 0 0,-57 184 1746 0 0,-12 49 120 0 0,62-211-1893 0 0,7-29-173 0 0,2 0 0 0 0,0 1-1 0 0,0-1 1 0 0,0 27 0 0 0,4-43-138 0 0,-7-10-3068 0 0,-2-12 81 0 0,5 1-3991 0 0,2 7 2940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27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4 183 424 0 0,'-3'-23'7455'0'0,"3"21"-7255"0"0,0 0 1 0 0,1 0 0 0 0,-1 0 0 0 0,1 1-1 0 0,-1-1 1 0 0,1 0 0 0 0,0 0-1 0 0,0 0 1 0 0,0 1 0 0 0,0-1 0 0 0,0 0-1 0 0,0 1 1 0 0,0-1 0 0 0,1 1-1 0 0,-1-1 1 0 0,0 1 0 0 0,1 0-1 0 0,-1-1 1 0 0,1 1 0 0 0,0 0 0 0 0,-1 0-1 0 0,1 0 1 0 0,0 0 0 0 0,2 0-1 0 0,8-4-207 0 0,0 0 0 0 0,22-5-1 0 0,-7 3 407 0 0,165-44 150 0 0,-85 25-297 0 0,-32 9-55 0 0,-73 17-191 0 0,0 0-189 0 0,11 2-2275 0 0,-23 9 941 0 0,-5-1-3683 0 0,8-6 2433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28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32 288 0 0,'13'-14'12551'0'0,"-56"20"-11784"0"0,41-6-531 0 0,-27 13 648 0 0,20-7-365 0 0,18-4 651 0 0,19-5-579 0 0,153-20-312 0 0,-112 16-226 0 0,-37 0 122 0 0,-12 3-2988 0 0,-36 13-2826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29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20 148 0 0,'0'0'8455'0'0,"54"-9"-4924"0"0,-16 4-2700 0 0,-26 3-618 0 0,0 0 1 0 0,0 1-1 0 0,1 1 1 0 0,-1 0-1 0 0,22 2 1 0 0,-22 0-987 0 0,-2-1 123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29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6 992 0 0,'0'0'3814'0'0,"3"8"194"0"0,5-4-3368 0 0,0 0-1 0 0,0 0 0 0 0,0-1 1 0 0,0 0-1 0 0,0-1 1 0 0,1 0-1 0 0,-1 0 1 0 0,1-1-1 0 0,-1 0 0 0 0,1 0 1 0 0,15-2-1 0 0,4-2-18 0 0,0-1 0 0 0,35-10-1 0 0,-13 3 37 0 0,-21 5-391 0 0,-28 6-240 0 0,11-2 35 0 0,-5 2-77 0 0,-6 0-33 0 0,-3 7-4218 0 0,-13 2-3411 0 0,6-7 3545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86 620 0 0,'0'0'4160'0'0,"-8"-2"809"0"0,9-2-4855 0 0,1-1-1 0 0,0 1 1 0 0,0 0 0 0 0,0-1 0 0 0,1 1 0 0 0,-1 1-1 0 0,1-1 1 0 0,0 0 0 0 0,0 0 0 0 0,0 1-1 0 0,1 0 1 0 0,-1 0 0 0 0,1 0 0 0 0,0 0-1 0 0,0 0 1 0 0,0 1 0 0 0,0-1 0 0 0,8-2-1 0 0,-8 2-100 0 0,1 1 0 0 0,-1 0-1 0 0,1 1 1 0 0,-1-1 0 0 0,1 1-1 0 0,-1 0 1 0 0,1 0 0 0 0,0 0-1 0 0,0 1 1 0 0,0-1 0 0 0,-1 1-1 0 0,1 0 1 0 0,0 1 0 0 0,0-1-1 0 0,0 1 1 0 0,-1 0 0 0 0,1 0-1 0 0,0 0 1 0 0,6 3 0 0 0,-10-2-9 0 0,0-1 0 0 0,1 0 0 0 0,-1 1 0 0 0,0-1 0 0 0,0 1 0 0 0,0-1 0 0 0,0 1 0 0 0,0 0 0 0 0,0-1 0 0 0,0 1 0 0 0,-1 0 0 0 0,1-1 1 0 0,0 1-1 0 0,-1 0 0 0 0,0 0 0 0 0,1 0 0 0 0,-1 0 0 0 0,0 0 0 0 0,0-1 0 0 0,0 1 0 0 0,0 0 0 0 0,0 0 0 0 0,0 0 0 0 0,-1 0 0 0 0,1 0 0 0 0,-1-1 0 0 0,-1 4 0 0 0,-1 5 13 0 0,0 0 1 0 0,-1-1-1 0 0,-8 16 0 0 0,-1-5-8 0 0,-1 0 1 0 0,0-1-1 0 0,-1-1 1 0 0,-1-1-1 0 0,-1 0 1 0 0,-24 18-1 0 0,21-17-4 0 0,25-20-3 0 0,1 0 0 0 0,-1 1-1 0 0,0 0 1 0 0,0 0 0 0 0,1 0 0 0 0,-1 0 0 0 0,1 1-1 0 0,-1 0 1 0 0,6 0 0 0 0,-3 0 75 0 0,1 0 1 0 0,-1 1-1 0 0,0 0 0 0 0,0 0 1 0 0,0 1-1 0 0,0 0 0 0 0,10 4 1 0 0,-13-3-31 0 0,0-1 0 0 0,0 1 0 0 0,0 1-1 0 0,0-1 1 0 0,-1 1 0 0 0,1 0 0 0 0,-1 0 0 0 0,0 0 0 0 0,0 1 0 0 0,-1-1 0 0 0,1 1 0 0 0,-1 0-1 0 0,0 0 1 0 0,-1 0 0 0 0,1 0 0 0 0,-1 0 0 0 0,0 1 0 0 0,0-1 0 0 0,0 1 0 0 0,-1 0 0 0 0,0-1 0 0 0,0 1-1 0 0,0 0 1 0 0,-1 0 0 0 0,0-1 0 0 0,0 1 0 0 0,-1 0 0 0 0,1 0 0 0 0,-1 0 0 0 0,-1-1 0 0 0,1 1-1 0 0,-4 8 1 0 0,0-4-12 0 0,0-1 0 0 0,0 0-1 0 0,-1-1 1 0 0,0 1 0 0 0,-1-1 0 0 0,0-1-1 0 0,0 1 1 0 0,-1-1 0 0 0,-8 7-1 0 0,10-10-13 0 0,-1 1-1 0 0,1-1 1 0 0,-1 0 0 0 0,0 0-1 0 0,0-1 1 0 0,0 0-1 0 0,-1 0 1 0 0,1-1-1 0 0,-1 0 1 0 0,1 0-1 0 0,-1-1 1 0 0,-13 1-1 0 0,19-1-19 0 0,1-1-1 0 0,-1 0 1 0 0,0 0 0 0 0,0 0-1 0 0,0 0 1 0 0,1-1-1 0 0,-1 1 1 0 0,0 0-1 0 0,0-1 1 0 0,1 0-1 0 0,-1 1 1 0 0,0-1-1 0 0,1 0 1 0 0,-1 0-1 0 0,1 1 1 0 0,-1-1-1 0 0,1 0 1 0 0,-1-1 0 0 0,1 1-1 0 0,0 0 1 0 0,-1 0-1 0 0,1-1 1 0 0,0 1-1 0 0,0 0 1 0 0,0-1-1 0 0,0 1 1 0 0,0-1-1 0 0,0 0 1 0 0,1 1-1 0 0,-1-1 1 0 0,0 0-1 0 0,1 1 1 0 0,-1-1 0 0 0,1 0-1 0 0,0 0 1 0 0,0 1-1 0 0,-1-1 1 0 0,1 0-1 0 0,0 0 1 0 0,1 1-1 0 0,-1-1 1 0 0,0 0-1 0 0,0 0 1 0 0,1 0-1 0 0,-1 1 1 0 0,1-1-1 0 0,-1 0 1 0 0,1 1 0 0 0,0-1-1 0 0,0 1 1 0 0,0-1-1 0 0,0 1 1 0 0,0-1-1 0 0,0 1 1 0 0,0-1-1 0 0,0 1 1 0 0,0 0-1 0 0,1 0 1 0 0,1-2-1 0 0,-2 2-2 0 0,-1 1 0 0 0,1 0-1 0 0,-1 0 1 0 0,1-1-1 0 0,-1 1 1 0 0,1 0 0 0 0,-1 0-1 0 0,1-1 1 0 0,0 1 0 0 0,-1 0-1 0 0,1 0 1 0 0,-1 0-1 0 0,1 0 1 0 0,-1 0 0 0 0,1 0-1 0 0,-1 0 1 0 0,1 0 0 0 0,0 0-1 0 0,-1 0 1 0 0,1 0-1 0 0,-1 0 1 0 0,1 0 0 0 0,-1 1-1 0 0,1-1 1 0 0,-1 0-1 0 0,1 0 1 0 0,-1 1 0 0 0,1-1-1 0 0,-1 0 1 0 0,1 1 0 0 0,-1-1-1 0 0,1 0 1 0 0,-1 1-1 0 0,1-1 1 0 0,0 1 0 0 0,0 0-17 0 0,0 1 0 0 0,-1-1 0 0 0,1 0 0 0 0,0 0 1 0 0,0 0-1 0 0,0 1 0 0 0,-1-1 0 0 0,1 0 0 0 0,-1 1 0 0 0,1-1 1 0 0,-1 0-1 0 0,1 1 0 0 0,-1-1 0 0 0,0 2 0 0 0,0 0-156 0 0,0 0-1 0 0,0-1 0 0 0,0 1 1 0 0,-1 0-1 0 0,1 0 0 0 0,-1-1 0 0 0,0 1 1 0 0,0-1-1 0 0,-1 4 0 0 0,-13 9-7351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4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22 268 0 0,'2'-2'8289'0'0,"-18"27"-6316"0"0,0 0-792 0 0,1 1 0 0 0,1 0 0 0 0,-14 36 0 0 0,23-48-919 0 0,1-1 1 0 0,1 0-1 0 0,-4 23 0 0 0,7-34-238 0 0,-1 0 0 0 0,1 1 0 0 0,0-1 0 0 0,0 1 0 0 0,0-1 0 0 0,0 1-1 0 0,0-1 1 0 0,0 1 0 0 0,1-1 0 0 0,-1 1 0 0 0,1-1 0 0 0,0 0-1 0 0,-1 1 1 0 0,1-1 0 0 0,0 0 0 0 0,1 0 0 0 0,-1 0 0 0 0,0 1-1 0 0,0-1 1 0 0,1 0 0 0 0,0-1 0 0 0,-1 1 0 0 0,1 0 0 0 0,0 0 0 0 0,0-1-1 0 0,0 1 1 0 0,0-1 0 0 0,3 3 0 0 0,-1-3-8 0 0,-1 0 1 0 0,0-1-1 0 0,1 1 1 0 0,-1-1-1 0 0,0 0 1 0 0,1 1-1 0 0,-1-1 1 0 0,1-1-1 0 0,-1 1 1 0 0,0 0-1 0 0,1-1 1 0 0,-1 0-1 0 0,0 0 0 0 0,1 0 1 0 0,-1 0-1 0 0,0 0 1 0 0,0-1-1 0 0,0 1 1 0 0,0-1-1 0 0,4-3 1 0 0,-2 1-7 0 0,-1 1 1 0 0,1-1-1 0 0,-1 1 0 0 0,0-1 1 0 0,-1 0-1 0 0,1-1 1 0 0,-1 1-1 0 0,0-1 0 0 0,0 1 1 0 0,0-1-1 0 0,4-9 1 0 0,-3 0-37 0 0,0 0-1 0 0,-1-1 1 0 0,-1 1 0 0 0,0-1 0 0 0,-1 1 0 0 0,0-22 0 0 0,-1 27-39 0 0,-1 0 1 0 0,0 1-1 0 0,0-1 0 0 0,-1 0 0 0 0,0 1 1 0 0,-1-1-1 0 0,0 1 0 0 0,0 0 0 0 0,-1 0 1 0 0,0 0-1 0 0,0 0 0 0 0,-6-8 1 0 0,9 15 9 0 0,0 0 0 0 0,1 0 0 0 0,-1 0 0 0 0,0 0 0 0 0,0 1 0 0 0,0-1 0 0 0,0 0 0 0 0,0 0 0 0 0,0 1 1 0 0,0-1-1 0 0,-1 0 0 0 0,1 1 0 0 0,0-1 0 0 0,0 1 0 0 0,0-1 0 0 0,-1 1 0 0 0,1 0 0 0 0,0 0 0 0 0,0-1 1 0 0,-1 1-1 0 0,1 0 0 0 0,0 0 0 0 0,-1 0 0 0 0,1 0 0 0 0,0 1 0 0 0,0-1 0 0 0,-1 0 0 0 0,1 1 0 0 0,-2 0 1 0 0,-15 9-2432 0 0,3 2-3909 0 0,11-7 3065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4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44 0 0,'10'6'6733'0'0,"-11"-1"-6293"0"0,-1 0 0 0 0,1 0 0 0 0,-1 0 0 0 0,1 0 0 0 0,-1-1 0 0 0,-1 1 0 0 0,1-1 0 0 0,-1 1 0 0 0,-5 6 0 0 0,-8 17 799 0 0,15-26-1130 0 0,0 1 1 0 0,0-1 0 0 0,0 1-1 0 0,0 0 1 0 0,0-1 0 0 0,0 1-1 0 0,1 0 1 0 0,0-1-1 0 0,-1 1 1 0 0,1 0 0 0 0,0 0-1 0 0,0-1 1 0 0,1 1 0 0 0,-1 0-1 0 0,1 3 1 0 0,0-5-64 0 0,0 1 0 0 0,0 0 0 0 0,1-1 1 0 0,-1 1-1 0 0,0-1 0 0 0,1 1 0 0 0,-1-1 0 0 0,1 0 0 0 0,0 1 0 0 0,-1-1 1 0 0,1 0-1 0 0,0 0 0 0 0,0 0 0 0 0,-1 0 0 0 0,1-1 0 0 0,0 1 1 0 0,0 0-1 0 0,0-1 0 0 0,0 1 0 0 0,0-1 0 0 0,4 0 0 0 0,0 2 48 0 0,1-1 0 0 0,-1 1 0 0 0,1 0 0 0 0,-1 0 0 0 0,0 0 0 0 0,0 1 0 0 0,0 0-1 0 0,0 0 1 0 0,-1 1 0 0 0,1 0 0 0 0,-1 0 0 0 0,6 5 0 0 0,-9-6-48 0 0,1-1 0 0 0,-1 1 0 0 0,0 0 0 0 0,0 0 0 0 0,-1 0 0 0 0,1 0 0 0 0,0 0 0 0 0,-1 1 0 0 0,0-1 0 0 0,0 0 0 0 0,0 1 0 0 0,0-1 0 0 0,0 1 0 0 0,-1-1 0 0 0,0 1 0 0 0,0-1 0 0 0,1 1 0 0 0,-2-1 0 0 0,1 1 0 0 0,0-1 0 0 0,-1 1 0 0 0,0-1 0 0 0,0 1 0 0 0,-2 4 0 0 0,2-4-25 0 0,-1 0 0 0 0,0-1 0 0 0,0 1 0 0 0,-1-1 0 0 0,1 1 0 0 0,-1-1 0 0 0,0 0 0 0 0,0 0 0 0 0,0 0 1 0 0,0 0-1 0 0,0 0 0 0 0,-4 1 0 0 0,-48 28 186 0 0,36-22-140 0 0,16-9-143 0 0,0 1-1 0 0,0-1 1 0 0,-1 1-1 0 0,1-1 0 0 0,0 0 1 0 0,0-1-1 0 0,-1 1 1 0 0,1 0-1 0 0,0-1 1 0 0,-1 0-1 0 0,1 0 0 0 0,-7 0 1 0 0,9 0-172 0 0,-1-1 1 0 0,1 1-1 0 0,-1-1 1 0 0,1 1-1 0 0,0-1 0 0 0,-1 1 1 0 0,1-1-1 0 0,0 0 1 0 0,0 0-1 0 0,-1 0 0 0 0,1 1 1 0 0,0-1-1 0 0,-1-2 1 0 0,1 2-323 0 0,-1-1 1 0 0,1 1 0 0 0,0-1 0 0 0,1 0 0 0 0,-1 1-1 0 0,0-1 1 0 0,0 0 0 0 0,1 0 0 0 0,-1 0-1 0 0,1 1 1 0 0,-1-1 0 0 0,1-3 0 0 0,0-4-2946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5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25 652 0 0,'19'-2'3681'0'0,"15"-6"-1597"0"0,0 3-1 0 0,64-3 1 0 0,-87 7-1738 0 0,12 0-567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5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43 280 0 0,'0'0'855'0'0,"4"20"7318"0"0,-2-20-8107 0 0,-1 0 0 0 0,1 0-1 0 0,0 1 1 0 0,-1-1 0 0 0,1 0 0 0 0,0-1 0 0 0,-1 1-1 0 0,1 0 1 0 0,0 0 0 0 0,-1-1 0 0 0,1 1-1 0 0,-1-1 1 0 0,1 1 0 0 0,-1-1 0 0 0,1 0-1 0 0,-1 0 1 0 0,1 0 0 0 0,-1 1 0 0 0,0-1 0 0 0,1-1-1 0 0,-1 1 1 0 0,2-1 0 0 0,18-33 342 0 0,-14 20-241 0 0,-6 15-121 0 0,-3 0-40 0 0,1-1 0 0 0,0 1-1 0 0,-1 0 1 0 0,1 0 0 0 0,0 0 0 0 0,0 0 0 0 0,-1 1 0 0 0,1-1 0 0 0,0 0 0 0 0,-1 0 0 0 0,1 1 0 0 0,0-1 0 0 0,0 1 0 0 0,0-1 0 0 0,-1 1-1 0 0,1-1 1 0 0,0 1 0 0 0,0 0 0 0 0,0 0 0 0 0,0-1 0 0 0,0 1 0 0 0,0 0 0 0 0,0 0 0 0 0,0 0 0 0 0,1 0 0 0 0,-1 0 0 0 0,0 0 0 0 0,1 0-1 0 0,-2 2 1 0 0,1-2 0 0 0,0 1 0 0 0,1-1 0 0 0,-1 0 0 0 0,0 0-1 0 0,1 0 1 0 0,-1 1 0 0 0,1-1 0 0 0,-1 0 0 0 0,1 1-1 0 0,-1-1 1 0 0,1 0 0 0 0,0 1 0 0 0,0-1 0 0 0,0 1-1 0 0,0-1 1 0 0,0 0 0 0 0,0 1 0 0 0,0-1 0 0 0,0 1-1 0 0,1-1 1 0 0,-1 0 0 0 0,0 1 0 0 0,1-1 0 0 0,-1 0-1 0 0,1 1 1 0 0,0-1 0 0 0,-1 0 0 0 0,1 0 0 0 0,0 0-1 0 0,1 2 1 0 0,19 0-145 0 0,-8-6-1378 0 0,-8-5-3621 0 0,-5 2 2321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6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18 852 0 0,'28'-17'7263'0'0,"-27"16"-6691"0"0,-18 20 4467 0 0,-12 12-4510 0 0,15-13 136 0 0,12-15-600 0 0,0 0 0 0 0,0 0 0 0 0,1 0 1 0 0,-1 0-1 0 0,1 1 0 0 0,0-1 0 0 0,0 1 0 0 0,0-1 0 0 0,0 1 0 0 0,0-1 0 0 0,1 1 1 0 0,0-1-1 0 0,0 1 0 0 0,0-1 0 0 0,0 1 0 0 0,0-1 0 0 0,1 1 0 0 0,-1 0 1 0 0,1-1-1 0 0,0 0 0 0 0,2 6 0 0 0,1-3 12 0 0,-1 0 0 0 0,1-1-1 0 0,0 1 1 0 0,1-1 0 0 0,0 0 0 0 0,0 0 0 0 0,0 0-1 0 0,0 0 1 0 0,12 7 0 0 0,-12-9-42 0 0,0 0 0 0 0,1 1 0 0 0,-1 0 0 0 0,-1 0 0 0 0,1 0 0 0 0,-1 0 0 0 0,0 1 0 0 0,0 0 0 0 0,0 0 1 0 0,0 0-1 0 0,-1 0 0 0 0,0 1 0 0 0,0-1 0 0 0,0 1 0 0 0,-1 0 0 0 0,3 9 0 0 0,-5-13-32 0 0,0-1 0 0 0,0 1 0 0 0,0-1 0 0 0,0 0 0 0 0,0 1 0 0 0,0-1 0 0 0,0 1 0 0 0,-1-1 0 0 0,1 0 0 0 0,0 1 0 0 0,-1-1 0 0 0,0 1 0 0 0,1-1 0 0 0,-1 0 0 0 0,0 0 0 0 0,1 1 0 0 0,-1-1 0 0 0,0 0 0 0 0,0 0 0 0 0,0 0 0 0 0,-1 1 0 0 0,-1 1-1 0 0,-1 0 1 0 0,1-1 0 0 0,-1 0-1 0 0,0 0 1 0 0,1 0 0 0 0,-1 0 0 0 0,-5 2-1 0 0,-4 0-500 0 0,-1-1 0 0 0,1 0 0 0 0,-25 2 0 0 0,12-7-2536 0 0,12-5-3123 0 0,8 0 2432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6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56 0 0,'47'-6'6705'0'0,"24"2"-3648"0"0,-14 1-1961 0 0,-25-5-1675 0 0,-16-2-4988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37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24 800 0 0,'0'2'8001'0'0,"0"11"-7580"0"0,-6 14 1150 0 0,-15 37 0 0 0,0 0-392 0 0,19-55-1054 0 0,-8 27 655 0 0,-7 57 1 0 0,16-83-742 0 0,-1 10 307 0 0,7-41-107 0 0,5-19-270 0 0,3 0 0 0 0,27-62-1 0 0,-37 95 27 0 0,0 0 0 0 0,1 0 0 0 0,0 1 0 0 0,0-1 0 0 0,0 1 0 0 0,9-10-1 0 0,-13 16 26 0 0,17 14 26 0 0,38 90 621 0 0,-17-35-327 0 0,5 1 22 0 0,-19-35-178 0 0,0-7 1377 0 0,-24-56-799 0 0,2-15-543 0 0,3 1 0 0 0,2-1 0 0 0,2 1 0 0 0,1 1 0 0 0,2-1 1 0 0,35-77-1 0 0,-45 115-192 0 0,-2 3-25 0 0,0 0 0 0 0,1-1-1 0 0,-1 1 1 0 0,0 0 0 0 0,1 0 0 0 0,0 0 0 0 0,-1 0 0 0 0,1 0 0 0 0,0 0 0 0 0,-1 0 0 0 0,1 0 0 0 0,0 0 0 0 0,0 1 0 0 0,0-1 0 0 0,0 0 0 0 0,0 0 0 0 0,1 0 0 0 0,-1 0-114 0 0,-1 4-104 0 0,0-1 0 0 0,0 0 0 0 0,0 0 0 0 0,-1 0 0 0 0,1 0 0 0 0,0 1 0 0 0,-1-1 1 0 0,0 0-1 0 0,1 0 0 0 0,-1 0 0 0 0,0 0 0 0 0,0 0 0 0 0,0 0 0 0 0,-1-1 0 0 0,-1 4 0 0 0,-19 13-8555 0 0,11-11 3752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1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0 296 0 0,'-7'6'5592'0'0,"5"-3"-5278"0"0,0 0 1 0 0,-1 1-1 0 0,1-1 0 0 0,1 1 0 0 0,-1 0 1 0 0,1-1-1 0 0,-3 8 550 0 0,4-6-426 0 0,1 3 834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3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0 724 0 0,'0'0'9704'0'0,"11"7"-10838"0"0,-11 2-4276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28 252 0 0,'3'-4'1844'0'0,"4"-10"1006"0"0,-2 5-5170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8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1 492 0 0,'0'0'588'0'0,"0"4"2372"0"0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8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11 304 0 0,'0'-1'3992'0'0,"5"-6"-4376"0"0,-3 5-340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49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0 968 0 0,'-17'10'2417'0'0,"-13"-1"1806"0"0,20-7-3120 0 0,32-8-5134 0 0,-15 5 1395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8T11:34:59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21 117 336 0 0,'0'0'491'0'0,"-13"-27"5157"0"0,13 26-5210 0 0,-6-7 158 0 0,6 8-578 0 0,0 0 0 0 0,0 0 1 0 0,0 0-1 0 0,-1 0 0 0 0,1 0 0 0 0,0 0 0 0 0,0-1 1 0 0,0 1-1 0 0,0 0 0 0 0,0 0 0 0 0,0 0 1 0 0,0 0-1 0 0,-1 0 0 0 0,1-1 0 0 0,0 1 0 0 0,0 0 1 0 0,0 0-1 0 0,0 0 0 0 0,0-1 0 0 0,0 1 1 0 0,0 0-1 0 0,0 0 0 0 0,0 0 0 0 0,0 0 0 0 0,0-1 1 0 0,0 1-1 0 0,0 0 0 0 0,0 0 0 0 0,0 0 1 0 0,0 0-1 0 0,0-1 0 0 0,0 1 0 0 0,0 0 0 0 0,1 0 1 0 0,-1 0-1 0 0,0 0 0 0 0,0-1 0 0 0,0 1 0 0 0,0 0 1 0 0,0 0-1 0 0,0 0 0 0 0,0 0 0 0 0,1 0 1 0 0,-1 0-1 0 0,0-1 0 0 0,0 1 0 0 0,0 0 0 0 0,0 0 1 0 0,0 0-1 0 0,1 0 0 0 0,-1 0 0 0 0,0 0 1 0 0,0 0-1 0 0,0 0 0 0 0,0 0 0 0 0,1 0 0 0 0,-1 0 1 0 0,0 0-1 0 0,0 0 0 0 0,0-1 78 0 0,0-1 0 0 0,0 1 0 0 0,0 0 0 0 0,0 0 0 0 0,0 0 0 0 0,0 0-1 0 0,0 0 1 0 0,0-1 0 0 0,0 1 0 0 0,1 0 0 0 0,-1 0 0 0 0,0 0 0 0 0,1 0 0 0 0,-1 0 0 0 0,1 0-1 0 0,-1 0 1 0 0,2-2 0 0 0,-2 3-19 0 0,5-5 57 0 0,-1 0-1 0 0,1 0 1 0 0,0 1-1 0 0,1 0 1 0 0,-1 0 0 0 0,10-5-1 0 0,-11 7-78 0 0,0-1 1 0 0,1 1-1 0 0,-1 0 0 0 0,1 1 0 0 0,0-1 0 0 0,-1 1 0 0 0,1 0 0 0 0,6-1 0 0 0,-10 2-48 0 0,0 0-1 0 0,-1 0 0 0 0,1 0 0 0 0,0 0 0 0 0,0 0 0 0 0,-1 0 0 0 0,1 1 0 0 0,0-1 0 0 0,-1 0 0 0 0,1 0 0 0 0,0 1 0 0 0,-1-1 1 0 0,1 0-1 0 0,0 1 0 0 0,-1-1 0 0 0,1 0 0 0 0,-1 1 0 0 0,1-1 0 0 0,-1 1 0 0 0,1-1 0 0 0,-1 1 0 0 0,1-1 0 0 0,-1 1 0 0 0,1 0 1 0 0,-1-1-1 0 0,0 1 0 0 0,1-1 0 0 0,-1 1 0 0 0,1 0 0 0 0,-1 2 7 0 0,1-1 1 0 0,-1 0-1 0 0,0 1 0 0 0,0-1 0 0 0,0 1 1 0 0,0-1-1 0 0,0 0 0 0 0,0 1 1 0 0,-1 2-1 0 0,-16 47 258 0 0,17-51-256 0 0,-5 39 210 0 0,4-38-219 0 0,1-1 0 0 0,0 1 0 0 0,0-1 0 0 0,0 1 0 0 0,0-1 0 0 0,0 0-1 0 0,1 1 1 0 0,-1-1 0 0 0,0 1 0 0 0,1-1 0 0 0,-1 0 0 0 0,1 1 0 0 0,-1-1 0 0 0,1 0 0 0 0,0 1 0 0 0,-1-1-1 0 0,1 0 1 0 0,0 0 0 0 0,0 0 0 0 0,0 0 0 0 0,0 0 0 0 0,0 0 0 0 0,0 0 0 0 0,0 0 0 0 0,0 0 0 0 0,1 0-1 0 0,-1 0 1 0 0,0-1 0 0 0,0 1 0 0 0,1-1 0 0 0,-1 1 0 0 0,1-1 0 0 0,-1 1 0 0 0,0-1 0 0 0,1 0-1 0 0,-1 1 1 0 0,1-1 0 0 0,1 0 0 0 0,-2 0 7 0 0,22-16 62 0 0,-22 15-71 0 0,0-4 213 0 0,-2 7-214 0 0,-1 1 1 0 0,0 0 0 0 0,1-1-1 0 0,-1 1 1 0 0,1 0-1 0 0,0 0 1 0 0,0 0-1 0 0,0 0 1 0 0,0 0-1 0 0,1 0 1 0 0,-1 0 0 0 0,1 0-1 0 0,0 4 1 0 0,4 46 2 0 0,-3-45-5 0 0,1-1-1 0 0,-2 1 0 0 0,1 0 1 0 0,-1 0-1 0 0,0-1 0 0 0,-1 1 1 0 0,1 0-1 0 0,-4 11 0 0 0,3-16 1 0 0,0 0 1 0 0,-1 1-1 0 0,1-1 0 0 0,-1 0 0 0 0,0 0 1 0 0,0-1-1 0 0,0 1 0 0 0,0 0 0 0 0,0-1 1 0 0,-1 1-1 0 0,1-1 0 0 0,-6 4 0 0 0,0-1 3 0 0,-1-1-1 0 0,1 0 1 0 0,-16 5-1 0 0,0 0-17 0 0,21-7 0 0 0,2-1 14 0 0,1 0 0 0 0,-1 0-1 0 0,0-1 1 0 0,1 1 0 0 0,-1-1-1 0 0,0 1 1 0 0,0-1 0 0 0,0 1-1 0 0,0-1 1 0 0,0 1-1 0 0,1-1 1 0 0,-1 0 0 0 0,0 1-1 0 0,0-1 1 0 0,0 0 0 0 0,0 0-1 0 0,0 0 1 0 0,-2 0 0 0 0,-7 12-1157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CA961F-3642-48B4-9D46-523C24CAC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CEEC57-661B-455B-9604-974D12788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615A46C-D16F-4E45-88FC-F78E97DB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3F9F11-8587-4754-9FA3-66E269BC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1266D6-495C-48DF-B113-2EDB7BF4A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2560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B5A422-863C-469C-9074-C14C73E2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4DADC3-E627-42B3-9F6D-639A2F4F4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8ACFF1E-E5DB-4D8E-972F-C2069B25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1C71B9-3184-4E92-8181-7EFE1F89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0377953-C0E3-4541-B11A-E4ADD59A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6202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75A9DF-40AF-4078-84EE-0F94267D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256B9D-F25B-416B-B6B1-1A299548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ABD0F1-2A59-40BB-BA2E-6B42FD40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D4C011-D659-4E86-921A-04FF99DD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CBD392-5839-4A78-ADCD-9C022B6A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9077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ADB786-E843-4B84-BE50-89270CAC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AD5D3E3-A2C2-4BCE-B604-9E5CC5361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4D0BC11-C98E-4383-A993-DCDFE755C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A06F4DC-F304-4462-AA26-E04E0933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B3D5400-3DED-4F8C-B1CF-BCD88FC2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20E53B7-8E67-4F50-89AF-C1EA3C2A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8450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8B756D-29DC-4E38-831D-0672F419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4B3F9AF-D09F-4D03-AEED-2F19F357D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96EE378-555A-40C8-9701-D6E4FA3B3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A32A9E1-BBB5-4903-9797-56C83255F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8C7CD22-08ED-418D-B759-CDCBA89EA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084CEF5-BEA1-42FB-AD97-23AF18CE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0025C04-3705-4B8C-82C6-D42E6BE1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F60AD24-D2FD-479F-9353-5B154251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2986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2E91AC-FAED-4321-800A-AAC060BF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1658048-21F7-4461-90BF-79DE3FBB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03045D9-D990-4A1B-AF5E-4CC64FB3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E3341DF-D082-4E3F-ACD1-5D5BA83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7226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957FD39-7809-4A1E-AAA0-5F7A0CFE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FB9A0CD-C1E8-43BF-B432-394E5A3C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3D4566-030C-4F3E-8D37-945CFE37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2079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53FC02-952B-4235-854F-8189815F4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B42A84-55F8-4926-86D7-A09D64C4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344F53-69DE-439F-AD41-A72A10E47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376C23F-0E9B-406B-A207-271DB5FA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108223D-8D60-4553-B4BA-617C5BE2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6DD2ED-3EC8-4FF3-9D5E-AE887387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2220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8723B5-D7A4-4FAB-8CCD-64F24DA1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3162850-C445-4CBB-A473-52912D537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1555154-4000-4C97-8086-B98536848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13CF364-4FB8-4217-92C9-341833526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C15F8C0-5605-41A7-8F50-CB26A074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B5D7E5B-1986-4624-BACC-59D97C1E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4845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DB9349-1A28-4E5D-BA83-DDBBE081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AC02381-4E1D-4B9A-8557-2491CBACA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67F922-F0A6-4D2E-BC38-CC42E82D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F204C5A-F5CD-4F04-89F8-6714A2C6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375E55-DDA8-4E91-AA4F-AEAB2C9E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7432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FB7ECF5-C657-469D-A608-04C89471A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352B88C-DF39-4619-B6A9-54A244272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C4924C-82BB-4F70-B588-E88DBEBB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C51F7A-5DAA-4F6B-A223-5F6619DF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89A60F-73FF-4D02-BB08-F70F17DA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5293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70F8CA6-281A-4D53-8BB5-B636D1AB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AE66A23-D4A8-41BF-BAA1-18FE6C11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D7E8EBB-D086-4AFD-B754-35596823C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E5FC1-0BA9-4365-8A09-3FBCC056859D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E04C7C-C64F-46F9-B713-3216EA30A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C6554D-A2ED-403C-A72F-65A47AB04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2CE9E-E7F8-42EE-B5F8-E3919359A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7713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5" r:id="rId1"/>
    <p:sldLayoutId id="2147484206" r:id="rId2"/>
    <p:sldLayoutId id="2147484207" r:id="rId3"/>
    <p:sldLayoutId id="2147484208" r:id="rId4"/>
    <p:sldLayoutId id="2147484209" r:id="rId5"/>
    <p:sldLayoutId id="2147484210" r:id="rId6"/>
    <p:sldLayoutId id="2147484211" r:id="rId7"/>
    <p:sldLayoutId id="2147484212" r:id="rId8"/>
    <p:sldLayoutId id="2147484213" r:id="rId9"/>
    <p:sldLayoutId id="2147484214" r:id="rId10"/>
    <p:sldLayoutId id="21474842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38" Type="http://schemas.openxmlformats.org/officeDocument/2006/relationships/image" Target="../media/image70.png"/><Relationship Id="rId16" Type="http://schemas.openxmlformats.org/officeDocument/2006/relationships/image" Target="../media/image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28" Type="http://schemas.openxmlformats.org/officeDocument/2006/relationships/image" Target="../media/image65.png"/><Relationship Id="rId5" Type="http://schemas.openxmlformats.org/officeDocument/2006/relationships/customXml" Target="../ink/ink2.xml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9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16" Type="http://schemas.openxmlformats.org/officeDocument/2006/relationships/image" Target="../media/image59.png"/><Relationship Id="rId124" Type="http://schemas.openxmlformats.org/officeDocument/2006/relationships/image" Target="../media/image63.png"/><Relationship Id="rId129" Type="http://schemas.openxmlformats.org/officeDocument/2006/relationships/customXml" Target="../ink/ink64.xml"/><Relationship Id="rId137" Type="http://schemas.openxmlformats.org/officeDocument/2006/relationships/customXml" Target="../ink/ink68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40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30" Type="http://schemas.openxmlformats.org/officeDocument/2006/relationships/image" Target="../media/image66.png"/><Relationship Id="rId135" Type="http://schemas.openxmlformats.org/officeDocument/2006/relationships/customXml" Target="../ink/ink67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9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customXml" Target="../ink/ink77.xml"/><Relationship Id="rId26" Type="http://schemas.openxmlformats.org/officeDocument/2006/relationships/customXml" Target="../ink/ink81.xml"/><Relationship Id="rId39" Type="http://schemas.openxmlformats.org/officeDocument/2006/relationships/image" Target="../media/image90.png"/><Relationship Id="rId21" Type="http://schemas.openxmlformats.org/officeDocument/2006/relationships/image" Target="../media/image81.png"/><Relationship Id="rId34" Type="http://schemas.openxmlformats.org/officeDocument/2006/relationships/customXml" Target="../ink/ink85.xml"/><Relationship Id="rId42" Type="http://schemas.openxmlformats.org/officeDocument/2006/relationships/customXml" Target="../ink/ink89.xml"/><Relationship Id="rId47" Type="http://schemas.openxmlformats.org/officeDocument/2006/relationships/image" Target="../media/image94.png"/><Relationship Id="rId50" Type="http://schemas.openxmlformats.org/officeDocument/2006/relationships/customXml" Target="../ink/ink93.xml"/><Relationship Id="rId55" Type="http://schemas.openxmlformats.org/officeDocument/2006/relationships/image" Target="../media/image98.png"/><Relationship Id="rId63" Type="http://schemas.openxmlformats.org/officeDocument/2006/relationships/image" Target="../media/image102.png"/><Relationship Id="rId68" Type="http://schemas.openxmlformats.org/officeDocument/2006/relationships/customXml" Target="../ink/ink102.xml"/><Relationship Id="rId71" Type="http://schemas.openxmlformats.org/officeDocument/2006/relationships/image" Target="../media/image106.png"/><Relationship Id="rId2" Type="http://schemas.openxmlformats.org/officeDocument/2006/relationships/image" Target="../media/image72.png"/><Relationship Id="rId16" Type="http://schemas.openxmlformats.org/officeDocument/2006/relationships/customXml" Target="../ink/ink76.xml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6.png"/><Relationship Id="rId24" Type="http://schemas.openxmlformats.org/officeDocument/2006/relationships/customXml" Target="../ink/ink80.xml"/><Relationship Id="rId32" Type="http://schemas.openxmlformats.org/officeDocument/2006/relationships/customXml" Target="../ink/ink84.xml"/><Relationship Id="rId37" Type="http://schemas.openxmlformats.org/officeDocument/2006/relationships/image" Target="../media/image89.png"/><Relationship Id="rId40" Type="http://schemas.openxmlformats.org/officeDocument/2006/relationships/customXml" Target="../ink/ink88.xml"/><Relationship Id="rId45" Type="http://schemas.openxmlformats.org/officeDocument/2006/relationships/image" Target="../media/image93.png"/><Relationship Id="rId53" Type="http://schemas.openxmlformats.org/officeDocument/2006/relationships/image" Target="../media/image97.png"/><Relationship Id="rId58" Type="http://schemas.openxmlformats.org/officeDocument/2006/relationships/customXml" Target="../ink/ink97.xml"/><Relationship Id="rId66" Type="http://schemas.openxmlformats.org/officeDocument/2006/relationships/customXml" Target="../ink/ink101.xml"/><Relationship Id="rId5" Type="http://schemas.openxmlformats.org/officeDocument/2006/relationships/customXml" Target="../ink/ink71.xml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82.xml"/><Relationship Id="rId36" Type="http://schemas.openxmlformats.org/officeDocument/2006/relationships/customXml" Target="../ink/ink86.xml"/><Relationship Id="rId49" Type="http://schemas.openxmlformats.org/officeDocument/2006/relationships/image" Target="../media/image95.png"/><Relationship Id="rId57" Type="http://schemas.openxmlformats.org/officeDocument/2006/relationships/image" Target="../media/image99.png"/><Relationship Id="rId61" Type="http://schemas.openxmlformats.org/officeDocument/2006/relationships/image" Target="../media/image101.png"/><Relationship Id="rId10" Type="http://schemas.openxmlformats.org/officeDocument/2006/relationships/customXml" Target="../ink/ink73.xml"/><Relationship Id="rId19" Type="http://schemas.openxmlformats.org/officeDocument/2006/relationships/image" Target="../media/image80.png"/><Relationship Id="rId31" Type="http://schemas.openxmlformats.org/officeDocument/2006/relationships/image" Target="../media/image86.png"/><Relationship Id="rId44" Type="http://schemas.openxmlformats.org/officeDocument/2006/relationships/customXml" Target="../ink/ink90.xml"/><Relationship Id="rId52" Type="http://schemas.openxmlformats.org/officeDocument/2006/relationships/customXml" Target="../ink/ink94.xml"/><Relationship Id="rId60" Type="http://schemas.openxmlformats.org/officeDocument/2006/relationships/customXml" Target="../ink/ink98.xml"/><Relationship Id="rId65" Type="http://schemas.openxmlformats.org/officeDocument/2006/relationships/image" Target="../media/image103.png"/><Relationship Id="rId73" Type="http://schemas.openxmlformats.org/officeDocument/2006/relationships/image" Target="../media/image107.png"/><Relationship Id="rId4" Type="http://schemas.openxmlformats.org/officeDocument/2006/relationships/image" Target="../media/image73.png"/><Relationship Id="rId9" Type="http://schemas.openxmlformats.org/officeDocument/2006/relationships/image" Target="../media/image75.png"/><Relationship Id="rId14" Type="http://schemas.openxmlformats.org/officeDocument/2006/relationships/customXml" Target="../ink/ink75.xml"/><Relationship Id="rId22" Type="http://schemas.openxmlformats.org/officeDocument/2006/relationships/customXml" Target="../ink/ink79.xml"/><Relationship Id="rId27" Type="http://schemas.openxmlformats.org/officeDocument/2006/relationships/image" Target="../media/image84.png"/><Relationship Id="rId30" Type="http://schemas.openxmlformats.org/officeDocument/2006/relationships/customXml" Target="../ink/ink83.xml"/><Relationship Id="rId35" Type="http://schemas.openxmlformats.org/officeDocument/2006/relationships/image" Target="../media/image88.png"/><Relationship Id="rId43" Type="http://schemas.openxmlformats.org/officeDocument/2006/relationships/image" Target="../media/image92.png"/><Relationship Id="rId48" Type="http://schemas.openxmlformats.org/officeDocument/2006/relationships/customXml" Target="../ink/ink92.xml"/><Relationship Id="rId56" Type="http://schemas.openxmlformats.org/officeDocument/2006/relationships/customXml" Target="../ink/ink96.xml"/><Relationship Id="rId64" Type="http://schemas.openxmlformats.org/officeDocument/2006/relationships/customXml" Target="../ink/ink100.xml"/><Relationship Id="rId69" Type="http://schemas.openxmlformats.org/officeDocument/2006/relationships/image" Target="../media/image105.png"/><Relationship Id="rId8" Type="http://schemas.openxmlformats.org/officeDocument/2006/relationships/customXml" Target="../ink/ink72.xml"/><Relationship Id="rId51" Type="http://schemas.openxmlformats.org/officeDocument/2006/relationships/image" Target="../media/image96.png"/><Relationship Id="rId72" Type="http://schemas.openxmlformats.org/officeDocument/2006/relationships/customXml" Target="../ink/ink104.xml"/><Relationship Id="rId3" Type="http://schemas.openxmlformats.org/officeDocument/2006/relationships/customXml" Target="../ink/ink70.xml"/><Relationship Id="rId12" Type="http://schemas.openxmlformats.org/officeDocument/2006/relationships/customXml" Target="../ink/ink74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87.png"/><Relationship Id="rId38" Type="http://schemas.openxmlformats.org/officeDocument/2006/relationships/customXml" Target="../ink/ink87.xml"/><Relationship Id="rId46" Type="http://schemas.openxmlformats.org/officeDocument/2006/relationships/customXml" Target="../ink/ink91.xml"/><Relationship Id="rId59" Type="http://schemas.openxmlformats.org/officeDocument/2006/relationships/image" Target="../media/image100.png"/><Relationship Id="rId67" Type="http://schemas.openxmlformats.org/officeDocument/2006/relationships/image" Target="../media/image104.png"/><Relationship Id="rId20" Type="http://schemas.openxmlformats.org/officeDocument/2006/relationships/customXml" Target="../ink/ink78.xml"/><Relationship Id="rId41" Type="http://schemas.openxmlformats.org/officeDocument/2006/relationships/image" Target="../media/image91.png"/><Relationship Id="rId54" Type="http://schemas.openxmlformats.org/officeDocument/2006/relationships/customXml" Target="../ink/ink95.xml"/><Relationship Id="rId62" Type="http://schemas.openxmlformats.org/officeDocument/2006/relationships/customXml" Target="../ink/ink99.xml"/><Relationship Id="rId70" Type="http://schemas.openxmlformats.org/officeDocument/2006/relationships/customXml" Target="../ink/ink10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customXml" Target="../ink/ink105.xml"/><Relationship Id="rId7" Type="http://schemas.openxmlformats.org/officeDocument/2006/relationships/customXml" Target="../ink/ink107.xm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customXml" Target="../ink/ink106.xml"/><Relationship Id="rId10" Type="http://schemas.openxmlformats.org/officeDocument/2006/relationships/image" Target="../media/image112.png"/><Relationship Id="rId4" Type="http://schemas.openxmlformats.org/officeDocument/2006/relationships/image" Target="../media/image109.png"/><Relationship Id="rId9" Type="http://schemas.openxmlformats.org/officeDocument/2006/relationships/customXml" Target="../ink/ink10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9.xml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6.png"/><Relationship Id="rId7" Type="http://schemas.openxmlformats.org/officeDocument/2006/relationships/customXml" Target="../ink/ink111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customXml" Target="../ink/ink110.xml"/><Relationship Id="rId10" Type="http://schemas.openxmlformats.org/officeDocument/2006/relationships/image" Target="../media/image120.png"/><Relationship Id="rId4" Type="http://schemas.openxmlformats.org/officeDocument/2006/relationships/image" Target="../media/image117.png"/><Relationship Id="rId9" Type="http://schemas.openxmlformats.org/officeDocument/2006/relationships/customXml" Target="../ink/ink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2.png"/><Relationship Id="rId7" Type="http://schemas.openxmlformats.org/officeDocument/2006/relationships/customXml" Target="../ink/ink114.xml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customXml" Target="../ink/ink113.xml"/><Relationship Id="rId10" Type="http://schemas.openxmlformats.org/officeDocument/2006/relationships/image" Target="../media/image126.png"/><Relationship Id="rId4" Type="http://schemas.openxmlformats.org/officeDocument/2006/relationships/image" Target="../media/image123.png"/><Relationship Id="rId9" Type="http://schemas.openxmlformats.org/officeDocument/2006/relationships/customXml" Target="../ink/ink1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customXml" Target="../ink/ink116.xml"/><Relationship Id="rId7" Type="http://schemas.openxmlformats.org/officeDocument/2006/relationships/customXml" Target="../ink/ink118.xml"/><Relationship Id="rId12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customXml" Target="../ink/ink120.xml"/><Relationship Id="rId5" Type="http://schemas.openxmlformats.org/officeDocument/2006/relationships/customXml" Target="../ink/ink117.xml"/><Relationship Id="rId10" Type="http://schemas.openxmlformats.org/officeDocument/2006/relationships/image" Target="../media/image131.png"/><Relationship Id="rId4" Type="http://schemas.openxmlformats.org/officeDocument/2006/relationships/image" Target="../media/image128.png"/><Relationship Id="rId9" Type="http://schemas.openxmlformats.org/officeDocument/2006/relationships/customXml" Target="../ink/ink1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customXml" Target="../ink/ink126.xml"/><Relationship Id="rId18" Type="http://schemas.openxmlformats.org/officeDocument/2006/relationships/image" Target="../media/image141.png"/><Relationship Id="rId26" Type="http://schemas.openxmlformats.org/officeDocument/2006/relationships/image" Target="../media/image145.png"/><Relationship Id="rId3" Type="http://schemas.openxmlformats.org/officeDocument/2006/relationships/customXml" Target="../ink/ink121.xml"/><Relationship Id="rId21" Type="http://schemas.openxmlformats.org/officeDocument/2006/relationships/customXml" Target="../ink/ink130.xml"/><Relationship Id="rId7" Type="http://schemas.openxmlformats.org/officeDocument/2006/relationships/customXml" Target="../ink/ink123.xml"/><Relationship Id="rId12" Type="http://schemas.openxmlformats.org/officeDocument/2006/relationships/image" Target="../media/image138.png"/><Relationship Id="rId17" Type="http://schemas.openxmlformats.org/officeDocument/2006/relationships/customXml" Target="../ink/ink128.xml"/><Relationship Id="rId25" Type="http://schemas.openxmlformats.org/officeDocument/2006/relationships/customXml" Target="../ink/ink132.xml"/><Relationship Id="rId2" Type="http://schemas.openxmlformats.org/officeDocument/2006/relationships/image" Target="../media/image133.png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29" Type="http://schemas.openxmlformats.org/officeDocument/2006/relationships/customXml" Target="../ink/ink1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customXml" Target="../ink/ink125.xml"/><Relationship Id="rId24" Type="http://schemas.openxmlformats.org/officeDocument/2006/relationships/image" Target="../media/image144.png"/><Relationship Id="rId32" Type="http://schemas.openxmlformats.org/officeDocument/2006/relationships/image" Target="../media/image148.png"/><Relationship Id="rId5" Type="http://schemas.openxmlformats.org/officeDocument/2006/relationships/customXml" Target="../ink/ink122.xml"/><Relationship Id="rId15" Type="http://schemas.openxmlformats.org/officeDocument/2006/relationships/customXml" Target="../ink/ink127.xml"/><Relationship Id="rId23" Type="http://schemas.openxmlformats.org/officeDocument/2006/relationships/customXml" Target="../ink/ink131.xml"/><Relationship Id="rId28" Type="http://schemas.openxmlformats.org/officeDocument/2006/relationships/image" Target="../media/image146.png"/><Relationship Id="rId10" Type="http://schemas.openxmlformats.org/officeDocument/2006/relationships/image" Target="../media/image137.png"/><Relationship Id="rId19" Type="http://schemas.openxmlformats.org/officeDocument/2006/relationships/customXml" Target="../ink/ink129.xml"/><Relationship Id="rId31" Type="http://schemas.openxmlformats.org/officeDocument/2006/relationships/customXml" Target="../ink/ink135.xml"/><Relationship Id="rId4" Type="http://schemas.openxmlformats.org/officeDocument/2006/relationships/image" Target="../media/image134.png"/><Relationship Id="rId9" Type="http://schemas.openxmlformats.org/officeDocument/2006/relationships/customXml" Target="../ink/ink124.xml"/><Relationship Id="rId14" Type="http://schemas.openxmlformats.org/officeDocument/2006/relationships/image" Target="../media/image139.png"/><Relationship Id="rId22" Type="http://schemas.openxmlformats.org/officeDocument/2006/relationships/image" Target="../media/image143.png"/><Relationship Id="rId27" Type="http://schemas.openxmlformats.org/officeDocument/2006/relationships/customXml" Target="../ink/ink133.xml"/><Relationship Id="rId30" Type="http://schemas.openxmlformats.org/officeDocument/2006/relationships/image" Target="../media/image1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customXml" Target="../ink/ink139.xml"/><Relationship Id="rId18" Type="http://schemas.openxmlformats.org/officeDocument/2006/relationships/image" Target="../media/image159.png"/><Relationship Id="rId26" Type="http://schemas.openxmlformats.org/officeDocument/2006/relationships/image" Target="../media/image163.png"/><Relationship Id="rId3" Type="http://schemas.openxmlformats.org/officeDocument/2006/relationships/image" Target="../media/image150.png"/><Relationship Id="rId21" Type="http://schemas.openxmlformats.org/officeDocument/2006/relationships/customXml" Target="../ink/ink143.xml"/><Relationship Id="rId7" Type="http://schemas.openxmlformats.org/officeDocument/2006/relationships/customXml" Target="../ink/ink136.xml"/><Relationship Id="rId12" Type="http://schemas.openxmlformats.org/officeDocument/2006/relationships/image" Target="../media/image156.png"/><Relationship Id="rId17" Type="http://schemas.openxmlformats.org/officeDocument/2006/relationships/customXml" Target="../ink/ink141.xml"/><Relationship Id="rId25" Type="http://schemas.openxmlformats.org/officeDocument/2006/relationships/customXml" Target="../ink/ink145.xml"/><Relationship Id="rId2" Type="http://schemas.openxmlformats.org/officeDocument/2006/relationships/image" Target="../media/image149.png"/><Relationship Id="rId16" Type="http://schemas.openxmlformats.org/officeDocument/2006/relationships/image" Target="../media/image158.png"/><Relationship Id="rId20" Type="http://schemas.openxmlformats.org/officeDocument/2006/relationships/image" Target="../media/image160.png"/><Relationship Id="rId29" Type="http://schemas.openxmlformats.org/officeDocument/2006/relationships/customXml" Target="../ink/ink1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customXml" Target="../ink/ink138.xml"/><Relationship Id="rId24" Type="http://schemas.openxmlformats.org/officeDocument/2006/relationships/image" Target="../media/image162.png"/><Relationship Id="rId5" Type="http://schemas.openxmlformats.org/officeDocument/2006/relationships/image" Target="../media/image152.png"/><Relationship Id="rId15" Type="http://schemas.openxmlformats.org/officeDocument/2006/relationships/customXml" Target="../ink/ink140.xml"/><Relationship Id="rId23" Type="http://schemas.openxmlformats.org/officeDocument/2006/relationships/customXml" Target="../ink/ink144.xml"/><Relationship Id="rId28" Type="http://schemas.openxmlformats.org/officeDocument/2006/relationships/image" Target="../media/image164.png"/><Relationship Id="rId10" Type="http://schemas.openxmlformats.org/officeDocument/2006/relationships/image" Target="../media/image155.png"/><Relationship Id="rId19" Type="http://schemas.openxmlformats.org/officeDocument/2006/relationships/customXml" Target="../ink/ink142.xml"/><Relationship Id="rId4" Type="http://schemas.openxmlformats.org/officeDocument/2006/relationships/image" Target="../media/image151.png"/><Relationship Id="rId9" Type="http://schemas.openxmlformats.org/officeDocument/2006/relationships/customXml" Target="../ink/ink137.xml"/><Relationship Id="rId14" Type="http://schemas.openxmlformats.org/officeDocument/2006/relationships/image" Target="../media/image157.png"/><Relationship Id="rId22" Type="http://schemas.openxmlformats.org/officeDocument/2006/relationships/image" Target="../media/image161.png"/><Relationship Id="rId27" Type="http://schemas.openxmlformats.org/officeDocument/2006/relationships/customXml" Target="../ink/ink146.xml"/><Relationship Id="rId30" Type="http://schemas.openxmlformats.org/officeDocument/2006/relationships/image" Target="../media/image1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1.png"/><Relationship Id="rId18" Type="http://schemas.openxmlformats.org/officeDocument/2006/relationships/customXml" Target="../ink/ink156.xml"/><Relationship Id="rId3" Type="http://schemas.openxmlformats.org/officeDocument/2006/relationships/customXml" Target="../ink/ink148.xml"/><Relationship Id="rId21" Type="http://schemas.openxmlformats.org/officeDocument/2006/relationships/image" Target="../media/image175.png"/><Relationship Id="rId7" Type="http://schemas.openxmlformats.org/officeDocument/2006/relationships/customXml" Target="../ink/ink150.xml"/><Relationship Id="rId12" Type="http://schemas.openxmlformats.org/officeDocument/2006/relationships/customXml" Target="../ink/ink153.xml"/><Relationship Id="rId17" Type="http://schemas.openxmlformats.org/officeDocument/2006/relationships/image" Target="../media/image173.png"/><Relationship Id="rId2" Type="http://schemas.openxmlformats.org/officeDocument/2006/relationships/image" Target="../media/image166.png"/><Relationship Id="rId16" Type="http://schemas.openxmlformats.org/officeDocument/2006/relationships/customXml" Target="../ink/ink155.xml"/><Relationship Id="rId20" Type="http://schemas.openxmlformats.org/officeDocument/2006/relationships/customXml" Target="../ink/ink1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0.png"/><Relationship Id="rId5" Type="http://schemas.openxmlformats.org/officeDocument/2006/relationships/customXml" Target="../ink/ink149.xml"/><Relationship Id="rId15" Type="http://schemas.openxmlformats.org/officeDocument/2006/relationships/image" Target="../media/image172.png"/><Relationship Id="rId10" Type="http://schemas.openxmlformats.org/officeDocument/2006/relationships/customXml" Target="../ink/ink152.xml"/><Relationship Id="rId19" Type="http://schemas.openxmlformats.org/officeDocument/2006/relationships/image" Target="../media/image174.png"/><Relationship Id="rId4" Type="http://schemas.openxmlformats.org/officeDocument/2006/relationships/image" Target="../media/image167.png"/><Relationship Id="rId9" Type="http://schemas.openxmlformats.org/officeDocument/2006/relationships/customXml" Target="../ink/ink151.xml"/><Relationship Id="rId14" Type="http://schemas.openxmlformats.org/officeDocument/2006/relationships/customXml" Target="../ink/ink15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9.xml"/><Relationship Id="rId13" Type="http://schemas.openxmlformats.org/officeDocument/2006/relationships/image" Target="../media/image183.png"/><Relationship Id="rId3" Type="http://schemas.openxmlformats.org/officeDocument/2006/relationships/image" Target="../media/image177.png"/><Relationship Id="rId7" Type="http://schemas.openxmlformats.org/officeDocument/2006/relationships/image" Target="../media/image180.png"/><Relationship Id="rId12" Type="http://schemas.openxmlformats.org/officeDocument/2006/relationships/customXml" Target="../ink/ink161.xml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8.xml"/><Relationship Id="rId11" Type="http://schemas.openxmlformats.org/officeDocument/2006/relationships/image" Target="../media/image182.png"/><Relationship Id="rId5" Type="http://schemas.openxmlformats.org/officeDocument/2006/relationships/image" Target="../media/image179.png"/><Relationship Id="rId15" Type="http://schemas.openxmlformats.org/officeDocument/2006/relationships/image" Target="../media/image184.png"/><Relationship Id="rId10" Type="http://schemas.openxmlformats.org/officeDocument/2006/relationships/customXml" Target="../ink/ink160.xml"/><Relationship Id="rId4" Type="http://schemas.openxmlformats.org/officeDocument/2006/relationships/image" Target="../media/image178.png"/><Relationship Id="rId9" Type="http://schemas.openxmlformats.org/officeDocument/2006/relationships/image" Target="../media/image181.png"/><Relationship Id="rId14" Type="http://schemas.openxmlformats.org/officeDocument/2006/relationships/customXml" Target="../ink/ink1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1.png"/><Relationship Id="rId4" Type="http://schemas.openxmlformats.org/officeDocument/2006/relationships/customXml" Target="../ink/ink16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5" Type="http://schemas.openxmlformats.org/officeDocument/2006/relationships/customXml" Target="../ink/ink164.xml"/><Relationship Id="rId4" Type="http://schemas.openxmlformats.org/officeDocument/2006/relationships/image" Target="../media/image19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7.xml"/><Relationship Id="rId13" Type="http://schemas.openxmlformats.org/officeDocument/2006/relationships/image" Target="../media/image207.png"/><Relationship Id="rId18" Type="http://schemas.openxmlformats.org/officeDocument/2006/relationships/customXml" Target="../ink/ink172.xml"/><Relationship Id="rId3" Type="http://schemas.openxmlformats.org/officeDocument/2006/relationships/image" Target="../media/image202.png"/><Relationship Id="rId7" Type="http://schemas.openxmlformats.org/officeDocument/2006/relationships/image" Target="../media/image204.png"/><Relationship Id="rId12" Type="http://schemas.openxmlformats.org/officeDocument/2006/relationships/customXml" Target="../ink/ink169.xml"/><Relationship Id="rId17" Type="http://schemas.openxmlformats.org/officeDocument/2006/relationships/image" Target="../media/image209.png"/><Relationship Id="rId2" Type="http://schemas.openxmlformats.org/officeDocument/2006/relationships/image" Target="../media/image201.png"/><Relationship Id="rId16" Type="http://schemas.openxmlformats.org/officeDocument/2006/relationships/customXml" Target="../ink/ink1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6.xml"/><Relationship Id="rId11" Type="http://schemas.openxmlformats.org/officeDocument/2006/relationships/image" Target="../media/image206.png"/><Relationship Id="rId5" Type="http://schemas.openxmlformats.org/officeDocument/2006/relationships/image" Target="../media/image203.png"/><Relationship Id="rId15" Type="http://schemas.openxmlformats.org/officeDocument/2006/relationships/image" Target="../media/image208.png"/><Relationship Id="rId10" Type="http://schemas.openxmlformats.org/officeDocument/2006/relationships/customXml" Target="../ink/ink168.xml"/><Relationship Id="rId19" Type="http://schemas.openxmlformats.org/officeDocument/2006/relationships/image" Target="../media/image210.png"/><Relationship Id="rId4" Type="http://schemas.openxmlformats.org/officeDocument/2006/relationships/customXml" Target="../ink/ink165.xml"/><Relationship Id="rId9" Type="http://schemas.openxmlformats.org/officeDocument/2006/relationships/image" Target="../media/image205.png"/><Relationship Id="rId14" Type="http://schemas.openxmlformats.org/officeDocument/2006/relationships/customXml" Target="../ink/ink1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customXml" Target="../ink/ink178.xml"/><Relationship Id="rId3" Type="http://schemas.openxmlformats.org/officeDocument/2006/relationships/customXml" Target="../ink/ink173.xml"/><Relationship Id="rId7" Type="http://schemas.openxmlformats.org/officeDocument/2006/relationships/customXml" Target="../ink/ink175.xml"/><Relationship Id="rId12" Type="http://schemas.openxmlformats.org/officeDocument/2006/relationships/image" Target="../media/image21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11" Type="http://schemas.openxmlformats.org/officeDocument/2006/relationships/customXml" Target="../ink/ink177.xml"/><Relationship Id="rId5" Type="http://schemas.openxmlformats.org/officeDocument/2006/relationships/customXml" Target="../ink/ink174.xml"/><Relationship Id="rId10" Type="http://schemas.openxmlformats.org/officeDocument/2006/relationships/image" Target="../media/image215.png"/><Relationship Id="rId4" Type="http://schemas.openxmlformats.org/officeDocument/2006/relationships/image" Target="../media/image212.png"/><Relationship Id="rId9" Type="http://schemas.openxmlformats.org/officeDocument/2006/relationships/customXml" Target="../ink/ink176.xml"/><Relationship Id="rId14" Type="http://schemas.openxmlformats.org/officeDocument/2006/relationships/image" Target="../media/image2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customXml" Target="../ink/ink184.xml"/><Relationship Id="rId18" Type="http://schemas.openxmlformats.org/officeDocument/2006/relationships/image" Target="../media/image227.png"/><Relationship Id="rId26" Type="http://schemas.openxmlformats.org/officeDocument/2006/relationships/image" Target="../media/image231.png"/><Relationship Id="rId3" Type="http://schemas.openxmlformats.org/officeDocument/2006/relationships/customXml" Target="../ink/ink179.xml"/><Relationship Id="rId21" Type="http://schemas.openxmlformats.org/officeDocument/2006/relationships/customXml" Target="../ink/ink188.xml"/><Relationship Id="rId34" Type="http://schemas.openxmlformats.org/officeDocument/2006/relationships/image" Target="../media/image235.png"/><Relationship Id="rId7" Type="http://schemas.openxmlformats.org/officeDocument/2006/relationships/customXml" Target="../ink/ink181.xml"/><Relationship Id="rId12" Type="http://schemas.openxmlformats.org/officeDocument/2006/relationships/image" Target="../media/image224.png"/><Relationship Id="rId17" Type="http://schemas.openxmlformats.org/officeDocument/2006/relationships/customXml" Target="../ink/ink186.xml"/><Relationship Id="rId25" Type="http://schemas.openxmlformats.org/officeDocument/2006/relationships/customXml" Target="../ink/ink190.xml"/><Relationship Id="rId33" Type="http://schemas.openxmlformats.org/officeDocument/2006/relationships/customXml" Target="../ink/ink194.xml"/><Relationship Id="rId38" Type="http://schemas.openxmlformats.org/officeDocument/2006/relationships/image" Target="../media/image237.png"/><Relationship Id="rId2" Type="http://schemas.openxmlformats.org/officeDocument/2006/relationships/image" Target="../media/image219.png"/><Relationship Id="rId16" Type="http://schemas.openxmlformats.org/officeDocument/2006/relationships/image" Target="../media/image226.png"/><Relationship Id="rId20" Type="http://schemas.openxmlformats.org/officeDocument/2006/relationships/image" Target="../media/image228.png"/><Relationship Id="rId29" Type="http://schemas.openxmlformats.org/officeDocument/2006/relationships/customXml" Target="../ink/ink1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11" Type="http://schemas.openxmlformats.org/officeDocument/2006/relationships/customXml" Target="../ink/ink183.xml"/><Relationship Id="rId24" Type="http://schemas.openxmlformats.org/officeDocument/2006/relationships/image" Target="../media/image230.png"/><Relationship Id="rId32" Type="http://schemas.openxmlformats.org/officeDocument/2006/relationships/image" Target="../media/image234.png"/><Relationship Id="rId37" Type="http://schemas.openxmlformats.org/officeDocument/2006/relationships/customXml" Target="../ink/ink196.xml"/><Relationship Id="rId5" Type="http://schemas.openxmlformats.org/officeDocument/2006/relationships/customXml" Target="../ink/ink180.xml"/><Relationship Id="rId15" Type="http://schemas.openxmlformats.org/officeDocument/2006/relationships/customXml" Target="../ink/ink185.xml"/><Relationship Id="rId23" Type="http://schemas.openxmlformats.org/officeDocument/2006/relationships/customXml" Target="../ink/ink189.xml"/><Relationship Id="rId28" Type="http://schemas.openxmlformats.org/officeDocument/2006/relationships/image" Target="../media/image232.png"/><Relationship Id="rId36" Type="http://schemas.openxmlformats.org/officeDocument/2006/relationships/image" Target="../media/image236.png"/><Relationship Id="rId10" Type="http://schemas.openxmlformats.org/officeDocument/2006/relationships/image" Target="../media/image223.png"/><Relationship Id="rId19" Type="http://schemas.openxmlformats.org/officeDocument/2006/relationships/customXml" Target="../ink/ink187.xml"/><Relationship Id="rId31" Type="http://schemas.openxmlformats.org/officeDocument/2006/relationships/customXml" Target="../ink/ink193.xml"/><Relationship Id="rId4" Type="http://schemas.openxmlformats.org/officeDocument/2006/relationships/image" Target="../media/image220.png"/><Relationship Id="rId9" Type="http://schemas.openxmlformats.org/officeDocument/2006/relationships/customXml" Target="../ink/ink182.xml"/><Relationship Id="rId14" Type="http://schemas.openxmlformats.org/officeDocument/2006/relationships/image" Target="../media/image225.png"/><Relationship Id="rId22" Type="http://schemas.openxmlformats.org/officeDocument/2006/relationships/image" Target="../media/image229.png"/><Relationship Id="rId27" Type="http://schemas.openxmlformats.org/officeDocument/2006/relationships/customXml" Target="../ink/ink191.xml"/><Relationship Id="rId30" Type="http://schemas.openxmlformats.org/officeDocument/2006/relationships/image" Target="../media/image233.png"/><Relationship Id="rId35" Type="http://schemas.openxmlformats.org/officeDocument/2006/relationships/customXml" Target="../ink/ink19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2.xml"/><Relationship Id="rId18" Type="http://schemas.openxmlformats.org/officeDocument/2006/relationships/image" Target="../media/image246.png"/><Relationship Id="rId26" Type="http://schemas.openxmlformats.org/officeDocument/2006/relationships/image" Target="../media/image250.png"/><Relationship Id="rId39" Type="http://schemas.openxmlformats.org/officeDocument/2006/relationships/customXml" Target="../ink/ink215.xml"/><Relationship Id="rId3" Type="http://schemas.openxmlformats.org/officeDocument/2006/relationships/customXml" Target="../ink/ink197.xml"/><Relationship Id="rId21" Type="http://schemas.openxmlformats.org/officeDocument/2006/relationships/customXml" Target="../ink/ink206.xml"/><Relationship Id="rId34" Type="http://schemas.openxmlformats.org/officeDocument/2006/relationships/image" Target="../media/image254.png"/><Relationship Id="rId42" Type="http://schemas.openxmlformats.org/officeDocument/2006/relationships/image" Target="../media/image258.png"/><Relationship Id="rId47" Type="http://schemas.openxmlformats.org/officeDocument/2006/relationships/customXml" Target="../ink/ink219.xml"/><Relationship Id="rId50" Type="http://schemas.openxmlformats.org/officeDocument/2006/relationships/image" Target="../media/image262.png"/><Relationship Id="rId7" Type="http://schemas.openxmlformats.org/officeDocument/2006/relationships/customXml" Target="../ink/ink199.xml"/><Relationship Id="rId12" Type="http://schemas.openxmlformats.org/officeDocument/2006/relationships/image" Target="../media/image243.png"/><Relationship Id="rId17" Type="http://schemas.openxmlformats.org/officeDocument/2006/relationships/customXml" Target="../ink/ink204.xml"/><Relationship Id="rId25" Type="http://schemas.openxmlformats.org/officeDocument/2006/relationships/customXml" Target="../ink/ink208.xml"/><Relationship Id="rId33" Type="http://schemas.openxmlformats.org/officeDocument/2006/relationships/customXml" Target="../ink/ink212.xml"/><Relationship Id="rId38" Type="http://schemas.openxmlformats.org/officeDocument/2006/relationships/image" Target="../media/image256.png"/><Relationship Id="rId46" Type="http://schemas.openxmlformats.org/officeDocument/2006/relationships/image" Target="../media/image260.png"/><Relationship Id="rId2" Type="http://schemas.openxmlformats.org/officeDocument/2006/relationships/image" Target="../media/image238.png"/><Relationship Id="rId16" Type="http://schemas.openxmlformats.org/officeDocument/2006/relationships/image" Target="../media/image245.png"/><Relationship Id="rId20" Type="http://schemas.openxmlformats.org/officeDocument/2006/relationships/image" Target="../media/image247.png"/><Relationship Id="rId29" Type="http://schemas.openxmlformats.org/officeDocument/2006/relationships/customXml" Target="../ink/ink210.xml"/><Relationship Id="rId41" Type="http://schemas.openxmlformats.org/officeDocument/2006/relationships/customXml" Target="../ink/ink2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customXml" Target="../ink/ink201.xml"/><Relationship Id="rId24" Type="http://schemas.openxmlformats.org/officeDocument/2006/relationships/image" Target="../media/image249.png"/><Relationship Id="rId32" Type="http://schemas.openxmlformats.org/officeDocument/2006/relationships/image" Target="../media/image253.png"/><Relationship Id="rId37" Type="http://schemas.openxmlformats.org/officeDocument/2006/relationships/customXml" Target="../ink/ink214.xml"/><Relationship Id="rId40" Type="http://schemas.openxmlformats.org/officeDocument/2006/relationships/image" Target="../media/image257.png"/><Relationship Id="rId45" Type="http://schemas.openxmlformats.org/officeDocument/2006/relationships/customXml" Target="../ink/ink218.xml"/><Relationship Id="rId5" Type="http://schemas.openxmlformats.org/officeDocument/2006/relationships/customXml" Target="../ink/ink198.xml"/><Relationship Id="rId15" Type="http://schemas.openxmlformats.org/officeDocument/2006/relationships/customXml" Target="../ink/ink203.xml"/><Relationship Id="rId23" Type="http://schemas.openxmlformats.org/officeDocument/2006/relationships/customXml" Target="../ink/ink207.xml"/><Relationship Id="rId28" Type="http://schemas.openxmlformats.org/officeDocument/2006/relationships/image" Target="../media/image251.png"/><Relationship Id="rId36" Type="http://schemas.openxmlformats.org/officeDocument/2006/relationships/image" Target="../media/image255.png"/><Relationship Id="rId49" Type="http://schemas.openxmlformats.org/officeDocument/2006/relationships/customXml" Target="../ink/ink220.xml"/><Relationship Id="rId10" Type="http://schemas.openxmlformats.org/officeDocument/2006/relationships/image" Target="../media/image242.png"/><Relationship Id="rId19" Type="http://schemas.openxmlformats.org/officeDocument/2006/relationships/customXml" Target="../ink/ink205.xml"/><Relationship Id="rId31" Type="http://schemas.openxmlformats.org/officeDocument/2006/relationships/customXml" Target="../ink/ink211.xml"/><Relationship Id="rId44" Type="http://schemas.openxmlformats.org/officeDocument/2006/relationships/image" Target="../media/image259.png"/><Relationship Id="rId4" Type="http://schemas.openxmlformats.org/officeDocument/2006/relationships/image" Target="../media/image239.png"/><Relationship Id="rId9" Type="http://schemas.openxmlformats.org/officeDocument/2006/relationships/customXml" Target="../ink/ink200.xml"/><Relationship Id="rId14" Type="http://schemas.openxmlformats.org/officeDocument/2006/relationships/image" Target="../media/image244.png"/><Relationship Id="rId22" Type="http://schemas.openxmlformats.org/officeDocument/2006/relationships/image" Target="../media/image248.png"/><Relationship Id="rId27" Type="http://schemas.openxmlformats.org/officeDocument/2006/relationships/customXml" Target="../ink/ink209.xml"/><Relationship Id="rId30" Type="http://schemas.openxmlformats.org/officeDocument/2006/relationships/image" Target="../media/image252.png"/><Relationship Id="rId35" Type="http://schemas.openxmlformats.org/officeDocument/2006/relationships/customXml" Target="../ink/ink213.xml"/><Relationship Id="rId43" Type="http://schemas.openxmlformats.org/officeDocument/2006/relationships/customXml" Target="../ink/ink217.xml"/><Relationship Id="rId48" Type="http://schemas.openxmlformats.org/officeDocument/2006/relationships/image" Target="../media/image261.png"/><Relationship Id="rId8" Type="http://schemas.openxmlformats.org/officeDocument/2006/relationships/image" Target="../media/image241.png"/></Relationships>
</file>

<file path=ppt/slides/_rels/slide3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67.png"/><Relationship Id="rId26" Type="http://schemas.openxmlformats.org/officeDocument/2006/relationships/image" Target="../media/image271.png"/><Relationship Id="rId3" Type="http://schemas.openxmlformats.org/officeDocument/2006/relationships/customXml" Target="../ink/ink221.xml"/><Relationship Id="rId21" Type="http://schemas.openxmlformats.org/officeDocument/2006/relationships/customXml" Target="../ink/ink226.xml"/><Relationship Id="rId12" Type="http://schemas.openxmlformats.org/officeDocument/2006/relationships/image" Target="../media/image266.png"/><Relationship Id="rId17" Type="http://schemas.openxmlformats.org/officeDocument/2006/relationships/customXml" Target="../ink/ink224.xml"/><Relationship Id="rId25" Type="http://schemas.openxmlformats.org/officeDocument/2006/relationships/customXml" Target="../ink/ink228.xml"/><Relationship Id="rId2" Type="http://schemas.openxmlformats.org/officeDocument/2006/relationships/image" Target="../media/image263.png"/><Relationship Id="rId20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5.png"/><Relationship Id="rId11" Type="http://schemas.openxmlformats.org/officeDocument/2006/relationships/customXml" Target="../ink/ink223.xml"/><Relationship Id="rId24" Type="http://schemas.openxmlformats.org/officeDocument/2006/relationships/image" Target="../media/image270.png"/><Relationship Id="rId5" Type="http://schemas.openxmlformats.org/officeDocument/2006/relationships/customXml" Target="../ink/ink222.xml"/><Relationship Id="rId23" Type="http://schemas.openxmlformats.org/officeDocument/2006/relationships/customXml" Target="../ink/ink227.xml"/><Relationship Id="rId19" Type="http://schemas.openxmlformats.org/officeDocument/2006/relationships/customXml" Target="../ink/ink225.xml"/><Relationship Id="rId4" Type="http://schemas.openxmlformats.org/officeDocument/2006/relationships/image" Target="../media/image264.png"/><Relationship Id="rId22" Type="http://schemas.openxmlformats.org/officeDocument/2006/relationships/image" Target="../media/image2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customXml" Target="../ink/ink229.xml"/><Relationship Id="rId7" Type="http://schemas.openxmlformats.org/officeDocument/2006/relationships/customXml" Target="../ink/ink231.xml"/><Relationship Id="rId12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4.png"/><Relationship Id="rId11" Type="http://schemas.openxmlformats.org/officeDocument/2006/relationships/customXml" Target="../ink/ink233.xml"/><Relationship Id="rId5" Type="http://schemas.openxmlformats.org/officeDocument/2006/relationships/customXml" Target="../ink/ink230.xml"/><Relationship Id="rId10" Type="http://schemas.openxmlformats.org/officeDocument/2006/relationships/image" Target="../media/image276.png"/><Relationship Id="rId4" Type="http://schemas.openxmlformats.org/officeDocument/2006/relationships/image" Target="../media/image273.png"/><Relationship Id="rId9" Type="http://schemas.openxmlformats.org/officeDocument/2006/relationships/customXml" Target="../ink/ink232.xml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4.xml"/><Relationship Id="rId63" Type="http://schemas.openxmlformats.org/officeDocument/2006/relationships/customXml" Target="../ink/ink247.xml"/><Relationship Id="rId84" Type="http://schemas.openxmlformats.org/officeDocument/2006/relationships/image" Target="../media/image302.png"/><Relationship Id="rId138" Type="http://schemas.openxmlformats.org/officeDocument/2006/relationships/image" Target="../media/image329.png"/><Relationship Id="rId159" Type="http://schemas.openxmlformats.org/officeDocument/2006/relationships/customXml" Target="../ink/ink295.xml"/><Relationship Id="rId170" Type="http://schemas.openxmlformats.org/officeDocument/2006/relationships/image" Target="../media/image345.png"/><Relationship Id="rId191" Type="http://schemas.openxmlformats.org/officeDocument/2006/relationships/customXml" Target="../ink/ink311.xml"/><Relationship Id="rId205" Type="http://schemas.openxmlformats.org/officeDocument/2006/relationships/customXml" Target="../ink/ink318.xml"/><Relationship Id="rId226" Type="http://schemas.openxmlformats.org/officeDocument/2006/relationships/image" Target="../media/image372.png"/><Relationship Id="rId247" Type="http://schemas.openxmlformats.org/officeDocument/2006/relationships/customXml" Target="../ink/ink339.xml"/><Relationship Id="rId107" Type="http://schemas.openxmlformats.org/officeDocument/2006/relationships/customXml" Target="../ink/ink269.xml"/><Relationship Id="rId53" Type="http://schemas.openxmlformats.org/officeDocument/2006/relationships/customXml" Target="../ink/ink242.xml"/><Relationship Id="rId74" Type="http://schemas.openxmlformats.org/officeDocument/2006/relationships/image" Target="../media/image297.png"/><Relationship Id="rId128" Type="http://schemas.openxmlformats.org/officeDocument/2006/relationships/image" Target="../media/image324.png"/><Relationship Id="rId149" Type="http://schemas.openxmlformats.org/officeDocument/2006/relationships/customXml" Target="../ink/ink290.xml"/><Relationship Id="rId5" Type="http://schemas.openxmlformats.org/officeDocument/2006/relationships/customXml" Target="../ink/ink234.xml"/><Relationship Id="rId90" Type="http://schemas.openxmlformats.org/officeDocument/2006/relationships/image" Target="../media/image305.png"/><Relationship Id="rId95" Type="http://schemas.openxmlformats.org/officeDocument/2006/relationships/customXml" Target="../ink/ink263.xml"/><Relationship Id="rId160" Type="http://schemas.openxmlformats.org/officeDocument/2006/relationships/image" Target="../media/image340.png"/><Relationship Id="rId165" Type="http://schemas.openxmlformats.org/officeDocument/2006/relationships/customXml" Target="../ink/ink298.xml"/><Relationship Id="rId181" Type="http://schemas.openxmlformats.org/officeDocument/2006/relationships/customXml" Target="../ink/ink306.xml"/><Relationship Id="rId186" Type="http://schemas.openxmlformats.org/officeDocument/2006/relationships/image" Target="../media/image352.png"/><Relationship Id="rId216" Type="http://schemas.openxmlformats.org/officeDocument/2006/relationships/image" Target="../media/image367.png"/><Relationship Id="rId237" Type="http://schemas.openxmlformats.org/officeDocument/2006/relationships/customXml" Target="../ink/ink334.xml"/><Relationship Id="rId211" Type="http://schemas.openxmlformats.org/officeDocument/2006/relationships/customXml" Target="../ink/ink321.xml"/><Relationship Id="rId232" Type="http://schemas.openxmlformats.org/officeDocument/2006/relationships/image" Target="../media/image375.png"/><Relationship Id="rId43" Type="http://schemas.openxmlformats.org/officeDocument/2006/relationships/customXml" Target="../ink/ink237.xml"/><Relationship Id="rId48" Type="http://schemas.openxmlformats.org/officeDocument/2006/relationships/image" Target="../media/image285.png"/><Relationship Id="rId64" Type="http://schemas.openxmlformats.org/officeDocument/2006/relationships/image" Target="../media/image292.png"/><Relationship Id="rId69" Type="http://schemas.openxmlformats.org/officeDocument/2006/relationships/customXml" Target="../ink/ink250.xml"/><Relationship Id="rId113" Type="http://schemas.openxmlformats.org/officeDocument/2006/relationships/customXml" Target="../ink/ink272.xml"/><Relationship Id="rId118" Type="http://schemas.openxmlformats.org/officeDocument/2006/relationships/image" Target="../media/image319.png"/><Relationship Id="rId134" Type="http://schemas.openxmlformats.org/officeDocument/2006/relationships/image" Target="../media/image327.png"/><Relationship Id="rId139" Type="http://schemas.openxmlformats.org/officeDocument/2006/relationships/customXml" Target="../ink/ink285.xml"/><Relationship Id="rId80" Type="http://schemas.openxmlformats.org/officeDocument/2006/relationships/image" Target="../media/image300.png"/><Relationship Id="rId85" Type="http://schemas.openxmlformats.org/officeDocument/2006/relationships/customXml" Target="../ink/ink258.xml"/><Relationship Id="rId150" Type="http://schemas.openxmlformats.org/officeDocument/2006/relationships/image" Target="../media/image335.png"/><Relationship Id="rId155" Type="http://schemas.openxmlformats.org/officeDocument/2006/relationships/customXml" Target="../ink/ink293.xml"/><Relationship Id="rId171" Type="http://schemas.openxmlformats.org/officeDocument/2006/relationships/customXml" Target="../ink/ink301.xml"/><Relationship Id="rId176" Type="http://schemas.openxmlformats.org/officeDocument/2006/relationships/image" Target="../media/image225.png"/><Relationship Id="rId192" Type="http://schemas.openxmlformats.org/officeDocument/2006/relationships/image" Target="../media/image355.png"/><Relationship Id="rId197" Type="http://schemas.openxmlformats.org/officeDocument/2006/relationships/customXml" Target="../ink/ink314.xml"/><Relationship Id="rId206" Type="http://schemas.openxmlformats.org/officeDocument/2006/relationships/image" Target="../media/image362.png"/><Relationship Id="rId227" Type="http://schemas.openxmlformats.org/officeDocument/2006/relationships/customXml" Target="../ink/ink329.xml"/><Relationship Id="rId201" Type="http://schemas.openxmlformats.org/officeDocument/2006/relationships/customXml" Target="../ink/ink316.xml"/><Relationship Id="rId222" Type="http://schemas.openxmlformats.org/officeDocument/2006/relationships/image" Target="../media/image370.png"/><Relationship Id="rId243" Type="http://schemas.openxmlformats.org/officeDocument/2006/relationships/customXml" Target="../ink/ink337.xml"/><Relationship Id="rId248" Type="http://schemas.openxmlformats.org/officeDocument/2006/relationships/image" Target="../media/image383.png"/><Relationship Id="rId59" Type="http://schemas.openxmlformats.org/officeDocument/2006/relationships/customXml" Target="../ink/ink245.xml"/><Relationship Id="rId103" Type="http://schemas.openxmlformats.org/officeDocument/2006/relationships/customXml" Target="../ink/ink267.xml"/><Relationship Id="rId108" Type="http://schemas.openxmlformats.org/officeDocument/2006/relationships/image" Target="../media/image314.png"/><Relationship Id="rId124" Type="http://schemas.openxmlformats.org/officeDocument/2006/relationships/image" Target="../media/image322.png"/><Relationship Id="rId129" Type="http://schemas.openxmlformats.org/officeDocument/2006/relationships/customXml" Target="../ink/ink280.xml"/><Relationship Id="rId54" Type="http://schemas.openxmlformats.org/officeDocument/2006/relationships/image" Target="../media/image288.png"/><Relationship Id="rId70" Type="http://schemas.openxmlformats.org/officeDocument/2006/relationships/image" Target="../media/image295.png"/><Relationship Id="rId75" Type="http://schemas.openxmlformats.org/officeDocument/2006/relationships/customXml" Target="../ink/ink253.xml"/><Relationship Id="rId91" Type="http://schemas.openxmlformats.org/officeDocument/2006/relationships/customXml" Target="../ink/ink261.xml"/><Relationship Id="rId96" Type="http://schemas.openxmlformats.org/officeDocument/2006/relationships/image" Target="../media/image308.png"/><Relationship Id="rId140" Type="http://schemas.openxmlformats.org/officeDocument/2006/relationships/image" Target="../media/image330.png"/><Relationship Id="rId145" Type="http://schemas.openxmlformats.org/officeDocument/2006/relationships/customXml" Target="../ink/ink288.xml"/><Relationship Id="rId161" Type="http://schemas.openxmlformats.org/officeDocument/2006/relationships/customXml" Target="../ink/ink296.xml"/><Relationship Id="rId166" Type="http://schemas.openxmlformats.org/officeDocument/2006/relationships/image" Target="../media/image343.png"/><Relationship Id="rId182" Type="http://schemas.openxmlformats.org/officeDocument/2006/relationships/image" Target="../media/image350.png"/><Relationship Id="rId187" Type="http://schemas.openxmlformats.org/officeDocument/2006/relationships/customXml" Target="../ink/ink309.xml"/><Relationship Id="rId217" Type="http://schemas.openxmlformats.org/officeDocument/2006/relationships/customXml" Target="../ink/ink3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1.png"/><Relationship Id="rId212" Type="http://schemas.openxmlformats.org/officeDocument/2006/relationships/image" Target="../media/image365.png"/><Relationship Id="rId233" Type="http://schemas.openxmlformats.org/officeDocument/2006/relationships/customXml" Target="../ink/ink332.xml"/><Relationship Id="rId238" Type="http://schemas.openxmlformats.org/officeDocument/2006/relationships/image" Target="../media/image378.png"/><Relationship Id="rId49" Type="http://schemas.openxmlformats.org/officeDocument/2006/relationships/customXml" Target="../ink/ink240.xml"/><Relationship Id="rId114" Type="http://schemas.openxmlformats.org/officeDocument/2006/relationships/image" Target="../media/image317.png"/><Relationship Id="rId119" Type="http://schemas.openxmlformats.org/officeDocument/2006/relationships/customXml" Target="../ink/ink275.xml"/><Relationship Id="rId44" Type="http://schemas.openxmlformats.org/officeDocument/2006/relationships/image" Target="../media/image283.png"/><Relationship Id="rId60" Type="http://schemas.openxmlformats.org/officeDocument/2006/relationships/image" Target="../media/image290.png"/><Relationship Id="rId65" Type="http://schemas.openxmlformats.org/officeDocument/2006/relationships/customXml" Target="../ink/ink248.xml"/><Relationship Id="rId81" Type="http://schemas.openxmlformats.org/officeDocument/2006/relationships/customXml" Target="../ink/ink256.xml"/><Relationship Id="rId86" Type="http://schemas.openxmlformats.org/officeDocument/2006/relationships/image" Target="../media/image303.png"/><Relationship Id="rId130" Type="http://schemas.openxmlformats.org/officeDocument/2006/relationships/image" Target="../media/image325.png"/><Relationship Id="rId135" Type="http://schemas.openxmlformats.org/officeDocument/2006/relationships/customXml" Target="../ink/ink283.xml"/><Relationship Id="rId151" Type="http://schemas.openxmlformats.org/officeDocument/2006/relationships/customXml" Target="../ink/ink291.xml"/><Relationship Id="rId156" Type="http://schemas.openxmlformats.org/officeDocument/2006/relationships/image" Target="../media/image338.png"/><Relationship Id="rId177" Type="http://schemas.openxmlformats.org/officeDocument/2006/relationships/customXml" Target="../ink/ink304.xml"/><Relationship Id="rId198" Type="http://schemas.openxmlformats.org/officeDocument/2006/relationships/image" Target="../media/image358.png"/><Relationship Id="rId172" Type="http://schemas.openxmlformats.org/officeDocument/2006/relationships/image" Target="../media/image346.png"/><Relationship Id="rId193" Type="http://schemas.openxmlformats.org/officeDocument/2006/relationships/customXml" Target="../ink/ink312.xml"/><Relationship Id="rId202" Type="http://schemas.openxmlformats.org/officeDocument/2006/relationships/image" Target="../media/image360.png"/><Relationship Id="rId207" Type="http://schemas.openxmlformats.org/officeDocument/2006/relationships/customXml" Target="../ink/ink319.xml"/><Relationship Id="rId223" Type="http://schemas.openxmlformats.org/officeDocument/2006/relationships/customXml" Target="../ink/ink327.xml"/><Relationship Id="rId228" Type="http://schemas.openxmlformats.org/officeDocument/2006/relationships/image" Target="../media/image373.png"/><Relationship Id="rId244" Type="http://schemas.openxmlformats.org/officeDocument/2006/relationships/image" Target="../media/image381.png"/><Relationship Id="rId249" Type="http://schemas.openxmlformats.org/officeDocument/2006/relationships/customXml" Target="../ink/ink340.xml"/><Relationship Id="rId39" Type="http://schemas.openxmlformats.org/officeDocument/2006/relationships/customXml" Target="../ink/ink236.xml"/><Relationship Id="rId109" Type="http://schemas.openxmlformats.org/officeDocument/2006/relationships/customXml" Target="../ink/ink270.xml"/><Relationship Id="rId50" Type="http://schemas.openxmlformats.org/officeDocument/2006/relationships/image" Target="../media/image286.png"/><Relationship Id="rId55" Type="http://schemas.openxmlformats.org/officeDocument/2006/relationships/customXml" Target="../ink/ink243.xml"/><Relationship Id="rId76" Type="http://schemas.openxmlformats.org/officeDocument/2006/relationships/image" Target="../media/image298.png"/><Relationship Id="rId97" Type="http://schemas.openxmlformats.org/officeDocument/2006/relationships/customXml" Target="../ink/ink264.xml"/><Relationship Id="rId104" Type="http://schemas.openxmlformats.org/officeDocument/2006/relationships/image" Target="../media/image312.png"/><Relationship Id="rId120" Type="http://schemas.openxmlformats.org/officeDocument/2006/relationships/image" Target="../media/image320.png"/><Relationship Id="rId125" Type="http://schemas.openxmlformats.org/officeDocument/2006/relationships/customXml" Target="../ink/ink278.xml"/><Relationship Id="rId141" Type="http://schemas.openxmlformats.org/officeDocument/2006/relationships/customXml" Target="../ink/ink286.xml"/><Relationship Id="rId146" Type="http://schemas.openxmlformats.org/officeDocument/2006/relationships/image" Target="../media/image333.png"/><Relationship Id="rId167" Type="http://schemas.openxmlformats.org/officeDocument/2006/relationships/customXml" Target="../ink/ink299.xml"/><Relationship Id="rId188" Type="http://schemas.openxmlformats.org/officeDocument/2006/relationships/image" Target="../media/image353.png"/><Relationship Id="rId7" Type="http://schemas.openxmlformats.org/officeDocument/2006/relationships/customXml" Target="../ink/ink235.xml"/><Relationship Id="rId71" Type="http://schemas.openxmlformats.org/officeDocument/2006/relationships/customXml" Target="../ink/ink251.xml"/><Relationship Id="rId92" Type="http://schemas.openxmlformats.org/officeDocument/2006/relationships/image" Target="../media/image306.png"/><Relationship Id="rId162" Type="http://schemas.openxmlformats.org/officeDocument/2006/relationships/image" Target="../media/image341.png"/><Relationship Id="rId183" Type="http://schemas.openxmlformats.org/officeDocument/2006/relationships/customXml" Target="../ink/ink307.xml"/><Relationship Id="rId213" Type="http://schemas.openxmlformats.org/officeDocument/2006/relationships/customXml" Target="../ink/ink322.xml"/><Relationship Id="rId218" Type="http://schemas.openxmlformats.org/officeDocument/2006/relationships/image" Target="../media/image368.png"/><Relationship Id="rId234" Type="http://schemas.openxmlformats.org/officeDocument/2006/relationships/image" Target="../media/image376.png"/><Relationship Id="rId239" Type="http://schemas.openxmlformats.org/officeDocument/2006/relationships/customXml" Target="../ink/ink335.xml"/><Relationship Id="rId2" Type="http://schemas.openxmlformats.org/officeDocument/2006/relationships/image" Target="../media/image278.png"/><Relationship Id="rId250" Type="http://schemas.openxmlformats.org/officeDocument/2006/relationships/image" Target="../media/image384.png"/><Relationship Id="rId40" Type="http://schemas.openxmlformats.org/officeDocument/2006/relationships/image" Target="../media/image167.png"/><Relationship Id="rId45" Type="http://schemas.openxmlformats.org/officeDocument/2006/relationships/customXml" Target="../ink/ink238.xml"/><Relationship Id="rId66" Type="http://schemas.openxmlformats.org/officeDocument/2006/relationships/image" Target="../media/image293.png"/><Relationship Id="rId87" Type="http://schemas.openxmlformats.org/officeDocument/2006/relationships/customXml" Target="../ink/ink259.xml"/><Relationship Id="rId110" Type="http://schemas.openxmlformats.org/officeDocument/2006/relationships/image" Target="../media/image315.png"/><Relationship Id="rId115" Type="http://schemas.openxmlformats.org/officeDocument/2006/relationships/customXml" Target="../ink/ink273.xml"/><Relationship Id="rId131" Type="http://schemas.openxmlformats.org/officeDocument/2006/relationships/customXml" Target="../ink/ink281.xml"/><Relationship Id="rId136" Type="http://schemas.openxmlformats.org/officeDocument/2006/relationships/image" Target="../media/image328.png"/><Relationship Id="rId157" Type="http://schemas.openxmlformats.org/officeDocument/2006/relationships/customXml" Target="../ink/ink294.xml"/><Relationship Id="rId178" Type="http://schemas.openxmlformats.org/officeDocument/2006/relationships/image" Target="../media/image348.png"/><Relationship Id="rId61" Type="http://schemas.openxmlformats.org/officeDocument/2006/relationships/customXml" Target="../ink/ink246.xml"/><Relationship Id="rId82" Type="http://schemas.openxmlformats.org/officeDocument/2006/relationships/image" Target="../media/image301.png"/><Relationship Id="rId152" Type="http://schemas.openxmlformats.org/officeDocument/2006/relationships/image" Target="../media/image336.png"/><Relationship Id="rId173" Type="http://schemas.openxmlformats.org/officeDocument/2006/relationships/customXml" Target="../ink/ink302.xml"/><Relationship Id="rId194" Type="http://schemas.openxmlformats.org/officeDocument/2006/relationships/image" Target="../media/image356.png"/><Relationship Id="rId199" Type="http://schemas.openxmlformats.org/officeDocument/2006/relationships/customXml" Target="../ink/ink315.xml"/><Relationship Id="rId203" Type="http://schemas.openxmlformats.org/officeDocument/2006/relationships/customXml" Target="../ink/ink317.xml"/><Relationship Id="rId208" Type="http://schemas.openxmlformats.org/officeDocument/2006/relationships/image" Target="../media/image363.png"/><Relationship Id="rId229" Type="http://schemas.openxmlformats.org/officeDocument/2006/relationships/customXml" Target="../ink/ink330.xml"/><Relationship Id="rId224" Type="http://schemas.openxmlformats.org/officeDocument/2006/relationships/image" Target="../media/image371.png"/><Relationship Id="rId240" Type="http://schemas.openxmlformats.org/officeDocument/2006/relationships/image" Target="../media/image379.png"/><Relationship Id="rId245" Type="http://schemas.openxmlformats.org/officeDocument/2006/relationships/customXml" Target="../ink/ink338.xml"/><Relationship Id="rId56" Type="http://schemas.openxmlformats.org/officeDocument/2006/relationships/customXml" Target="../ink/ink244.xml"/><Relationship Id="rId77" Type="http://schemas.openxmlformats.org/officeDocument/2006/relationships/customXml" Target="../ink/ink254.xml"/><Relationship Id="rId100" Type="http://schemas.openxmlformats.org/officeDocument/2006/relationships/image" Target="../media/image310.png"/><Relationship Id="rId105" Type="http://schemas.openxmlformats.org/officeDocument/2006/relationships/customXml" Target="../ink/ink268.xml"/><Relationship Id="rId126" Type="http://schemas.openxmlformats.org/officeDocument/2006/relationships/image" Target="../media/image323.png"/><Relationship Id="rId147" Type="http://schemas.openxmlformats.org/officeDocument/2006/relationships/customXml" Target="../ink/ink289.xml"/><Relationship Id="rId168" Type="http://schemas.openxmlformats.org/officeDocument/2006/relationships/image" Target="../media/image344.png"/><Relationship Id="rId8" Type="http://schemas.openxmlformats.org/officeDocument/2006/relationships/image" Target="../media/image282.png"/><Relationship Id="rId51" Type="http://schemas.openxmlformats.org/officeDocument/2006/relationships/customXml" Target="../ink/ink241.xml"/><Relationship Id="rId72" Type="http://schemas.openxmlformats.org/officeDocument/2006/relationships/image" Target="../media/image296.png"/><Relationship Id="rId93" Type="http://schemas.openxmlformats.org/officeDocument/2006/relationships/customXml" Target="../ink/ink262.xml"/><Relationship Id="rId98" Type="http://schemas.openxmlformats.org/officeDocument/2006/relationships/image" Target="../media/image309.png"/><Relationship Id="rId121" Type="http://schemas.openxmlformats.org/officeDocument/2006/relationships/customXml" Target="../ink/ink276.xml"/><Relationship Id="rId142" Type="http://schemas.openxmlformats.org/officeDocument/2006/relationships/image" Target="../media/image331.png"/><Relationship Id="rId163" Type="http://schemas.openxmlformats.org/officeDocument/2006/relationships/customXml" Target="../ink/ink297.xml"/><Relationship Id="rId184" Type="http://schemas.openxmlformats.org/officeDocument/2006/relationships/image" Target="../media/image351.png"/><Relationship Id="rId189" Type="http://schemas.openxmlformats.org/officeDocument/2006/relationships/customXml" Target="../ink/ink310.xml"/><Relationship Id="rId219" Type="http://schemas.openxmlformats.org/officeDocument/2006/relationships/customXml" Target="../ink/ink325.xml"/><Relationship Id="rId3" Type="http://schemas.openxmlformats.org/officeDocument/2006/relationships/image" Target="../media/image279.png"/><Relationship Id="rId214" Type="http://schemas.openxmlformats.org/officeDocument/2006/relationships/image" Target="../media/image366.png"/><Relationship Id="rId230" Type="http://schemas.openxmlformats.org/officeDocument/2006/relationships/image" Target="../media/image374.png"/><Relationship Id="rId235" Type="http://schemas.openxmlformats.org/officeDocument/2006/relationships/customXml" Target="../ink/ink333.xml"/><Relationship Id="rId251" Type="http://schemas.openxmlformats.org/officeDocument/2006/relationships/customXml" Target="../ink/ink341.xml"/><Relationship Id="rId46" Type="http://schemas.openxmlformats.org/officeDocument/2006/relationships/image" Target="../media/image284.png"/><Relationship Id="rId67" Type="http://schemas.openxmlformats.org/officeDocument/2006/relationships/customXml" Target="../ink/ink249.xml"/><Relationship Id="rId116" Type="http://schemas.openxmlformats.org/officeDocument/2006/relationships/image" Target="../media/image318.png"/><Relationship Id="rId137" Type="http://schemas.openxmlformats.org/officeDocument/2006/relationships/customXml" Target="../ink/ink284.xml"/><Relationship Id="rId158" Type="http://schemas.openxmlformats.org/officeDocument/2006/relationships/image" Target="../media/image339.png"/><Relationship Id="rId62" Type="http://schemas.openxmlformats.org/officeDocument/2006/relationships/image" Target="../media/image291.png"/><Relationship Id="rId83" Type="http://schemas.openxmlformats.org/officeDocument/2006/relationships/customXml" Target="../ink/ink257.xml"/><Relationship Id="rId88" Type="http://schemas.openxmlformats.org/officeDocument/2006/relationships/image" Target="../media/image304.png"/><Relationship Id="rId111" Type="http://schemas.openxmlformats.org/officeDocument/2006/relationships/customXml" Target="../ink/ink271.xml"/><Relationship Id="rId132" Type="http://schemas.openxmlformats.org/officeDocument/2006/relationships/image" Target="../media/image326.png"/><Relationship Id="rId153" Type="http://schemas.openxmlformats.org/officeDocument/2006/relationships/customXml" Target="../ink/ink292.xml"/><Relationship Id="rId174" Type="http://schemas.openxmlformats.org/officeDocument/2006/relationships/image" Target="../media/image347.png"/><Relationship Id="rId179" Type="http://schemas.openxmlformats.org/officeDocument/2006/relationships/customXml" Target="../ink/ink305.xml"/><Relationship Id="rId195" Type="http://schemas.openxmlformats.org/officeDocument/2006/relationships/customXml" Target="../ink/ink313.xml"/><Relationship Id="rId209" Type="http://schemas.openxmlformats.org/officeDocument/2006/relationships/customXml" Target="../ink/ink320.xml"/><Relationship Id="rId190" Type="http://schemas.openxmlformats.org/officeDocument/2006/relationships/image" Target="../media/image354.png"/><Relationship Id="rId204" Type="http://schemas.openxmlformats.org/officeDocument/2006/relationships/image" Target="../media/image361.png"/><Relationship Id="rId220" Type="http://schemas.openxmlformats.org/officeDocument/2006/relationships/image" Target="../media/image369.png"/><Relationship Id="rId225" Type="http://schemas.openxmlformats.org/officeDocument/2006/relationships/customXml" Target="../ink/ink328.xml"/><Relationship Id="rId241" Type="http://schemas.openxmlformats.org/officeDocument/2006/relationships/customXml" Target="../ink/ink336.xml"/><Relationship Id="rId246" Type="http://schemas.openxmlformats.org/officeDocument/2006/relationships/image" Target="../media/image382.png"/><Relationship Id="rId57" Type="http://schemas.openxmlformats.org/officeDocument/2006/relationships/image" Target="../media/image289.png"/><Relationship Id="rId106" Type="http://schemas.openxmlformats.org/officeDocument/2006/relationships/image" Target="../media/image313.png"/><Relationship Id="rId127" Type="http://schemas.openxmlformats.org/officeDocument/2006/relationships/customXml" Target="../ink/ink279.xml"/><Relationship Id="rId52" Type="http://schemas.openxmlformats.org/officeDocument/2006/relationships/image" Target="../media/image287.png"/><Relationship Id="rId73" Type="http://schemas.openxmlformats.org/officeDocument/2006/relationships/customXml" Target="../ink/ink252.xml"/><Relationship Id="rId78" Type="http://schemas.openxmlformats.org/officeDocument/2006/relationships/image" Target="../media/image299.png"/><Relationship Id="rId94" Type="http://schemas.openxmlformats.org/officeDocument/2006/relationships/image" Target="../media/image307.png"/><Relationship Id="rId99" Type="http://schemas.openxmlformats.org/officeDocument/2006/relationships/customXml" Target="../ink/ink265.xml"/><Relationship Id="rId101" Type="http://schemas.openxmlformats.org/officeDocument/2006/relationships/customXml" Target="../ink/ink266.xml"/><Relationship Id="rId122" Type="http://schemas.openxmlformats.org/officeDocument/2006/relationships/image" Target="../media/image321.png"/><Relationship Id="rId143" Type="http://schemas.openxmlformats.org/officeDocument/2006/relationships/customXml" Target="../ink/ink287.xml"/><Relationship Id="rId148" Type="http://schemas.openxmlformats.org/officeDocument/2006/relationships/image" Target="../media/image334.png"/><Relationship Id="rId164" Type="http://schemas.openxmlformats.org/officeDocument/2006/relationships/image" Target="../media/image342.png"/><Relationship Id="rId169" Type="http://schemas.openxmlformats.org/officeDocument/2006/relationships/customXml" Target="../ink/ink300.xml"/><Relationship Id="rId185" Type="http://schemas.openxmlformats.org/officeDocument/2006/relationships/customXml" Target="../ink/ink308.xml"/><Relationship Id="rId4" Type="http://schemas.openxmlformats.org/officeDocument/2006/relationships/image" Target="../media/image280.png"/><Relationship Id="rId180" Type="http://schemas.openxmlformats.org/officeDocument/2006/relationships/image" Target="../media/image349.png"/><Relationship Id="rId210" Type="http://schemas.openxmlformats.org/officeDocument/2006/relationships/image" Target="../media/image364.png"/><Relationship Id="rId215" Type="http://schemas.openxmlformats.org/officeDocument/2006/relationships/customXml" Target="../ink/ink323.xml"/><Relationship Id="rId236" Type="http://schemas.openxmlformats.org/officeDocument/2006/relationships/image" Target="../media/image377.png"/><Relationship Id="rId231" Type="http://schemas.openxmlformats.org/officeDocument/2006/relationships/customXml" Target="../ink/ink331.xml"/><Relationship Id="rId252" Type="http://schemas.openxmlformats.org/officeDocument/2006/relationships/image" Target="../media/image385.png"/><Relationship Id="rId47" Type="http://schemas.openxmlformats.org/officeDocument/2006/relationships/customXml" Target="../ink/ink239.xml"/><Relationship Id="rId68" Type="http://schemas.openxmlformats.org/officeDocument/2006/relationships/image" Target="../media/image294.png"/><Relationship Id="rId89" Type="http://schemas.openxmlformats.org/officeDocument/2006/relationships/customXml" Target="../ink/ink260.xml"/><Relationship Id="rId112" Type="http://schemas.openxmlformats.org/officeDocument/2006/relationships/image" Target="../media/image316.png"/><Relationship Id="rId133" Type="http://schemas.openxmlformats.org/officeDocument/2006/relationships/customXml" Target="../ink/ink282.xml"/><Relationship Id="rId154" Type="http://schemas.openxmlformats.org/officeDocument/2006/relationships/image" Target="../media/image337.png"/><Relationship Id="rId175" Type="http://schemas.openxmlformats.org/officeDocument/2006/relationships/customXml" Target="../ink/ink303.xml"/><Relationship Id="rId196" Type="http://schemas.openxmlformats.org/officeDocument/2006/relationships/image" Target="../media/image357.png"/><Relationship Id="rId200" Type="http://schemas.openxmlformats.org/officeDocument/2006/relationships/image" Target="../media/image359.png"/><Relationship Id="rId221" Type="http://schemas.openxmlformats.org/officeDocument/2006/relationships/customXml" Target="../ink/ink326.xml"/><Relationship Id="rId242" Type="http://schemas.openxmlformats.org/officeDocument/2006/relationships/image" Target="../media/image380.png"/><Relationship Id="rId79" Type="http://schemas.openxmlformats.org/officeDocument/2006/relationships/customXml" Target="../ink/ink255.xml"/><Relationship Id="rId102" Type="http://schemas.openxmlformats.org/officeDocument/2006/relationships/image" Target="../media/image311.png"/><Relationship Id="rId123" Type="http://schemas.openxmlformats.org/officeDocument/2006/relationships/customXml" Target="../ink/ink277.xml"/><Relationship Id="rId144" Type="http://schemas.openxmlformats.org/officeDocument/2006/relationships/image" Target="../media/image3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13" Type="http://schemas.openxmlformats.org/officeDocument/2006/relationships/customXml" Target="../ink/ink347.xml"/><Relationship Id="rId18" Type="http://schemas.openxmlformats.org/officeDocument/2006/relationships/image" Target="../media/image396.png"/><Relationship Id="rId26" Type="http://schemas.openxmlformats.org/officeDocument/2006/relationships/image" Target="../media/image400.png"/><Relationship Id="rId3" Type="http://schemas.openxmlformats.org/officeDocument/2006/relationships/customXml" Target="../ink/ink342.xml"/><Relationship Id="rId21" Type="http://schemas.openxmlformats.org/officeDocument/2006/relationships/customXml" Target="../ink/ink351.xml"/><Relationship Id="rId7" Type="http://schemas.openxmlformats.org/officeDocument/2006/relationships/customXml" Target="../ink/ink344.xml"/><Relationship Id="rId12" Type="http://schemas.openxmlformats.org/officeDocument/2006/relationships/image" Target="../media/image393.png"/><Relationship Id="rId17" Type="http://schemas.openxmlformats.org/officeDocument/2006/relationships/customXml" Target="../ink/ink349.xml"/><Relationship Id="rId25" Type="http://schemas.openxmlformats.org/officeDocument/2006/relationships/customXml" Target="../ink/ink353.xml"/><Relationship Id="rId2" Type="http://schemas.openxmlformats.org/officeDocument/2006/relationships/image" Target="../media/image388.png"/><Relationship Id="rId16" Type="http://schemas.openxmlformats.org/officeDocument/2006/relationships/image" Target="../media/image395.png"/><Relationship Id="rId20" Type="http://schemas.openxmlformats.org/officeDocument/2006/relationships/image" Target="../media/image3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11" Type="http://schemas.openxmlformats.org/officeDocument/2006/relationships/customXml" Target="../ink/ink346.xml"/><Relationship Id="rId24" Type="http://schemas.openxmlformats.org/officeDocument/2006/relationships/image" Target="../media/image399.png"/><Relationship Id="rId5" Type="http://schemas.openxmlformats.org/officeDocument/2006/relationships/customXml" Target="../ink/ink343.xml"/><Relationship Id="rId15" Type="http://schemas.openxmlformats.org/officeDocument/2006/relationships/customXml" Target="../ink/ink348.xml"/><Relationship Id="rId23" Type="http://schemas.openxmlformats.org/officeDocument/2006/relationships/customXml" Target="../ink/ink352.xml"/><Relationship Id="rId28" Type="http://schemas.openxmlformats.org/officeDocument/2006/relationships/image" Target="../media/image401.png"/><Relationship Id="rId10" Type="http://schemas.openxmlformats.org/officeDocument/2006/relationships/image" Target="../media/image392.png"/><Relationship Id="rId19" Type="http://schemas.openxmlformats.org/officeDocument/2006/relationships/customXml" Target="../ink/ink350.xml"/><Relationship Id="rId4" Type="http://schemas.openxmlformats.org/officeDocument/2006/relationships/image" Target="../media/image389.png"/><Relationship Id="rId9" Type="http://schemas.openxmlformats.org/officeDocument/2006/relationships/customXml" Target="../ink/ink345.xml"/><Relationship Id="rId14" Type="http://schemas.openxmlformats.org/officeDocument/2006/relationships/image" Target="../media/image394.png"/><Relationship Id="rId22" Type="http://schemas.openxmlformats.org/officeDocument/2006/relationships/image" Target="../media/image398.png"/><Relationship Id="rId27" Type="http://schemas.openxmlformats.org/officeDocument/2006/relationships/customXml" Target="../ink/ink35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png"/><Relationship Id="rId3" Type="http://schemas.openxmlformats.org/officeDocument/2006/relationships/customXml" Target="../ink/ink355.xml"/><Relationship Id="rId7" Type="http://schemas.openxmlformats.org/officeDocument/2006/relationships/customXml" Target="../ink/ink357.xml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4.png"/><Relationship Id="rId5" Type="http://schemas.openxmlformats.org/officeDocument/2006/relationships/customXml" Target="../ink/ink356.xml"/><Relationship Id="rId4" Type="http://schemas.openxmlformats.org/officeDocument/2006/relationships/image" Target="../media/image40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png"/><Relationship Id="rId13" Type="http://schemas.openxmlformats.org/officeDocument/2006/relationships/customXml" Target="../ink/ink363.xml"/><Relationship Id="rId18" Type="http://schemas.openxmlformats.org/officeDocument/2006/relationships/image" Target="../media/image414.png"/><Relationship Id="rId26" Type="http://schemas.openxmlformats.org/officeDocument/2006/relationships/image" Target="../media/image418.png"/><Relationship Id="rId3" Type="http://schemas.openxmlformats.org/officeDocument/2006/relationships/customXml" Target="../ink/ink358.xml"/><Relationship Id="rId21" Type="http://schemas.openxmlformats.org/officeDocument/2006/relationships/customXml" Target="../ink/ink367.xml"/><Relationship Id="rId7" Type="http://schemas.openxmlformats.org/officeDocument/2006/relationships/customXml" Target="../ink/ink360.xml"/><Relationship Id="rId12" Type="http://schemas.openxmlformats.org/officeDocument/2006/relationships/image" Target="../media/image411.png"/><Relationship Id="rId17" Type="http://schemas.openxmlformats.org/officeDocument/2006/relationships/customXml" Target="../ink/ink365.xml"/><Relationship Id="rId25" Type="http://schemas.openxmlformats.org/officeDocument/2006/relationships/customXml" Target="../ink/ink369.xml"/><Relationship Id="rId2" Type="http://schemas.openxmlformats.org/officeDocument/2006/relationships/image" Target="../media/image406.png"/><Relationship Id="rId16" Type="http://schemas.openxmlformats.org/officeDocument/2006/relationships/image" Target="../media/image413.png"/><Relationship Id="rId20" Type="http://schemas.openxmlformats.org/officeDocument/2006/relationships/image" Target="../media/image4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8.png"/><Relationship Id="rId11" Type="http://schemas.openxmlformats.org/officeDocument/2006/relationships/customXml" Target="../ink/ink362.xml"/><Relationship Id="rId24" Type="http://schemas.openxmlformats.org/officeDocument/2006/relationships/image" Target="../media/image417.png"/><Relationship Id="rId5" Type="http://schemas.openxmlformats.org/officeDocument/2006/relationships/customXml" Target="../ink/ink359.xml"/><Relationship Id="rId15" Type="http://schemas.openxmlformats.org/officeDocument/2006/relationships/customXml" Target="../ink/ink364.xml"/><Relationship Id="rId23" Type="http://schemas.openxmlformats.org/officeDocument/2006/relationships/customXml" Target="../ink/ink368.xml"/><Relationship Id="rId10" Type="http://schemas.openxmlformats.org/officeDocument/2006/relationships/image" Target="../media/image410.png"/><Relationship Id="rId19" Type="http://schemas.openxmlformats.org/officeDocument/2006/relationships/customXml" Target="../ink/ink366.xml"/><Relationship Id="rId4" Type="http://schemas.openxmlformats.org/officeDocument/2006/relationships/image" Target="../media/image407.png"/><Relationship Id="rId9" Type="http://schemas.openxmlformats.org/officeDocument/2006/relationships/customXml" Target="../ink/ink361.xml"/><Relationship Id="rId14" Type="http://schemas.openxmlformats.org/officeDocument/2006/relationships/image" Target="../media/image412.png"/><Relationship Id="rId22" Type="http://schemas.openxmlformats.org/officeDocument/2006/relationships/image" Target="../media/image41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customXml" Target="../ink/ink375.xml"/><Relationship Id="rId18" Type="http://schemas.openxmlformats.org/officeDocument/2006/relationships/image" Target="../media/image427.png"/><Relationship Id="rId26" Type="http://schemas.openxmlformats.org/officeDocument/2006/relationships/image" Target="../media/image431.png"/><Relationship Id="rId39" Type="http://schemas.openxmlformats.org/officeDocument/2006/relationships/customXml" Target="../ink/ink388.xml"/><Relationship Id="rId3" Type="http://schemas.openxmlformats.org/officeDocument/2006/relationships/customXml" Target="../ink/ink370.xml"/><Relationship Id="rId21" Type="http://schemas.openxmlformats.org/officeDocument/2006/relationships/customXml" Target="../ink/ink379.xml"/><Relationship Id="rId34" Type="http://schemas.openxmlformats.org/officeDocument/2006/relationships/image" Target="../media/image434.png"/><Relationship Id="rId42" Type="http://schemas.openxmlformats.org/officeDocument/2006/relationships/image" Target="../media/image438.png"/><Relationship Id="rId47" Type="http://schemas.openxmlformats.org/officeDocument/2006/relationships/customXml" Target="../ink/ink392.xml"/><Relationship Id="rId7" Type="http://schemas.openxmlformats.org/officeDocument/2006/relationships/customXml" Target="../ink/ink372.xml"/><Relationship Id="rId12" Type="http://schemas.openxmlformats.org/officeDocument/2006/relationships/image" Target="../media/image424.png"/><Relationship Id="rId17" Type="http://schemas.openxmlformats.org/officeDocument/2006/relationships/customXml" Target="../ink/ink377.xml"/><Relationship Id="rId25" Type="http://schemas.openxmlformats.org/officeDocument/2006/relationships/customXml" Target="../ink/ink381.xml"/><Relationship Id="rId33" Type="http://schemas.openxmlformats.org/officeDocument/2006/relationships/customXml" Target="../ink/ink385.xml"/><Relationship Id="rId38" Type="http://schemas.openxmlformats.org/officeDocument/2006/relationships/image" Target="../media/image436.png"/><Relationship Id="rId46" Type="http://schemas.openxmlformats.org/officeDocument/2006/relationships/image" Target="../media/image440.png"/><Relationship Id="rId2" Type="http://schemas.openxmlformats.org/officeDocument/2006/relationships/image" Target="../media/image419.png"/><Relationship Id="rId16" Type="http://schemas.openxmlformats.org/officeDocument/2006/relationships/image" Target="../media/image426.png"/><Relationship Id="rId20" Type="http://schemas.openxmlformats.org/officeDocument/2006/relationships/image" Target="../media/image428.png"/><Relationship Id="rId29" Type="http://schemas.openxmlformats.org/officeDocument/2006/relationships/customXml" Target="../ink/ink383.xml"/><Relationship Id="rId41" Type="http://schemas.openxmlformats.org/officeDocument/2006/relationships/customXml" Target="../ink/ink38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1.png"/><Relationship Id="rId11" Type="http://schemas.openxmlformats.org/officeDocument/2006/relationships/customXml" Target="../ink/ink374.xml"/><Relationship Id="rId24" Type="http://schemas.openxmlformats.org/officeDocument/2006/relationships/image" Target="../media/image430.png"/><Relationship Id="rId32" Type="http://schemas.openxmlformats.org/officeDocument/2006/relationships/image" Target="../media/image433.png"/><Relationship Id="rId37" Type="http://schemas.openxmlformats.org/officeDocument/2006/relationships/customXml" Target="../ink/ink387.xml"/><Relationship Id="rId40" Type="http://schemas.openxmlformats.org/officeDocument/2006/relationships/image" Target="../media/image437.png"/><Relationship Id="rId45" Type="http://schemas.openxmlformats.org/officeDocument/2006/relationships/customXml" Target="../ink/ink391.xml"/><Relationship Id="rId5" Type="http://schemas.openxmlformats.org/officeDocument/2006/relationships/customXml" Target="../ink/ink371.xml"/><Relationship Id="rId15" Type="http://schemas.openxmlformats.org/officeDocument/2006/relationships/customXml" Target="../ink/ink376.xml"/><Relationship Id="rId23" Type="http://schemas.openxmlformats.org/officeDocument/2006/relationships/customXml" Target="../ink/ink380.xml"/><Relationship Id="rId28" Type="http://schemas.openxmlformats.org/officeDocument/2006/relationships/image" Target="../media/image432.png"/><Relationship Id="rId36" Type="http://schemas.openxmlformats.org/officeDocument/2006/relationships/image" Target="../media/image435.png"/><Relationship Id="rId10" Type="http://schemas.openxmlformats.org/officeDocument/2006/relationships/image" Target="../media/image423.png"/><Relationship Id="rId19" Type="http://schemas.openxmlformats.org/officeDocument/2006/relationships/customXml" Target="../ink/ink378.xml"/><Relationship Id="rId31" Type="http://schemas.openxmlformats.org/officeDocument/2006/relationships/customXml" Target="../ink/ink384.xml"/><Relationship Id="rId44" Type="http://schemas.openxmlformats.org/officeDocument/2006/relationships/image" Target="../media/image439.png"/><Relationship Id="rId4" Type="http://schemas.openxmlformats.org/officeDocument/2006/relationships/image" Target="../media/image420.png"/><Relationship Id="rId9" Type="http://schemas.openxmlformats.org/officeDocument/2006/relationships/customXml" Target="../ink/ink373.xml"/><Relationship Id="rId14" Type="http://schemas.openxmlformats.org/officeDocument/2006/relationships/image" Target="../media/image425.png"/><Relationship Id="rId22" Type="http://schemas.openxmlformats.org/officeDocument/2006/relationships/image" Target="../media/image429.png"/><Relationship Id="rId27" Type="http://schemas.openxmlformats.org/officeDocument/2006/relationships/customXml" Target="../ink/ink382.xml"/><Relationship Id="rId30" Type="http://schemas.openxmlformats.org/officeDocument/2006/relationships/image" Target="../media/image225.png"/><Relationship Id="rId35" Type="http://schemas.openxmlformats.org/officeDocument/2006/relationships/customXml" Target="../ink/ink386.xml"/><Relationship Id="rId43" Type="http://schemas.openxmlformats.org/officeDocument/2006/relationships/customXml" Target="../ink/ink390.xml"/><Relationship Id="rId48" Type="http://schemas.openxmlformats.org/officeDocument/2006/relationships/image" Target="../media/image44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png"/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png"/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png"/><Relationship Id="rId2" Type="http://schemas.openxmlformats.org/officeDocument/2006/relationships/image" Target="../media/image45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5.xml"/><Relationship Id="rId13" Type="http://schemas.openxmlformats.org/officeDocument/2006/relationships/image" Target="../media/image459.png"/><Relationship Id="rId18" Type="http://schemas.openxmlformats.org/officeDocument/2006/relationships/customXml" Target="../ink/ink400.xml"/><Relationship Id="rId26" Type="http://schemas.openxmlformats.org/officeDocument/2006/relationships/customXml" Target="../ink/ink404.xml"/><Relationship Id="rId3" Type="http://schemas.openxmlformats.org/officeDocument/2006/relationships/customXml" Target="../ink/ink393.xml"/><Relationship Id="rId21" Type="http://schemas.openxmlformats.org/officeDocument/2006/relationships/image" Target="../media/image463.png"/><Relationship Id="rId34" Type="http://schemas.openxmlformats.org/officeDocument/2006/relationships/customXml" Target="../ink/ink408.xml"/><Relationship Id="rId12" Type="http://schemas.openxmlformats.org/officeDocument/2006/relationships/customXml" Target="../ink/ink397.xml"/><Relationship Id="rId17" Type="http://schemas.openxmlformats.org/officeDocument/2006/relationships/image" Target="../media/image461.png"/><Relationship Id="rId25" Type="http://schemas.openxmlformats.org/officeDocument/2006/relationships/image" Target="../media/image465.png"/><Relationship Id="rId33" Type="http://schemas.openxmlformats.org/officeDocument/2006/relationships/image" Target="../media/image469.png"/><Relationship Id="rId2" Type="http://schemas.openxmlformats.org/officeDocument/2006/relationships/image" Target="../media/image455.png"/><Relationship Id="rId16" Type="http://schemas.openxmlformats.org/officeDocument/2006/relationships/customXml" Target="../ink/ink399.xml"/><Relationship Id="rId20" Type="http://schemas.openxmlformats.org/officeDocument/2006/relationships/customXml" Target="../ink/ink401.xml"/><Relationship Id="rId29" Type="http://schemas.openxmlformats.org/officeDocument/2006/relationships/image" Target="../media/image4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6.png"/><Relationship Id="rId11" Type="http://schemas.openxmlformats.org/officeDocument/2006/relationships/image" Target="../media/image458.png"/><Relationship Id="rId24" Type="http://schemas.openxmlformats.org/officeDocument/2006/relationships/customXml" Target="../ink/ink403.xml"/><Relationship Id="rId32" Type="http://schemas.openxmlformats.org/officeDocument/2006/relationships/customXml" Target="../ink/ink407.xml"/><Relationship Id="rId5" Type="http://schemas.openxmlformats.org/officeDocument/2006/relationships/customXml" Target="../ink/ink394.xml"/><Relationship Id="rId15" Type="http://schemas.openxmlformats.org/officeDocument/2006/relationships/image" Target="../media/image460.png"/><Relationship Id="rId23" Type="http://schemas.openxmlformats.org/officeDocument/2006/relationships/image" Target="../media/image464.png"/><Relationship Id="rId28" Type="http://schemas.openxmlformats.org/officeDocument/2006/relationships/customXml" Target="../ink/ink405.xml"/><Relationship Id="rId10" Type="http://schemas.openxmlformats.org/officeDocument/2006/relationships/customXml" Target="../ink/ink396.xml"/><Relationship Id="rId19" Type="http://schemas.openxmlformats.org/officeDocument/2006/relationships/image" Target="../media/image462.png"/><Relationship Id="rId31" Type="http://schemas.openxmlformats.org/officeDocument/2006/relationships/image" Target="../media/image468.png"/><Relationship Id="rId4" Type="http://schemas.openxmlformats.org/officeDocument/2006/relationships/image" Target="../media/image167.png"/><Relationship Id="rId9" Type="http://schemas.openxmlformats.org/officeDocument/2006/relationships/image" Target="../media/image457.png"/><Relationship Id="rId14" Type="http://schemas.openxmlformats.org/officeDocument/2006/relationships/customXml" Target="../ink/ink398.xml"/><Relationship Id="rId22" Type="http://schemas.openxmlformats.org/officeDocument/2006/relationships/customXml" Target="../ink/ink402.xml"/><Relationship Id="rId27" Type="http://schemas.openxmlformats.org/officeDocument/2006/relationships/image" Target="../media/image466.png"/><Relationship Id="rId30" Type="http://schemas.openxmlformats.org/officeDocument/2006/relationships/customXml" Target="../ink/ink406.xml"/><Relationship Id="rId35" Type="http://schemas.openxmlformats.org/officeDocument/2006/relationships/image" Target="../media/image47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png"/><Relationship Id="rId13" Type="http://schemas.openxmlformats.org/officeDocument/2006/relationships/customXml" Target="../ink/ink413.xml"/><Relationship Id="rId18" Type="http://schemas.openxmlformats.org/officeDocument/2006/relationships/image" Target="../media/image480.png"/><Relationship Id="rId3" Type="http://schemas.openxmlformats.org/officeDocument/2006/relationships/image" Target="../media/image472.png"/><Relationship Id="rId7" Type="http://schemas.openxmlformats.org/officeDocument/2006/relationships/customXml" Target="../ink/ink410.xml"/><Relationship Id="rId12" Type="http://schemas.openxmlformats.org/officeDocument/2006/relationships/image" Target="../media/image477.png"/><Relationship Id="rId17" Type="http://schemas.openxmlformats.org/officeDocument/2006/relationships/customXml" Target="../ink/ink415.xml"/><Relationship Id="rId2" Type="http://schemas.openxmlformats.org/officeDocument/2006/relationships/image" Target="../media/image471.png"/><Relationship Id="rId16" Type="http://schemas.openxmlformats.org/officeDocument/2006/relationships/image" Target="../media/image479.png"/><Relationship Id="rId20" Type="http://schemas.openxmlformats.org/officeDocument/2006/relationships/image" Target="../media/image4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4.png"/><Relationship Id="rId11" Type="http://schemas.openxmlformats.org/officeDocument/2006/relationships/customXml" Target="../ink/ink412.xml"/><Relationship Id="rId5" Type="http://schemas.openxmlformats.org/officeDocument/2006/relationships/customXml" Target="../ink/ink409.xml"/><Relationship Id="rId15" Type="http://schemas.openxmlformats.org/officeDocument/2006/relationships/customXml" Target="../ink/ink414.xml"/><Relationship Id="rId10" Type="http://schemas.openxmlformats.org/officeDocument/2006/relationships/image" Target="../media/image476.png"/><Relationship Id="rId19" Type="http://schemas.openxmlformats.org/officeDocument/2006/relationships/customXml" Target="../ink/ink416.xml"/><Relationship Id="rId4" Type="http://schemas.openxmlformats.org/officeDocument/2006/relationships/image" Target="../media/image473.png"/><Relationship Id="rId9" Type="http://schemas.openxmlformats.org/officeDocument/2006/relationships/customXml" Target="../ink/ink411.xml"/><Relationship Id="rId14" Type="http://schemas.openxmlformats.org/officeDocument/2006/relationships/image" Target="../media/image478.png"/></Relationships>
</file>

<file path=ppt/slides/_rels/slide4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1.xml"/><Relationship Id="rId21" Type="http://schemas.openxmlformats.org/officeDocument/2006/relationships/customXml" Target="../ink/ink419.xml"/><Relationship Id="rId42" Type="http://schemas.openxmlformats.org/officeDocument/2006/relationships/image" Target="../media/image494.png"/><Relationship Id="rId63" Type="http://schemas.openxmlformats.org/officeDocument/2006/relationships/customXml" Target="../ink/ink433.xml"/><Relationship Id="rId84" Type="http://schemas.openxmlformats.org/officeDocument/2006/relationships/image" Target="../media/image514.png"/><Relationship Id="rId138" Type="http://schemas.openxmlformats.org/officeDocument/2006/relationships/image" Target="../media/image539.png"/><Relationship Id="rId159" Type="http://schemas.openxmlformats.org/officeDocument/2006/relationships/customXml" Target="../ink/ink483.xml"/><Relationship Id="rId170" Type="http://schemas.openxmlformats.org/officeDocument/2006/relationships/image" Target="../media/image555.png"/><Relationship Id="rId191" Type="http://schemas.openxmlformats.org/officeDocument/2006/relationships/customXml" Target="../ink/ink499.xml"/><Relationship Id="rId205" Type="http://schemas.openxmlformats.org/officeDocument/2006/relationships/customXml" Target="../ink/ink506.xml"/><Relationship Id="rId226" Type="http://schemas.openxmlformats.org/officeDocument/2006/relationships/image" Target="../media/image583.png"/><Relationship Id="rId107" Type="http://schemas.openxmlformats.org/officeDocument/2006/relationships/image" Target="../media/image525.png"/><Relationship Id="rId221" Type="http://schemas.openxmlformats.org/officeDocument/2006/relationships/customXml" Target="../ink/ink514.xml"/><Relationship Id="rId53" Type="http://schemas.openxmlformats.org/officeDocument/2006/relationships/customXml" Target="../ink/ink428.xml"/><Relationship Id="rId58" Type="http://schemas.openxmlformats.org/officeDocument/2006/relationships/image" Target="../media/image501.png"/><Relationship Id="rId74" Type="http://schemas.openxmlformats.org/officeDocument/2006/relationships/image" Target="../media/image509.png"/><Relationship Id="rId79" Type="http://schemas.openxmlformats.org/officeDocument/2006/relationships/customXml" Target="../ink/ink441.xml"/><Relationship Id="rId102" Type="http://schemas.openxmlformats.org/officeDocument/2006/relationships/customXml" Target="../ink/ink453.xml"/><Relationship Id="rId123" Type="http://schemas.openxmlformats.org/officeDocument/2006/relationships/customXml" Target="../ink/ink464.xml"/><Relationship Id="rId128" Type="http://schemas.openxmlformats.org/officeDocument/2006/relationships/image" Target="../media/image535.png"/><Relationship Id="rId144" Type="http://schemas.openxmlformats.org/officeDocument/2006/relationships/image" Target="../media/image542.png"/><Relationship Id="rId149" Type="http://schemas.openxmlformats.org/officeDocument/2006/relationships/customXml" Target="../ink/ink478.xml"/><Relationship Id="rId5" Type="http://schemas.openxmlformats.org/officeDocument/2006/relationships/image" Target="../media/image485.png"/><Relationship Id="rId90" Type="http://schemas.openxmlformats.org/officeDocument/2006/relationships/image" Target="../media/image517.png"/><Relationship Id="rId95" Type="http://schemas.openxmlformats.org/officeDocument/2006/relationships/customXml" Target="../ink/ink449.xml"/><Relationship Id="rId160" Type="http://schemas.openxmlformats.org/officeDocument/2006/relationships/image" Target="../media/image550.png"/><Relationship Id="rId165" Type="http://schemas.openxmlformats.org/officeDocument/2006/relationships/customXml" Target="../ink/ink486.xml"/><Relationship Id="rId181" Type="http://schemas.openxmlformats.org/officeDocument/2006/relationships/customXml" Target="../ink/ink494.xml"/><Relationship Id="rId186" Type="http://schemas.openxmlformats.org/officeDocument/2006/relationships/image" Target="../media/image563.png"/><Relationship Id="rId216" Type="http://schemas.openxmlformats.org/officeDocument/2006/relationships/image" Target="../media/image578.png"/><Relationship Id="rId211" Type="http://schemas.openxmlformats.org/officeDocument/2006/relationships/customXml" Target="../ink/ink509.xml"/><Relationship Id="rId22" Type="http://schemas.openxmlformats.org/officeDocument/2006/relationships/image" Target="../media/image490.png"/><Relationship Id="rId43" Type="http://schemas.openxmlformats.org/officeDocument/2006/relationships/customXml" Target="../ink/ink423.xml"/><Relationship Id="rId48" Type="http://schemas.openxmlformats.org/officeDocument/2006/relationships/image" Target="../media/image496.png"/><Relationship Id="rId64" Type="http://schemas.openxmlformats.org/officeDocument/2006/relationships/image" Target="../media/image504.png"/><Relationship Id="rId69" Type="http://schemas.openxmlformats.org/officeDocument/2006/relationships/customXml" Target="../ink/ink436.xml"/><Relationship Id="rId113" Type="http://schemas.openxmlformats.org/officeDocument/2006/relationships/image" Target="../media/image528.png"/><Relationship Id="rId118" Type="http://schemas.openxmlformats.org/officeDocument/2006/relationships/image" Target="../media/image530.png"/><Relationship Id="rId134" Type="http://schemas.openxmlformats.org/officeDocument/2006/relationships/customXml" Target="../ink/ink470.xml"/><Relationship Id="rId139" Type="http://schemas.openxmlformats.org/officeDocument/2006/relationships/customXml" Target="../ink/ink473.xml"/><Relationship Id="rId80" Type="http://schemas.openxmlformats.org/officeDocument/2006/relationships/image" Target="../media/image512.png"/><Relationship Id="rId85" Type="http://schemas.openxmlformats.org/officeDocument/2006/relationships/customXml" Target="../ink/ink444.xml"/><Relationship Id="rId150" Type="http://schemas.openxmlformats.org/officeDocument/2006/relationships/image" Target="../media/image545.png"/><Relationship Id="rId155" Type="http://schemas.openxmlformats.org/officeDocument/2006/relationships/customXml" Target="../ink/ink481.xml"/><Relationship Id="rId171" Type="http://schemas.openxmlformats.org/officeDocument/2006/relationships/customXml" Target="../ink/ink489.xml"/><Relationship Id="rId176" Type="http://schemas.openxmlformats.org/officeDocument/2006/relationships/image" Target="../media/image558.png"/><Relationship Id="rId192" Type="http://schemas.openxmlformats.org/officeDocument/2006/relationships/image" Target="../media/image566.png"/><Relationship Id="rId197" Type="http://schemas.openxmlformats.org/officeDocument/2006/relationships/customXml" Target="../ink/ink502.xml"/><Relationship Id="rId206" Type="http://schemas.openxmlformats.org/officeDocument/2006/relationships/image" Target="../media/image573.png"/><Relationship Id="rId227" Type="http://schemas.openxmlformats.org/officeDocument/2006/relationships/customXml" Target="../ink/ink517.xml"/><Relationship Id="rId201" Type="http://schemas.openxmlformats.org/officeDocument/2006/relationships/customXml" Target="../ink/ink504.xml"/><Relationship Id="rId222" Type="http://schemas.openxmlformats.org/officeDocument/2006/relationships/image" Target="../media/image581.png"/><Relationship Id="rId59" Type="http://schemas.openxmlformats.org/officeDocument/2006/relationships/customXml" Target="../ink/ink431.xml"/><Relationship Id="rId103" Type="http://schemas.openxmlformats.org/officeDocument/2006/relationships/image" Target="../media/image523.png"/><Relationship Id="rId108" Type="http://schemas.openxmlformats.org/officeDocument/2006/relationships/customXml" Target="../ink/ink456.xml"/><Relationship Id="rId124" Type="http://schemas.openxmlformats.org/officeDocument/2006/relationships/image" Target="../media/image533.png"/><Relationship Id="rId129" Type="http://schemas.openxmlformats.org/officeDocument/2006/relationships/customXml" Target="../ink/ink467.xml"/><Relationship Id="rId54" Type="http://schemas.openxmlformats.org/officeDocument/2006/relationships/image" Target="../media/image499.png"/><Relationship Id="rId70" Type="http://schemas.openxmlformats.org/officeDocument/2006/relationships/image" Target="../media/image507.png"/><Relationship Id="rId75" Type="http://schemas.openxmlformats.org/officeDocument/2006/relationships/customXml" Target="../ink/ink439.xml"/><Relationship Id="rId91" Type="http://schemas.openxmlformats.org/officeDocument/2006/relationships/customXml" Target="../ink/ink447.xml"/><Relationship Id="rId96" Type="http://schemas.openxmlformats.org/officeDocument/2006/relationships/image" Target="../media/image520.png"/><Relationship Id="rId140" Type="http://schemas.openxmlformats.org/officeDocument/2006/relationships/image" Target="../media/image540.png"/><Relationship Id="rId145" Type="http://schemas.openxmlformats.org/officeDocument/2006/relationships/customXml" Target="../ink/ink476.xml"/><Relationship Id="rId161" Type="http://schemas.openxmlformats.org/officeDocument/2006/relationships/customXml" Target="../ink/ink484.xml"/><Relationship Id="rId166" Type="http://schemas.openxmlformats.org/officeDocument/2006/relationships/image" Target="../media/image553.png"/><Relationship Id="rId182" Type="http://schemas.openxmlformats.org/officeDocument/2006/relationships/image" Target="../media/image561.png"/><Relationship Id="rId187" Type="http://schemas.openxmlformats.org/officeDocument/2006/relationships/customXml" Target="../ink/ink497.xml"/><Relationship Id="rId217" Type="http://schemas.openxmlformats.org/officeDocument/2006/relationships/customXml" Target="../ink/ink5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6.png"/><Relationship Id="rId212" Type="http://schemas.openxmlformats.org/officeDocument/2006/relationships/image" Target="../media/image576.png"/><Relationship Id="rId23" Type="http://schemas.openxmlformats.org/officeDocument/2006/relationships/customXml" Target="../ink/ink420.xml"/><Relationship Id="rId49" Type="http://schemas.openxmlformats.org/officeDocument/2006/relationships/customXml" Target="../ink/ink426.xml"/><Relationship Id="rId114" Type="http://schemas.openxmlformats.org/officeDocument/2006/relationships/customXml" Target="../ink/ink459.xml"/><Relationship Id="rId119" Type="http://schemas.openxmlformats.org/officeDocument/2006/relationships/customXml" Target="../ink/ink462.xml"/><Relationship Id="rId44" Type="http://schemas.openxmlformats.org/officeDocument/2006/relationships/image" Target="../media/image225.png"/><Relationship Id="rId60" Type="http://schemas.openxmlformats.org/officeDocument/2006/relationships/image" Target="../media/image502.png"/><Relationship Id="rId65" Type="http://schemas.openxmlformats.org/officeDocument/2006/relationships/customXml" Target="../ink/ink434.xml"/><Relationship Id="rId81" Type="http://schemas.openxmlformats.org/officeDocument/2006/relationships/customXml" Target="../ink/ink442.xml"/><Relationship Id="rId86" Type="http://schemas.openxmlformats.org/officeDocument/2006/relationships/image" Target="../media/image515.png"/><Relationship Id="rId130" Type="http://schemas.openxmlformats.org/officeDocument/2006/relationships/image" Target="../media/image536.png"/><Relationship Id="rId135" Type="http://schemas.openxmlformats.org/officeDocument/2006/relationships/customXml" Target="../ink/ink471.xml"/><Relationship Id="rId151" Type="http://schemas.openxmlformats.org/officeDocument/2006/relationships/customXml" Target="../ink/ink479.xml"/><Relationship Id="rId156" Type="http://schemas.openxmlformats.org/officeDocument/2006/relationships/image" Target="../media/image548.png"/><Relationship Id="rId177" Type="http://schemas.openxmlformats.org/officeDocument/2006/relationships/customXml" Target="../ink/ink492.xml"/><Relationship Id="rId198" Type="http://schemas.openxmlformats.org/officeDocument/2006/relationships/image" Target="../media/image569.png"/><Relationship Id="rId172" Type="http://schemas.openxmlformats.org/officeDocument/2006/relationships/image" Target="../media/image556.png"/><Relationship Id="rId193" Type="http://schemas.openxmlformats.org/officeDocument/2006/relationships/customXml" Target="../ink/ink500.xml"/><Relationship Id="rId202" Type="http://schemas.openxmlformats.org/officeDocument/2006/relationships/image" Target="../media/image571.png"/><Relationship Id="rId207" Type="http://schemas.openxmlformats.org/officeDocument/2006/relationships/customXml" Target="../ink/ink507.xml"/><Relationship Id="rId223" Type="http://schemas.openxmlformats.org/officeDocument/2006/relationships/customXml" Target="../ink/ink515.xml"/><Relationship Id="rId228" Type="http://schemas.openxmlformats.org/officeDocument/2006/relationships/image" Target="../media/image584.png"/><Relationship Id="rId39" Type="http://schemas.openxmlformats.org/officeDocument/2006/relationships/customXml" Target="../ink/ink421.xml"/><Relationship Id="rId109" Type="http://schemas.openxmlformats.org/officeDocument/2006/relationships/image" Target="../media/image526.png"/><Relationship Id="rId50" Type="http://schemas.openxmlformats.org/officeDocument/2006/relationships/image" Target="../media/image497.png"/><Relationship Id="rId55" Type="http://schemas.openxmlformats.org/officeDocument/2006/relationships/customXml" Target="../ink/ink429.xml"/><Relationship Id="rId76" Type="http://schemas.openxmlformats.org/officeDocument/2006/relationships/image" Target="../media/image510.png"/><Relationship Id="rId97" Type="http://schemas.openxmlformats.org/officeDocument/2006/relationships/customXml" Target="../ink/ink450.xml"/><Relationship Id="rId104" Type="http://schemas.openxmlformats.org/officeDocument/2006/relationships/customXml" Target="../ink/ink454.xml"/><Relationship Id="rId120" Type="http://schemas.openxmlformats.org/officeDocument/2006/relationships/image" Target="../media/image531.png"/><Relationship Id="rId125" Type="http://schemas.openxmlformats.org/officeDocument/2006/relationships/customXml" Target="../ink/ink465.xml"/><Relationship Id="rId141" Type="http://schemas.openxmlformats.org/officeDocument/2006/relationships/customXml" Target="../ink/ink474.xml"/><Relationship Id="rId146" Type="http://schemas.openxmlformats.org/officeDocument/2006/relationships/image" Target="../media/image543.png"/><Relationship Id="rId167" Type="http://schemas.openxmlformats.org/officeDocument/2006/relationships/customXml" Target="../ink/ink487.xml"/><Relationship Id="rId188" Type="http://schemas.openxmlformats.org/officeDocument/2006/relationships/image" Target="../media/image564.png"/><Relationship Id="rId7" Type="http://schemas.openxmlformats.org/officeDocument/2006/relationships/image" Target="../media/image487.png"/><Relationship Id="rId71" Type="http://schemas.openxmlformats.org/officeDocument/2006/relationships/customXml" Target="../ink/ink437.xml"/><Relationship Id="rId92" Type="http://schemas.openxmlformats.org/officeDocument/2006/relationships/image" Target="../media/image518.png"/><Relationship Id="rId162" Type="http://schemas.openxmlformats.org/officeDocument/2006/relationships/image" Target="../media/image551.png"/><Relationship Id="rId183" Type="http://schemas.openxmlformats.org/officeDocument/2006/relationships/customXml" Target="../ink/ink495.xml"/><Relationship Id="rId213" Type="http://schemas.openxmlformats.org/officeDocument/2006/relationships/customXml" Target="../ink/ink510.xml"/><Relationship Id="rId218" Type="http://schemas.openxmlformats.org/officeDocument/2006/relationships/image" Target="../media/image579.png"/><Relationship Id="rId2" Type="http://schemas.openxmlformats.org/officeDocument/2006/relationships/image" Target="../media/image482.png"/><Relationship Id="rId24" Type="http://schemas.openxmlformats.org/officeDocument/2006/relationships/image" Target="../media/image491.png"/><Relationship Id="rId40" Type="http://schemas.openxmlformats.org/officeDocument/2006/relationships/image" Target="../media/image493.png"/><Relationship Id="rId45" Type="http://schemas.openxmlformats.org/officeDocument/2006/relationships/customXml" Target="../ink/ink424.xml"/><Relationship Id="rId66" Type="http://schemas.openxmlformats.org/officeDocument/2006/relationships/image" Target="../media/image505.png"/><Relationship Id="rId87" Type="http://schemas.openxmlformats.org/officeDocument/2006/relationships/customXml" Target="../ink/ink445.xml"/><Relationship Id="rId110" Type="http://schemas.openxmlformats.org/officeDocument/2006/relationships/customXml" Target="../ink/ink457.xml"/><Relationship Id="rId115" Type="http://schemas.openxmlformats.org/officeDocument/2006/relationships/image" Target="../media/image529.png"/><Relationship Id="rId131" Type="http://schemas.openxmlformats.org/officeDocument/2006/relationships/customXml" Target="../ink/ink468.xml"/><Relationship Id="rId136" Type="http://schemas.openxmlformats.org/officeDocument/2006/relationships/image" Target="../media/image538.png"/><Relationship Id="rId157" Type="http://schemas.openxmlformats.org/officeDocument/2006/relationships/customXml" Target="../ink/ink482.xml"/><Relationship Id="rId178" Type="http://schemas.openxmlformats.org/officeDocument/2006/relationships/image" Target="../media/image559.png"/><Relationship Id="rId61" Type="http://schemas.openxmlformats.org/officeDocument/2006/relationships/customXml" Target="../ink/ink432.xml"/><Relationship Id="rId82" Type="http://schemas.openxmlformats.org/officeDocument/2006/relationships/image" Target="../media/image513.png"/><Relationship Id="rId152" Type="http://schemas.openxmlformats.org/officeDocument/2006/relationships/image" Target="../media/image546.png"/><Relationship Id="rId173" Type="http://schemas.openxmlformats.org/officeDocument/2006/relationships/customXml" Target="../ink/ink490.xml"/><Relationship Id="rId194" Type="http://schemas.openxmlformats.org/officeDocument/2006/relationships/image" Target="../media/image567.png"/><Relationship Id="rId199" Type="http://schemas.openxmlformats.org/officeDocument/2006/relationships/customXml" Target="../ink/ink503.xml"/><Relationship Id="rId203" Type="http://schemas.openxmlformats.org/officeDocument/2006/relationships/customXml" Target="../ink/ink505.xml"/><Relationship Id="rId208" Type="http://schemas.openxmlformats.org/officeDocument/2006/relationships/image" Target="../media/image574.png"/><Relationship Id="rId19" Type="http://schemas.openxmlformats.org/officeDocument/2006/relationships/customXml" Target="../ink/ink418.xml"/><Relationship Id="rId224" Type="http://schemas.openxmlformats.org/officeDocument/2006/relationships/image" Target="../media/image582.png"/><Relationship Id="rId56" Type="http://schemas.openxmlformats.org/officeDocument/2006/relationships/image" Target="../media/image500.png"/><Relationship Id="rId77" Type="http://schemas.openxmlformats.org/officeDocument/2006/relationships/customXml" Target="../ink/ink440.xml"/><Relationship Id="rId100" Type="http://schemas.openxmlformats.org/officeDocument/2006/relationships/customXml" Target="../ink/ink452.xml"/><Relationship Id="rId105" Type="http://schemas.openxmlformats.org/officeDocument/2006/relationships/image" Target="../media/image524.png"/><Relationship Id="rId126" Type="http://schemas.openxmlformats.org/officeDocument/2006/relationships/image" Target="../media/image534.png"/><Relationship Id="rId147" Type="http://schemas.openxmlformats.org/officeDocument/2006/relationships/customXml" Target="../ink/ink477.xml"/><Relationship Id="rId168" Type="http://schemas.openxmlformats.org/officeDocument/2006/relationships/image" Target="../media/image554.png"/><Relationship Id="rId8" Type="http://schemas.openxmlformats.org/officeDocument/2006/relationships/customXml" Target="../ink/ink417.xml"/><Relationship Id="rId51" Type="http://schemas.openxmlformats.org/officeDocument/2006/relationships/customXml" Target="../ink/ink427.xml"/><Relationship Id="rId72" Type="http://schemas.openxmlformats.org/officeDocument/2006/relationships/image" Target="../media/image508.png"/><Relationship Id="rId93" Type="http://schemas.openxmlformats.org/officeDocument/2006/relationships/customXml" Target="../ink/ink448.xml"/><Relationship Id="rId98" Type="http://schemas.openxmlformats.org/officeDocument/2006/relationships/image" Target="../media/image521.png"/><Relationship Id="rId121" Type="http://schemas.openxmlformats.org/officeDocument/2006/relationships/customXml" Target="../ink/ink463.xml"/><Relationship Id="rId142" Type="http://schemas.openxmlformats.org/officeDocument/2006/relationships/image" Target="../media/image541.png"/><Relationship Id="rId163" Type="http://schemas.openxmlformats.org/officeDocument/2006/relationships/customXml" Target="../ink/ink485.xml"/><Relationship Id="rId184" Type="http://schemas.openxmlformats.org/officeDocument/2006/relationships/image" Target="../media/image562.png"/><Relationship Id="rId189" Type="http://schemas.openxmlformats.org/officeDocument/2006/relationships/customXml" Target="../ink/ink498.xml"/><Relationship Id="rId219" Type="http://schemas.openxmlformats.org/officeDocument/2006/relationships/customXml" Target="../ink/ink513.xml"/><Relationship Id="rId3" Type="http://schemas.openxmlformats.org/officeDocument/2006/relationships/image" Target="../media/image483.png"/><Relationship Id="rId214" Type="http://schemas.openxmlformats.org/officeDocument/2006/relationships/image" Target="../media/image577.png"/><Relationship Id="rId25" Type="http://schemas.openxmlformats.org/officeDocument/2006/relationships/image" Target="../media/image492.png"/><Relationship Id="rId46" Type="http://schemas.openxmlformats.org/officeDocument/2006/relationships/image" Target="../media/image495.png"/><Relationship Id="rId67" Type="http://schemas.openxmlformats.org/officeDocument/2006/relationships/customXml" Target="../ink/ink435.xml"/><Relationship Id="rId116" Type="http://schemas.openxmlformats.org/officeDocument/2006/relationships/customXml" Target="../ink/ink460.xml"/><Relationship Id="rId137" Type="http://schemas.openxmlformats.org/officeDocument/2006/relationships/customXml" Target="../ink/ink472.xml"/><Relationship Id="rId158" Type="http://schemas.openxmlformats.org/officeDocument/2006/relationships/image" Target="../media/image549.png"/><Relationship Id="rId20" Type="http://schemas.openxmlformats.org/officeDocument/2006/relationships/image" Target="../media/image489.png"/><Relationship Id="rId41" Type="http://schemas.openxmlformats.org/officeDocument/2006/relationships/customXml" Target="../ink/ink422.xml"/><Relationship Id="rId62" Type="http://schemas.openxmlformats.org/officeDocument/2006/relationships/image" Target="../media/image503.png"/><Relationship Id="rId83" Type="http://schemas.openxmlformats.org/officeDocument/2006/relationships/customXml" Target="../ink/ink443.xml"/><Relationship Id="rId88" Type="http://schemas.openxmlformats.org/officeDocument/2006/relationships/image" Target="../media/image516.png"/><Relationship Id="rId111" Type="http://schemas.openxmlformats.org/officeDocument/2006/relationships/image" Target="../media/image527.png"/><Relationship Id="rId132" Type="http://schemas.openxmlformats.org/officeDocument/2006/relationships/customXml" Target="../ink/ink469.xml"/><Relationship Id="rId153" Type="http://schemas.openxmlformats.org/officeDocument/2006/relationships/customXml" Target="../ink/ink480.xml"/><Relationship Id="rId174" Type="http://schemas.openxmlformats.org/officeDocument/2006/relationships/image" Target="../media/image557.png"/><Relationship Id="rId179" Type="http://schemas.openxmlformats.org/officeDocument/2006/relationships/customXml" Target="../ink/ink493.xml"/><Relationship Id="rId195" Type="http://schemas.openxmlformats.org/officeDocument/2006/relationships/customXml" Target="../ink/ink501.xml"/><Relationship Id="rId209" Type="http://schemas.openxmlformats.org/officeDocument/2006/relationships/customXml" Target="../ink/ink508.xml"/><Relationship Id="rId190" Type="http://schemas.openxmlformats.org/officeDocument/2006/relationships/image" Target="../media/image565.png"/><Relationship Id="rId204" Type="http://schemas.openxmlformats.org/officeDocument/2006/relationships/image" Target="../media/image572.png"/><Relationship Id="rId220" Type="http://schemas.openxmlformats.org/officeDocument/2006/relationships/image" Target="../media/image580.png"/><Relationship Id="rId225" Type="http://schemas.openxmlformats.org/officeDocument/2006/relationships/customXml" Target="../ink/ink516.xml"/><Relationship Id="rId57" Type="http://schemas.openxmlformats.org/officeDocument/2006/relationships/customXml" Target="../ink/ink430.xml"/><Relationship Id="rId106" Type="http://schemas.openxmlformats.org/officeDocument/2006/relationships/customXml" Target="../ink/ink455.xml"/><Relationship Id="rId127" Type="http://schemas.openxmlformats.org/officeDocument/2006/relationships/customXml" Target="../ink/ink466.xml"/><Relationship Id="rId52" Type="http://schemas.openxmlformats.org/officeDocument/2006/relationships/image" Target="../media/image498.png"/><Relationship Id="rId73" Type="http://schemas.openxmlformats.org/officeDocument/2006/relationships/customXml" Target="../ink/ink438.xml"/><Relationship Id="rId78" Type="http://schemas.openxmlformats.org/officeDocument/2006/relationships/image" Target="../media/image511.png"/><Relationship Id="rId94" Type="http://schemas.openxmlformats.org/officeDocument/2006/relationships/image" Target="../media/image519.png"/><Relationship Id="rId99" Type="http://schemas.openxmlformats.org/officeDocument/2006/relationships/customXml" Target="../ink/ink451.xml"/><Relationship Id="rId101" Type="http://schemas.openxmlformats.org/officeDocument/2006/relationships/image" Target="../media/image522.png"/><Relationship Id="rId122" Type="http://schemas.openxmlformats.org/officeDocument/2006/relationships/image" Target="../media/image532.png"/><Relationship Id="rId143" Type="http://schemas.openxmlformats.org/officeDocument/2006/relationships/customXml" Target="../ink/ink475.xml"/><Relationship Id="rId148" Type="http://schemas.openxmlformats.org/officeDocument/2006/relationships/image" Target="../media/image544.png"/><Relationship Id="rId164" Type="http://schemas.openxmlformats.org/officeDocument/2006/relationships/image" Target="../media/image552.png"/><Relationship Id="rId169" Type="http://schemas.openxmlformats.org/officeDocument/2006/relationships/customXml" Target="../ink/ink488.xml"/><Relationship Id="rId185" Type="http://schemas.openxmlformats.org/officeDocument/2006/relationships/customXml" Target="../ink/ink496.xml"/><Relationship Id="rId4" Type="http://schemas.openxmlformats.org/officeDocument/2006/relationships/image" Target="../media/image484.png"/><Relationship Id="rId9" Type="http://schemas.openxmlformats.org/officeDocument/2006/relationships/image" Target="../media/image488.png"/><Relationship Id="rId180" Type="http://schemas.openxmlformats.org/officeDocument/2006/relationships/image" Target="../media/image560.png"/><Relationship Id="rId210" Type="http://schemas.openxmlformats.org/officeDocument/2006/relationships/image" Target="../media/image575.png"/><Relationship Id="rId215" Type="http://schemas.openxmlformats.org/officeDocument/2006/relationships/customXml" Target="../ink/ink511.xml"/><Relationship Id="rId47" Type="http://schemas.openxmlformats.org/officeDocument/2006/relationships/customXml" Target="../ink/ink425.xml"/><Relationship Id="rId68" Type="http://schemas.openxmlformats.org/officeDocument/2006/relationships/image" Target="../media/image506.png"/><Relationship Id="rId89" Type="http://schemas.openxmlformats.org/officeDocument/2006/relationships/customXml" Target="../ink/ink446.xml"/><Relationship Id="rId112" Type="http://schemas.openxmlformats.org/officeDocument/2006/relationships/customXml" Target="../ink/ink458.xml"/><Relationship Id="rId133" Type="http://schemas.openxmlformats.org/officeDocument/2006/relationships/image" Target="../media/image537.png"/><Relationship Id="rId154" Type="http://schemas.openxmlformats.org/officeDocument/2006/relationships/image" Target="../media/image547.png"/><Relationship Id="rId175" Type="http://schemas.openxmlformats.org/officeDocument/2006/relationships/customXml" Target="../ink/ink491.xml"/><Relationship Id="rId196" Type="http://schemas.openxmlformats.org/officeDocument/2006/relationships/image" Target="../media/image568.png"/><Relationship Id="rId200" Type="http://schemas.openxmlformats.org/officeDocument/2006/relationships/image" Target="../media/image570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8.png"/><Relationship Id="rId3" Type="http://schemas.openxmlformats.org/officeDocument/2006/relationships/image" Target="../media/image586.png"/><Relationship Id="rId12" Type="http://schemas.openxmlformats.org/officeDocument/2006/relationships/customXml" Target="../ink/ink519.xml"/><Relationship Id="rId2" Type="http://schemas.openxmlformats.org/officeDocument/2006/relationships/image" Target="../media/image585.png"/><Relationship Id="rId16" Type="http://schemas.openxmlformats.org/officeDocument/2006/relationships/image" Target="../media/image5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7.png"/><Relationship Id="rId15" Type="http://schemas.openxmlformats.org/officeDocument/2006/relationships/image" Target="../media/image590.png"/><Relationship Id="rId4" Type="http://schemas.openxmlformats.org/officeDocument/2006/relationships/customXml" Target="../ink/ink518.xml"/><Relationship Id="rId14" Type="http://schemas.openxmlformats.org/officeDocument/2006/relationships/image" Target="../media/image589.png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1.xml"/><Relationship Id="rId117" Type="http://schemas.openxmlformats.org/officeDocument/2006/relationships/image" Target="../media/image648.png"/><Relationship Id="rId21" Type="http://schemas.openxmlformats.org/officeDocument/2006/relationships/image" Target="../media/image601.png"/><Relationship Id="rId42" Type="http://schemas.openxmlformats.org/officeDocument/2006/relationships/customXml" Target="../ink/ink539.xml"/><Relationship Id="rId47" Type="http://schemas.openxmlformats.org/officeDocument/2006/relationships/image" Target="../media/image613.png"/><Relationship Id="rId63" Type="http://schemas.openxmlformats.org/officeDocument/2006/relationships/image" Target="../media/image621.png"/><Relationship Id="rId68" Type="http://schemas.openxmlformats.org/officeDocument/2006/relationships/customXml" Target="../ink/ink552.xml"/><Relationship Id="rId84" Type="http://schemas.openxmlformats.org/officeDocument/2006/relationships/customXml" Target="../ink/ink560.xml"/><Relationship Id="rId89" Type="http://schemas.openxmlformats.org/officeDocument/2006/relationships/image" Target="../media/image634.png"/><Relationship Id="rId112" Type="http://schemas.openxmlformats.org/officeDocument/2006/relationships/customXml" Target="../ink/ink574.xml"/><Relationship Id="rId16" Type="http://schemas.openxmlformats.org/officeDocument/2006/relationships/customXml" Target="../ink/ink526.xml"/><Relationship Id="rId107" Type="http://schemas.openxmlformats.org/officeDocument/2006/relationships/image" Target="../media/image643.png"/><Relationship Id="rId11" Type="http://schemas.openxmlformats.org/officeDocument/2006/relationships/image" Target="../media/image596.png"/><Relationship Id="rId24" Type="http://schemas.openxmlformats.org/officeDocument/2006/relationships/customXml" Target="../ink/ink530.xml"/><Relationship Id="rId32" Type="http://schemas.openxmlformats.org/officeDocument/2006/relationships/customXml" Target="../ink/ink534.xml"/><Relationship Id="rId37" Type="http://schemas.openxmlformats.org/officeDocument/2006/relationships/image" Target="../media/image608.png"/><Relationship Id="rId40" Type="http://schemas.openxmlformats.org/officeDocument/2006/relationships/customXml" Target="../ink/ink538.xml"/><Relationship Id="rId45" Type="http://schemas.openxmlformats.org/officeDocument/2006/relationships/image" Target="../media/image612.png"/><Relationship Id="rId53" Type="http://schemas.openxmlformats.org/officeDocument/2006/relationships/image" Target="../media/image616.png"/><Relationship Id="rId58" Type="http://schemas.openxmlformats.org/officeDocument/2006/relationships/customXml" Target="../ink/ink547.xml"/><Relationship Id="rId66" Type="http://schemas.openxmlformats.org/officeDocument/2006/relationships/customXml" Target="../ink/ink551.xml"/><Relationship Id="rId74" Type="http://schemas.openxmlformats.org/officeDocument/2006/relationships/customXml" Target="../ink/ink555.xml"/><Relationship Id="rId79" Type="http://schemas.openxmlformats.org/officeDocument/2006/relationships/image" Target="../media/image629.png"/><Relationship Id="rId87" Type="http://schemas.openxmlformats.org/officeDocument/2006/relationships/image" Target="../media/image633.png"/><Relationship Id="rId102" Type="http://schemas.openxmlformats.org/officeDocument/2006/relationships/customXml" Target="../ink/ink569.xml"/><Relationship Id="rId110" Type="http://schemas.openxmlformats.org/officeDocument/2006/relationships/customXml" Target="../ink/ink573.xml"/><Relationship Id="rId115" Type="http://schemas.openxmlformats.org/officeDocument/2006/relationships/image" Target="../media/image647.png"/><Relationship Id="rId5" Type="http://schemas.openxmlformats.org/officeDocument/2006/relationships/customXml" Target="../ink/ink521.xml"/><Relationship Id="rId61" Type="http://schemas.openxmlformats.org/officeDocument/2006/relationships/image" Target="../media/image620.png"/><Relationship Id="rId82" Type="http://schemas.openxmlformats.org/officeDocument/2006/relationships/customXml" Target="../ink/ink559.xml"/><Relationship Id="rId90" Type="http://schemas.openxmlformats.org/officeDocument/2006/relationships/customXml" Target="../ink/ink563.xml"/><Relationship Id="rId95" Type="http://schemas.openxmlformats.org/officeDocument/2006/relationships/image" Target="../media/image637.png"/><Relationship Id="rId19" Type="http://schemas.openxmlformats.org/officeDocument/2006/relationships/image" Target="../media/image600.png"/><Relationship Id="rId14" Type="http://schemas.openxmlformats.org/officeDocument/2006/relationships/customXml" Target="../ink/ink525.xml"/><Relationship Id="rId22" Type="http://schemas.openxmlformats.org/officeDocument/2006/relationships/customXml" Target="../ink/ink529.xml"/><Relationship Id="rId27" Type="http://schemas.openxmlformats.org/officeDocument/2006/relationships/image" Target="../media/image603.png"/><Relationship Id="rId30" Type="http://schemas.openxmlformats.org/officeDocument/2006/relationships/customXml" Target="../ink/ink533.xml"/><Relationship Id="rId35" Type="http://schemas.openxmlformats.org/officeDocument/2006/relationships/image" Target="../media/image607.png"/><Relationship Id="rId43" Type="http://schemas.openxmlformats.org/officeDocument/2006/relationships/image" Target="../media/image611.png"/><Relationship Id="rId48" Type="http://schemas.openxmlformats.org/officeDocument/2006/relationships/customXml" Target="../ink/ink542.xml"/><Relationship Id="rId56" Type="http://schemas.openxmlformats.org/officeDocument/2006/relationships/customXml" Target="../ink/ink546.xml"/><Relationship Id="rId64" Type="http://schemas.openxmlformats.org/officeDocument/2006/relationships/customXml" Target="../ink/ink550.xml"/><Relationship Id="rId69" Type="http://schemas.openxmlformats.org/officeDocument/2006/relationships/image" Target="../media/image624.png"/><Relationship Id="rId77" Type="http://schemas.openxmlformats.org/officeDocument/2006/relationships/image" Target="../media/image628.png"/><Relationship Id="rId100" Type="http://schemas.openxmlformats.org/officeDocument/2006/relationships/customXml" Target="../ink/ink568.xml"/><Relationship Id="rId105" Type="http://schemas.openxmlformats.org/officeDocument/2006/relationships/image" Target="../media/image642.png"/><Relationship Id="rId113" Type="http://schemas.openxmlformats.org/officeDocument/2006/relationships/image" Target="../media/image646.png"/><Relationship Id="rId8" Type="http://schemas.openxmlformats.org/officeDocument/2006/relationships/customXml" Target="../ink/ink522.xml"/><Relationship Id="rId51" Type="http://schemas.openxmlformats.org/officeDocument/2006/relationships/image" Target="../media/image615.png"/><Relationship Id="rId72" Type="http://schemas.openxmlformats.org/officeDocument/2006/relationships/customXml" Target="../ink/ink554.xml"/><Relationship Id="rId80" Type="http://schemas.openxmlformats.org/officeDocument/2006/relationships/customXml" Target="../ink/ink558.xml"/><Relationship Id="rId85" Type="http://schemas.openxmlformats.org/officeDocument/2006/relationships/image" Target="../media/image632.png"/><Relationship Id="rId93" Type="http://schemas.openxmlformats.org/officeDocument/2006/relationships/image" Target="../media/image636.png"/><Relationship Id="rId98" Type="http://schemas.openxmlformats.org/officeDocument/2006/relationships/customXml" Target="../ink/ink567.xml"/><Relationship Id="rId3" Type="http://schemas.openxmlformats.org/officeDocument/2006/relationships/customXml" Target="../ink/ink520.xml"/><Relationship Id="rId12" Type="http://schemas.openxmlformats.org/officeDocument/2006/relationships/customXml" Target="../ink/ink524.xml"/><Relationship Id="rId17" Type="http://schemas.openxmlformats.org/officeDocument/2006/relationships/image" Target="../media/image599.png"/><Relationship Id="rId25" Type="http://schemas.openxmlformats.org/officeDocument/2006/relationships/image" Target="../media/image602.png"/><Relationship Id="rId33" Type="http://schemas.openxmlformats.org/officeDocument/2006/relationships/image" Target="../media/image606.png"/><Relationship Id="rId38" Type="http://schemas.openxmlformats.org/officeDocument/2006/relationships/customXml" Target="../ink/ink537.xml"/><Relationship Id="rId46" Type="http://schemas.openxmlformats.org/officeDocument/2006/relationships/customXml" Target="../ink/ink541.xml"/><Relationship Id="rId59" Type="http://schemas.openxmlformats.org/officeDocument/2006/relationships/image" Target="../media/image619.png"/><Relationship Id="rId67" Type="http://schemas.openxmlformats.org/officeDocument/2006/relationships/image" Target="../media/image623.png"/><Relationship Id="rId103" Type="http://schemas.openxmlformats.org/officeDocument/2006/relationships/image" Target="../media/image641.png"/><Relationship Id="rId108" Type="http://schemas.openxmlformats.org/officeDocument/2006/relationships/customXml" Target="../ink/ink572.xml"/><Relationship Id="rId116" Type="http://schemas.openxmlformats.org/officeDocument/2006/relationships/customXml" Target="../ink/ink576.xml"/><Relationship Id="rId20" Type="http://schemas.openxmlformats.org/officeDocument/2006/relationships/customXml" Target="../ink/ink528.xml"/><Relationship Id="rId41" Type="http://schemas.openxmlformats.org/officeDocument/2006/relationships/image" Target="../media/image610.png"/><Relationship Id="rId54" Type="http://schemas.openxmlformats.org/officeDocument/2006/relationships/customXml" Target="../ink/ink545.xml"/><Relationship Id="rId62" Type="http://schemas.openxmlformats.org/officeDocument/2006/relationships/customXml" Target="../ink/ink549.xml"/><Relationship Id="rId70" Type="http://schemas.openxmlformats.org/officeDocument/2006/relationships/customXml" Target="../ink/ink553.xml"/><Relationship Id="rId75" Type="http://schemas.openxmlformats.org/officeDocument/2006/relationships/image" Target="../media/image627.png"/><Relationship Id="rId83" Type="http://schemas.openxmlformats.org/officeDocument/2006/relationships/image" Target="../media/image631.png"/><Relationship Id="rId88" Type="http://schemas.openxmlformats.org/officeDocument/2006/relationships/customXml" Target="../ink/ink562.xml"/><Relationship Id="rId91" Type="http://schemas.openxmlformats.org/officeDocument/2006/relationships/image" Target="../media/image635.png"/><Relationship Id="rId96" Type="http://schemas.openxmlformats.org/officeDocument/2006/relationships/customXml" Target="../ink/ink566.xml"/><Relationship Id="rId111" Type="http://schemas.openxmlformats.org/officeDocument/2006/relationships/image" Target="../media/image6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4.png"/><Relationship Id="rId15" Type="http://schemas.openxmlformats.org/officeDocument/2006/relationships/image" Target="../media/image598.png"/><Relationship Id="rId23" Type="http://schemas.openxmlformats.org/officeDocument/2006/relationships/image" Target="../media/image167.png"/><Relationship Id="rId28" Type="http://schemas.openxmlformats.org/officeDocument/2006/relationships/customXml" Target="../ink/ink532.xml"/><Relationship Id="rId36" Type="http://schemas.openxmlformats.org/officeDocument/2006/relationships/customXml" Target="../ink/ink536.xml"/><Relationship Id="rId49" Type="http://schemas.openxmlformats.org/officeDocument/2006/relationships/image" Target="../media/image614.png"/><Relationship Id="rId57" Type="http://schemas.openxmlformats.org/officeDocument/2006/relationships/image" Target="../media/image618.png"/><Relationship Id="rId106" Type="http://schemas.openxmlformats.org/officeDocument/2006/relationships/customXml" Target="../ink/ink571.xml"/><Relationship Id="rId114" Type="http://schemas.openxmlformats.org/officeDocument/2006/relationships/customXml" Target="../ink/ink575.xml"/><Relationship Id="rId10" Type="http://schemas.openxmlformats.org/officeDocument/2006/relationships/customXml" Target="../ink/ink523.xml"/><Relationship Id="rId31" Type="http://schemas.openxmlformats.org/officeDocument/2006/relationships/image" Target="../media/image605.png"/><Relationship Id="rId44" Type="http://schemas.openxmlformats.org/officeDocument/2006/relationships/customXml" Target="../ink/ink540.xml"/><Relationship Id="rId52" Type="http://schemas.openxmlformats.org/officeDocument/2006/relationships/customXml" Target="../ink/ink544.xml"/><Relationship Id="rId60" Type="http://schemas.openxmlformats.org/officeDocument/2006/relationships/customXml" Target="../ink/ink548.xml"/><Relationship Id="rId65" Type="http://schemas.openxmlformats.org/officeDocument/2006/relationships/image" Target="../media/image622.png"/><Relationship Id="rId73" Type="http://schemas.openxmlformats.org/officeDocument/2006/relationships/image" Target="../media/image626.png"/><Relationship Id="rId78" Type="http://schemas.openxmlformats.org/officeDocument/2006/relationships/customXml" Target="../ink/ink557.xml"/><Relationship Id="rId81" Type="http://schemas.openxmlformats.org/officeDocument/2006/relationships/image" Target="../media/image630.png"/><Relationship Id="rId86" Type="http://schemas.openxmlformats.org/officeDocument/2006/relationships/customXml" Target="../ink/ink561.xml"/><Relationship Id="rId94" Type="http://schemas.openxmlformats.org/officeDocument/2006/relationships/customXml" Target="../ink/ink565.xml"/><Relationship Id="rId99" Type="http://schemas.openxmlformats.org/officeDocument/2006/relationships/image" Target="../media/image639.png"/><Relationship Id="rId101" Type="http://schemas.openxmlformats.org/officeDocument/2006/relationships/image" Target="../media/image640.png"/><Relationship Id="rId4" Type="http://schemas.openxmlformats.org/officeDocument/2006/relationships/image" Target="../media/image593.png"/><Relationship Id="rId9" Type="http://schemas.openxmlformats.org/officeDocument/2006/relationships/image" Target="../media/image595.png"/><Relationship Id="rId13" Type="http://schemas.openxmlformats.org/officeDocument/2006/relationships/image" Target="../media/image597.png"/><Relationship Id="rId18" Type="http://schemas.openxmlformats.org/officeDocument/2006/relationships/customXml" Target="../ink/ink527.xml"/><Relationship Id="rId39" Type="http://schemas.openxmlformats.org/officeDocument/2006/relationships/image" Target="../media/image609.png"/><Relationship Id="rId109" Type="http://schemas.openxmlformats.org/officeDocument/2006/relationships/image" Target="../media/image644.png"/><Relationship Id="rId34" Type="http://schemas.openxmlformats.org/officeDocument/2006/relationships/customXml" Target="../ink/ink535.xml"/><Relationship Id="rId50" Type="http://schemas.openxmlformats.org/officeDocument/2006/relationships/customXml" Target="../ink/ink543.xml"/><Relationship Id="rId55" Type="http://schemas.openxmlformats.org/officeDocument/2006/relationships/image" Target="../media/image617.png"/><Relationship Id="rId76" Type="http://schemas.openxmlformats.org/officeDocument/2006/relationships/customXml" Target="../ink/ink556.xml"/><Relationship Id="rId97" Type="http://schemas.openxmlformats.org/officeDocument/2006/relationships/image" Target="../media/image638.png"/><Relationship Id="rId104" Type="http://schemas.openxmlformats.org/officeDocument/2006/relationships/customXml" Target="../ink/ink570.xml"/><Relationship Id="rId71" Type="http://schemas.openxmlformats.org/officeDocument/2006/relationships/image" Target="../media/image625.png"/><Relationship Id="rId92" Type="http://schemas.openxmlformats.org/officeDocument/2006/relationships/customXml" Target="../ink/ink564.xml"/><Relationship Id="rId2" Type="http://schemas.openxmlformats.org/officeDocument/2006/relationships/image" Target="../media/image592.png"/><Relationship Id="rId29" Type="http://schemas.openxmlformats.org/officeDocument/2006/relationships/image" Target="../media/image60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8.xml"/><Relationship Id="rId13" Type="http://schemas.openxmlformats.org/officeDocument/2006/relationships/image" Target="../media/image657.png"/><Relationship Id="rId3" Type="http://schemas.openxmlformats.org/officeDocument/2006/relationships/image" Target="../media/image651.png"/><Relationship Id="rId7" Type="http://schemas.openxmlformats.org/officeDocument/2006/relationships/image" Target="../media/image654.png"/><Relationship Id="rId12" Type="http://schemas.openxmlformats.org/officeDocument/2006/relationships/customXml" Target="../ink/ink580.xml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7.xml"/><Relationship Id="rId11" Type="http://schemas.openxmlformats.org/officeDocument/2006/relationships/image" Target="../media/image656.png"/><Relationship Id="rId5" Type="http://schemas.openxmlformats.org/officeDocument/2006/relationships/image" Target="../media/image653.png"/><Relationship Id="rId10" Type="http://schemas.openxmlformats.org/officeDocument/2006/relationships/customXml" Target="../ink/ink579.xml"/><Relationship Id="rId4" Type="http://schemas.openxmlformats.org/officeDocument/2006/relationships/image" Target="../media/image652.png"/><Relationship Id="rId9" Type="http://schemas.openxmlformats.org/officeDocument/2006/relationships/image" Target="../media/image655.png"/></Relationships>
</file>

<file path=ppt/slides/_rels/slide5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38.xml"/><Relationship Id="rId21" Type="http://schemas.openxmlformats.org/officeDocument/2006/relationships/customXml" Target="../ink/ink590.xml"/><Relationship Id="rId42" Type="http://schemas.openxmlformats.org/officeDocument/2006/relationships/image" Target="../media/image678.png"/><Relationship Id="rId47" Type="http://schemas.openxmlformats.org/officeDocument/2006/relationships/customXml" Target="../ink/ink603.xml"/><Relationship Id="rId63" Type="http://schemas.openxmlformats.org/officeDocument/2006/relationships/customXml" Target="../ink/ink611.xml"/><Relationship Id="rId68" Type="http://schemas.openxmlformats.org/officeDocument/2006/relationships/image" Target="../media/image691.png"/><Relationship Id="rId84" Type="http://schemas.openxmlformats.org/officeDocument/2006/relationships/image" Target="../media/image699.png"/><Relationship Id="rId89" Type="http://schemas.openxmlformats.org/officeDocument/2006/relationships/customXml" Target="../ink/ink624.xml"/><Relationship Id="rId112" Type="http://schemas.openxmlformats.org/officeDocument/2006/relationships/image" Target="../media/image713.png"/><Relationship Id="rId133" Type="http://schemas.openxmlformats.org/officeDocument/2006/relationships/customXml" Target="../ink/ink646.xml"/><Relationship Id="rId138" Type="http://schemas.openxmlformats.org/officeDocument/2006/relationships/image" Target="../media/image726.png"/><Relationship Id="rId154" Type="http://schemas.openxmlformats.org/officeDocument/2006/relationships/image" Target="../media/image734.png"/><Relationship Id="rId159" Type="http://schemas.openxmlformats.org/officeDocument/2006/relationships/customXml" Target="../ink/ink659.xml"/><Relationship Id="rId175" Type="http://schemas.openxmlformats.org/officeDocument/2006/relationships/customXml" Target="../ink/ink667.xml"/><Relationship Id="rId170" Type="http://schemas.openxmlformats.org/officeDocument/2006/relationships/image" Target="../media/image742.png"/><Relationship Id="rId191" Type="http://schemas.openxmlformats.org/officeDocument/2006/relationships/customXml" Target="../ink/ink675.xml"/><Relationship Id="rId16" Type="http://schemas.openxmlformats.org/officeDocument/2006/relationships/image" Target="../media/image665.png"/><Relationship Id="rId107" Type="http://schemas.openxmlformats.org/officeDocument/2006/relationships/customXml" Target="../ink/ink633.xml"/><Relationship Id="rId11" Type="http://schemas.openxmlformats.org/officeDocument/2006/relationships/customXml" Target="../ink/ink585.xml"/><Relationship Id="rId32" Type="http://schemas.openxmlformats.org/officeDocument/2006/relationships/image" Target="../media/image673.png"/><Relationship Id="rId37" Type="http://schemas.openxmlformats.org/officeDocument/2006/relationships/customXml" Target="../ink/ink598.xml"/><Relationship Id="rId53" Type="http://schemas.openxmlformats.org/officeDocument/2006/relationships/customXml" Target="../ink/ink606.xml"/><Relationship Id="rId58" Type="http://schemas.openxmlformats.org/officeDocument/2006/relationships/image" Target="../media/image686.png"/><Relationship Id="rId74" Type="http://schemas.openxmlformats.org/officeDocument/2006/relationships/image" Target="../media/image694.png"/><Relationship Id="rId79" Type="http://schemas.openxmlformats.org/officeDocument/2006/relationships/customXml" Target="../ink/ink619.xml"/><Relationship Id="rId102" Type="http://schemas.openxmlformats.org/officeDocument/2006/relationships/image" Target="../media/image708.png"/><Relationship Id="rId123" Type="http://schemas.openxmlformats.org/officeDocument/2006/relationships/customXml" Target="../ink/ink641.xml"/><Relationship Id="rId128" Type="http://schemas.openxmlformats.org/officeDocument/2006/relationships/image" Target="../media/image721.png"/><Relationship Id="rId144" Type="http://schemas.openxmlformats.org/officeDocument/2006/relationships/image" Target="../media/image729.png"/><Relationship Id="rId149" Type="http://schemas.openxmlformats.org/officeDocument/2006/relationships/customXml" Target="../ink/ink654.xml"/><Relationship Id="rId5" Type="http://schemas.openxmlformats.org/officeDocument/2006/relationships/customXml" Target="../ink/ink582.xml"/><Relationship Id="rId90" Type="http://schemas.openxmlformats.org/officeDocument/2006/relationships/image" Target="../media/image702.png"/><Relationship Id="rId95" Type="http://schemas.openxmlformats.org/officeDocument/2006/relationships/customXml" Target="../ink/ink627.xml"/><Relationship Id="rId160" Type="http://schemas.openxmlformats.org/officeDocument/2006/relationships/image" Target="../media/image737.png"/><Relationship Id="rId165" Type="http://schemas.openxmlformats.org/officeDocument/2006/relationships/customXml" Target="../ink/ink662.xml"/><Relationship Id="rId181" Type="http://schemas.openxmlformats.org/officeDocument/2006/relationships/customXml" Target="../ink/ink670.xml"/><Relationship Id="rId186" Type="http://schemas.openxmlformats.org/officeDocument/2006/relationships/image" Target="../media/image750.png"/><Relationship Id="rId22" Type="http://schemas.openxmlformats.org/officeDocument/2006/relationships/image" Target="../media/image668.png"/><Relationship Id="rId27" Type="http://schemas.openxmlformats.org/officeDocument/2006/relationships/customXml" Target="../ink/ink593.xml"/><Relationship Id="rId43" Type="http://schemas.openxmlformats.org/officeDocument/2006/relationships/customXml" Target="../ink/ink601.xml"/><Relationship Id="rId48" Type="http://schemas.openxmlformats.org/officeDocument/2006/relationships/image" Target="../media/image681.png"/><Relationship Id="rId64" Type="http://schemas.openxmlformats.org/officeDocument/2006/relationships/image" Target="../media/image689.png"/><Relationship Id="rId69" Type="http://schemas.openxmlformats.org/officeDocument/2006/relationships/customXml" Target="../ink/ink614.xml"/><Relationship Id="rId113" Type="http://schemas.openxmlformats.org/officeDocument/2006/relationships/customXml" Target="../ink/ink636.xml"/><Relationship Id="rId118" Type="http://schemas.openxmlformats.org/officeDocument/2006/relationships/image" Target="../media/image716.png"/><Relationship Id="rId134" Type="http://schemas.openxmlformats.org/officeDocument/2006/relationships/image" Target="../media/image724.png"/><Relationship Id="rId139" Type="http://schemas.openxmlformats.org/officeDocument/2006/relationships/customXml" Target="../ink/ink649.xml"/><Relationship Id="rId80" Type="http://schemas.openxmlformats.org/officeDocument/2006/relationships/image" Target="../media/image697.png"/><Relationship Id="rId85" Type="http://schemas.openxmlformats.org/officeDocument/2006/relationships/customXml" Target="../ink/ink622.xml"/><Relationship Id="rId150" Type="http://schemas.openxmlformats.org/officeDocument/2006/relationships/image" Target="../media/image732.png"/><Relationship Id="rId155" Type="http://schemas.openxmlformats.org/officeDocument/2006/relationships/customXml" Target="../ink/ink657.xml"/><Relationship Id="rId171" Type="http://schemas.openxmlformats.org/officeDocument/2006/relationships/customXml" Target="../ink/ink665.xml"/><Relationship Id="rId176" Type="http://schemas.openxmlformats.org/officeDocument/2006/relationships/image" Target="../media/image745.png"/><Relationship Id="rId192" Type="http://schemas.openxmlformats.org/officeDocument/2006/relationships/image" Target="../media/image753.png"/><Relationship Id="rId12" Type="http://schemas.openxmlformats.org/officeDocument/2006/relationships/image" Target="../media/image663.png"/><Relationship Id="rId17" Type="http://schemas.openxmlformats.org/officeDocument/2006/relationships/customXml" Target="../ink/ink588.xml"/><Relationship Id="rId33" Type="http://schemas.openxmlformats.org/officeDocument/2006/relationships/customXml" Target="../ink/ink596.xml"/><Relationship Id="rId38" Type="http://schemas.openxmlformats.org/officeDocument/2006/relationships/image" Target="../media/image676.png"/><Relationship Id="rId59" Type="http://schemas.openxmlformats.org/officeDocument/2006/relationships/customXml" Target="../ink/ink609.xml"/><Relationship Id="rId103" Type="http://schemas.openxmlformats.org/officeDocument/2006/relationships/customXml" Target="../ink/ink631.xml"/><Relationship Id="rId108" Type="http://schemas.openxmlformats.org/officeDocument/2006/relationships/image" Target="../media/image711.png"/><Relationship Id="rId124" Type="http://schemas.openxmlformats.org/officeDocument/2006/relationships/image" Target="../media/image719.png"/><Relationship Id="rId129" Type="http://schemas.openxmlformats.org/officeDocument/2006/relationships/customXml" Target="../ink/ink644.xml"/><Relationship Id="rId54" Type="http://schemas.openxmlformats.org/officeDocument/2006/relationships/image" Target="../media/image684.png"/><Relationship Id="rId70" Type="http://schemas.openxmlformats.org/officeDocument/2006/relationships/image" Target="../media/image692.png"/><Relationship Id="rId75" Type="http://schemas.openxmlformats.org/officeDocument/2006/relationships/customXml" Target="../ink/ink617.xml"/><Relationship Id="rId91" Type="http://schemas.openxmlformats.org/officeDocument/2006/relationships/customXml" Target="../ink/ink625.xml"/><Relationship Id="rId96" Type="http://schemas.openxmlformats.org/officeDocument/2006/relationships/image" Target="../media/image705.png"/><Relationship Id="rId140" Type="http://schemas.openxmlformats.org/officeDocument/2006/relationships/image" Target="../media/image727.png"/><Relationship Id="rId145" Type="http://schemas.openxmlformats.org/officeDocument/2006/relationships/customXml" Target="../ink/ink652.xml"/><Relationship Id="rId161" Type="http://schemas.openxmlformats.org/officeDocument/2006/relationships/customXml" Target="../ink/ink660.xml"/><Relationship Id="rId166" Type="http://schemas.openxmlformats.org/officeDocument/2006/relationships/image" Target="../media/image740.png"/><Relationship Id="rId182" Type="http://schemas.openxmlformats.org/officeDocument/2006/relationships/image" Target="../media/image748.png"/><Relationship Id="rId187" Type="http://schemas.openxmlformats.org/officeDocument/2006/relationships/customXml" Target="../ink/ink67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Relationship Id="rId23" Type="http://schemas.openxmlformats.org/officeDocument/2006/relationships/customXml" Target="../ink/ink591.xml"/><Relationship Id="rId28" Type="http://schemas.openxmlformats.org/officeDocument/2006/relationships/image" Target="../media/image671.png"/><Relationship Id="rId49" Type="http://schemas.openxmlformats.org/officeDocument/2006/relationships/customXml" Target="../ink/ink604.xml"/><Relationship Id="rId114" Type="http://schemas.openxmlformats.org/officeDocument/2006/relationships/image" Target="../media/image714.png"/><Relationship Id="rId119" Type="http://schemas.openxmlformats.org/officeDocument/2006/relationships/customXml" Target="../ink/ink639.xml"/><Relationship Id="rId44" Type="http://schemas.openxmlformats.org/officeDocument/2006/relationships/image" Target="../media/image679.png"/><Relationship Id="rId60" Type="http://schemas.openxmlformats.org/officeDocument/2006/relationships/image" Target="../media/image687.png"/><Relationship Id="rId65" Type="http://schemas.openxmlformats.org/officeDocument/2006/relationships/customXml" Target="../ink/ink612.xml"/><Relationship Id="rId81" Type="http://schemas.openxmlformats.org/officeDocument/2006/relationships/customXml" Target="../ink/ink620.xml"/><Relationship Id="rId86" Type="http://schemas.openxmlformats.org/officeDocument/2006/relationships/image" Target="../media/image700.png"/><Relationship Id="rId130" Type="http://schemas.openxmlformats.org/officeDocument/2006/relationships/image" Target="../media/image722.png"/><Relationship Id="rId135" Type="http://schemas.openxmlformats.org/officeDocument/2006/relationships/customXml" Target="../ink/ink647.xml"/><Relationship Id="rId151" Type="http://schemas.openxmlformats.org/officeDocument/2006/relationships/customXml" Target="../ink/ink655.xml"/><Relationship Id="rId156" Type="http://schemas.openxmlformats.org/officeDocument/2006/relationships/image" Target="../media/image735.png"/><Relationship Id="rId177" Type="http://schemas.openxmlformats.org/officeDocument/2006/relationships/customXml" Target="../ink/ink668.xml"/><Relationship Id="rId172" Type="http://schemas.openxmlformats.org/officeDocument/2006/relationships/image" Target="../media/image743.png"/><Relationship Id="rId193" Type="http://schemas.openxmlformats.org/officeDocument/2006/relationships/customXml" Target="../ink/ink676.xml"/><Relationship Id="rId13" Type="http://schemas.openxmlformats.org/officeDocument/2006/relationships/customXml" Target="../ink/ink586.xml"/><Relationship Id="rId18" Type="http://schemas.openxmlformats.org/officeDocument/2006/relationships/image" Target="../media/image666.png"/><Relationship Id="rId39" Type="http://schemas.openxmlformats.org/officeDocument/2006/relationships/customXml" Target="../ink/ink599.xml"/><Relationship Id="rId109" Type="http://schemas.openxmlformats.org/officeDocument/2006/relationships/customXml" Target="../ink/ink634.xml"/><Relationship Id="rId34" Type="http://schemas.openxmlformats.org/officeDocument/2006/relationships/image" Target="../media/image674.png"/><Relationship Id="rId50" Type="http://schemas.openxmlformats.org/officeDocument/2006/relationships/image" Target="../media/image682.png"/><Relationship Id="rId55" Type="http://schemas.openxmlformats.org/officeDocument/2006/relationships/customXml" Target="../ink/ink607.xml"/><Relationship Id="rId76" Type="http://schemas.openxmlformats.org/officeDocument/2006/relationships/image" Target="../media/image695.png"/><Relationship Id="rId97" Type="http://schemas.openxmlformats.org/officeDocument/2006/relationships/customXml" Target="../ink/ink628.xml"/><Relationship Id="rId104" Type="http://schemas.openxmlformats.org/officeDocument/2006/relationships/image" Target="../media/image709.png"/><Relationship Id="rId120" Type="http://schemas.openxmlformats.org/officeDocument/2006/relationships/image" Target="../media/image717.png"/><Relationship Id="rId125" Type="http://schemas.openxmlformats.org/officeDocument/2006/relationships/customXml" Target="../ink/ink642.xml"/><Relationship Id="rId141" Type="http://schemas.openxmlformats.org/officeDocument/2006/relationships/customXml" Target="../ink/ink650.xml"/><Relationship Id="rId146" Type="http://schemas.openxmlformats.org/officeDocument/2006/relationships/image" Target="../media/image730.png"/><Relationship Id="rId167" Type="http://schemas.openxmlformats.org/officeDocument/2006/relationships/customXml" Target="../ink/ink663.xml"/><Relationship Id="rId188" Type="http://schemas.openxmlformats.org/officeDocument/2006/relationships/image" Target="../media/image751.png"/><Relationship Id="rId7" Type="http://schemas.openxmlformats.org/officeDocument/2006/relationships/customXml" Target="../ink/ink583.xml"/><Relationship Id="rId71" Type="http://schemas.openxmlformats.org/officeDocument/2006/relationships/customXml" Target="../ink/ink615.xml"/><Relationship Id="rId92" Type="http://schemas.openxmlformats.org/officeDocument/2006/relationships/image" Target="../media/image703.png"/><Relationship Id="rId162" Type="http://schemas.openxmlformats.org/officeDocument/2006/relationships/image" Target="../media/image738.png"/><Relationship Id="rId183" Type="http://schemas.openxmlformats.org/officeDocument/2006/relationships/customXml" Target="../ink/ink671.xml"/><Relationship Id="rId2" Type="http://schemas.openxmlformats.org/officeDocument/2006/relationships/image" Target="../media/image658.png"/><Relationship Id="rId29" Type="http://schemas.openxmlformats.org/officeDocument/2006/relationships/customXml" Target="../ink/ink594.xml"/><Relationship Id="rId24" Type="http://schemas.openxmlformats.org/officeDocument/2006/relationships/image" Target="../media/image669.png"/><Relationship Id="rId40" Type="http://schemas.openxmlformats.org/officeDocument/2006/relationships/image" Target="../media/image677.png"/><Relationship Id="rId45" Type="http://schemas.openxmlformats.org/officeDocument/2006/relationships/customXml" Target="../ink/ink602.xml"/><Relationship Id="rId66" Type="http://schemas.openxmlformats.org/officeDocument/2006/relationships/image" Target="../media/image690.png"/><Relationship Id="rId87" Type="http://schemas.openxmlformats.org/officeDocument/2006/relationships/customXml" Target="../ink/ink623.xml"/><Relationship Id="rId110" Type="http://schemas.openxmlformats.org/officeDocument/2006/relationships/image" Target="../media/image712.png"/><Relationship Id="rId115" Type="http://schemas.openxmlformats.org/officeDocument/2006/relationships/customXml" Target="../ink/ink637.xml"/><Relationship Id="rId131" Type="http://schemas.openxmlformats.org/officeDocument/2006/relationships/customXml" Target="../ink/ink645.xml"/><Relationship Id="rId136" Type="http://schemas.openxmlformats.org/officeDocument/2006/relationships/image" Target="../media/image725.png"/><Relationship Id="rId157" Type="http://schemas.openxmlformats.org/officeDocument/2006/relationships/customXml" Target="../ink/ink658.xml"/><Relationship Id="rId178" Type="http://schemas.openxmlformats.org/officeDocument/2006/relationships/image" Target="../media/image746.png"/><Relationship Id="rId61" Type="http://schemas.openxmlformats.org/officeDocument/2006/relationships/customXml" Target="../ink/ink610.xml"/><Relationship Id="rId82" Type="http://schemas.openxmlformats.org/officeDocument/2006/relationships/image" Target="../media/image698.png"/><Relationship Id="rId152" Type="http://schemas.openxmlformats.org/officeDocument/2006/relationships/image" Target="../media/image733.png"/><Relationship Id="rId173" Type="http://schemas.openxmlformats.org/officeDocument/2006/relationships/customXml" Target="../ink/ink666.xml"/><Relationship Id="rId194" Type="http://schemas.openxmlformats.org/officeDocument/2006/relationships/image" Target="../media/image754.png"/><Relationship Id="rId19" Type="http://schemas.openxmlformats.org/officeDocument/2006/relationships/customXml" Target="../ink/ink589.xml"/><Relationship Id="rId14" Type="http://schemas.openxmlformats.org/officeDocument/2006/relationships/image" Target="../media/image664.png"/><Relationship Id="rId30" Type="http://schemas.openxmlformats.org/officeDocument/2006/relationships/image" Target="../media/image672.png"/><Relationship Id="rId35" Type="http://schemas.openxmlformats.org/officeDocument/2006/relationships/customXml" Target="../ink/ink597.xml"/><Relationship Id="rId56" Type="http://schemas.openxmlformats.org/officeDocument/2006/relationships/image" Target="../media/image685.png"/><Relationship Id="rId77" Type="http://schemas.openxmlformats.org/officeDocument/2006/relationships/customXml" Target="../ink/ink618.xml"/><Relationship Id="rId100" Type="http://schemas.openxmlformats.org/officeDocument/2006/relationships/image" Target="../media/image707.png"/><Relationship Id="rId105" Type="http://schemas.openxmlformats.org/officeDocument/2006/relationships/customXml" Target="../ink/ink632.xml"/><Relationship Id="rId126" Type="http://schemas.openxmlformats.org/officeDocument/2006/relationships/image" Target="../media/image720.png"/><Relationship Id="rId147" Type="http://schemas.openxmlformats.org/officeDocument/2006/relationships/customXml" Target="../ink/ink653.xml"/><Relationship Id="rId168" Type="http://schemas.openxmlformats.org/officeDocument/2006/relationships/image" Target="../media/image741.png"/><Relationship Id="rId8" Type="http://schemas.openxmlformats.org/officeDocument/2006/relationships/image" Target="../media/image661.png"/><Relationship Id="rId51" Type="http://schemas.openxmlformats.org/officeDocument/2006/relationships/customXml" Target="../ink/ink605.xml"/><Relationship Id="rId72" Type="http://schemas.openxmlformats.org/officeDocument/2006/relationships/image" Target="../media/image693.png"/><Relationship Id="rId93" Type="http://schemas.openxmlformats.org/officeDocument/2006/relationships/customXml" Target="../ink/ink626.xml"/><Relationship Id="rId98" Type="http://schemas.openxmlformats.org/officeDocument/2006/relationships/image" Target="../media/image706.png"/><Relationship Id="rId121" Type="http://schemas.openxmlformats.org/officeDocument/2006/relationships/customXml" Target="../ink/ink640.xml"/><Relationship Id="rId142" Type="http://schemas.openxmlformats.org/officeDocument/2006/relationships/image" Target="../media/image728.png"/><Relationship Id="rId163" Type="http://schemas.openxmlformats.org/officeDocument/2006/relationships/customXml" Target="../ink/ink661.xml"/><Relationship Id="rId184" Type="http://schemas.openxmlformats.org/officeDocument/2006/relationships/image" Target="../media/image749.png"/><Relationship Id="rId189" Type="http://schemas.openxmlformats.org/officeDocument/2006/relationships/customXml" Target="../ink/ink674.xml"/><Relationship Id="rId3" Type="http://schemas.openxmlformats.org/officeDocument/2006/relationships/customXml" Target="../ink/ink581.xml"/><Relationship Id="rId25" Type="http://schemas.openxmlformats.org/officeDocument/2006/relationships/customXml" Target="../ink/ink592.xml"/><Relationship Id="rId46" Type="http://schemas.openxmlformats.org/officeDocument/2006/relationships/image" Target="../media/image680.png"/><Relationship Id="rId67" Type="http://schemas.openxmlformats.org/officeDocument/2006/relationships/customXml" Target="../ink/ink613.xml"/><Relationship Id="rId116" Type="http://schemas.openxmlformats.org/officeDocument/2006/relationships/image" Target="../media/image715.png"/><Relationship Id="rId137" Type="http://schemas.openxmlformats.org/officeDocument/2006/relationships/customXml" Target="../ink/ink648.xml"/><Relationship Id="rId158" Type="http://schemas.openxmlformats.org/officeDocument/2006/relationships/image" Target="../media/image736.png"/><Relationship Id="rId20" Type="http://schemas.openxmlformats.org/officeDocument/2006/relationships/image" Target="../media/image667.png"/><Relationship Id="rId41" Type="http://schemas.openxmlformats.org/officeDocument/2006/relationships/customXml" Target="../ink/ink600.xml"/><Relationship Id="rId62" Type="http://schemas.openxmlformats.org/officeDocument/2006/relationships/image" Target="../media/image688.png"/><Relationship Id="rId83" Type="http://schemas.openxmlformats.org/officeDocument/2006/relationships/customXml" Target="../ink/ink621.xml"/><Relationship Id="rId88" Type="http://schemas.openxmlformats.org/officeDocument/2006/relationships/image" Target="../media/image701.png"/><Relationship Id="rId111" Type="http://schemas.openxmlformats.org/officeDocument/2006/relationships/customXml" Target="../ink/ink635.xml"/><Relationship Id="rId132" Type="http://schemas.openxmlformats.org/officeDocument/2006/relationships/image" Target="../media/image723.png"/><Relationship Id="rId153" Type="http://schemas.openxmlformats.org/officeDocument/2006/relationships/customXml" Target="../ink/ink656.xml"/><Relationship Id="rId174" Type="http://schemas.openxmlformats.org/officeDocument/2006/relationships/image" Target="../media/image744.png"/><Relationship Id="rId179" Type="http://schemas.openxmlformats.org/officeDocument/2006/relationships/customXml" Target="../ink/ink669.xml"/><Relationship Id="rId190" Type="http://schemas.openxmlformats.org/officeDocument/2006/relationships/image" Target="../media/image752.png"/><Relationship Id="rId15" Type="http://schemas.openxmlformats.org/officeDocument/2006/relationships/customXml" Target="../ink/ink587.xml"/><Relationship Id="rId36" Type="http://schemas.openxmlformats.org/officeDocument/2006/relationships/image" Target="../media/image675.png"/><Relationship Id="rId57" Type="http://schemas.openxmlformats.org/officeDocument/2006/relationships/customXml" Target="../ink/ink608.xml"/><Relationship Id="rId106" Type="http://schemas.openxmlformats.org/officeDocument/2006/relationships/image" Target="../media/image710.png"/><Relationship Id="rId127" Type="http://schemas.openxmlformats.org/officeDocument/2006/relationships/customXml" Target="../ink/ink643.xml"/><Relationship Id="rId10" Type="http://schemas.openxmlformats.org/officeDocument/2006/relationships/image" Target="../media/image662.png"/><Relationship Id="rId31" Type="http://schemas.openxmlformats.org/officeDocument/2006/relationships/customXml" Target="../ink/ink595.xml"/><Relationship Id="rId52" Type="http://schemas.openxmlformats.org/officeDocument/2006/relationships/image" Target="../media/image683.png"/><Relationship Id="rId73" Type="http://schemas.openxmlformats.org/officeDocument/2006/relationships/customXml" Target="../ink/ink616.xml"/><Relationship Id="rId78" Type="http://schemas.openxmlformats.org/officeDocument/2006/relationships/image" Target="../media/image696.png"/><Relationship Id="rId94" Type="http://schemas.openxmlformats.org/officeDocument/2006/relationships/image" Target="../media/image704.png"/><Relationship Id="rId99" Type="http://schemas.openxmlformats.org/officeDocument/2006/relationships/customXml" Target="../ink/ink629.xml"/><Relationship Id="rId101" Type="http://schemas.openxmlformats.org/officeDocument/2006/relationships/customXml" Target="../ink/ink630.xml"/><Relationship Id="rId122" Type="http://schemas.openxmlformats.org/officeDocument/2006/relationships/image" Target="../media/image718.png"/><Relationship Id="rId143" Type="http://schemas.openxmlformats.org/officeDocument/2006/relationships/customXml" Target="../ink/ink651.xml"/><Relationship Id="rId148" Type="http://schemas.openxmlformats.org/officeDocument/2006/relationships/image" Target="../media/image731.png"/><Relationship Id="rId164" Type="http://schemas.openxmlformats.org/officeDocument/2006/relationships/image" Target="../media/image739.png"/><Relationship Id="rId169" Type="http://schemas.openxmlformats.org/officeDocument/2006/relationships/customXml" Target="../ink/ink664.xml"/><Relationship Id="rId185" Type="http://schemas.openxmlformats.org/officeDocument/2006/relationships/customXml" Target="../ink/ink672.xml"/><Relationship Id="rId4" Type="http://schemas.openxmlformats.org/officeDocument/2006/relationships/image" Target="../media/image659.png"/><Relationship Id="rId9" Type="http://schemas.openxmlformats.org/officeDocument/2006/relationships/customXml" Target="../ink/ink584.xml"/><Relationship Id="rId180" Type="http://schemas.openxmlformats.org/officeDocument/2006/relationships/image" Target="../media/image747.png"/><Relationship Id="rId26" Type="http://schemas.openxmlformats.org/officeDocument/2006/relationships/image" Target="../media/image6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6.png"/><Relationship Id="rId2" Type="http://schemas.openxmlformats.org/officeDocument/2006/relationships/image" Target="../media/image7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8.png"/><Relationship Id="rId2" Type="http://schemas.openxmlformats.org/officeDocument/2006/relationships/image" Target="../media/image7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1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3.png"/><Relationship Id="rId4" Type="http://schemas.openxmlformats.org/officeDocument/2006/relationships/image" Target="../media/image76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5.png"/><Relationship Id="rId2" Type="http://schemas.openxmlformats.org/officeDocument/2006/relationships/image" Target="../media/image76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7.png"/><Relationship Id="rId2" Type="http://schemas.openxmlformats.org/officeDocument/2006/relationships/image" Target="../media/image76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9.png"/><Relationship Id="rId2" Type="http://schemas.openxmlformats.org/officeDocument/2006/relationships/image" Target="../media/image76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1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4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7.png"/><Relationship Id="rId2" Type="http://schemas.openxmlformats.org/officeDocument/2006/relationships/image" Target="../media/image7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77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2.png"/><Relationship Id="rId2" Type="http://schemas.openxmlformats.org/officeDocument/2006/relationships/image" Target="../media/image78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4.png"/><Relationship Id="rId2" Type="http://schemas.openxmlformats.org/officeDocument/2006/relationships/image" Target="../media/image78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6.png"/><Relationship Id="rId2" Type="http://schemas.openxmlformats.org/officeDocument/2006/relationships/image" Target="../media/image78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8.png"/><Relationship Id="rId2" Type="http://schemas.openxmlformats.org/officeDocument/2006/relationships/image" Target="../media/image78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3.png"/><Relationship Id="rId2" Type="http://schemas.openxmlformats.org/officeDocument/2006/relationships/image" Target="../media/image79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5.png"/><Relationship Id="rId2" Type="http://schemas.openxmlformats.org/officeDocument/2006/relationships/image" Target="../media/image79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7.png"/><Relationship Id="rId2" Type="http://schemas.openxmlformats.org/officeDocument/2006/relationships/image" Target="../media/image7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AF2CE1-A51D-4A3A-A959-41F4037CF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401" y="275303"/>
            <a:ext cx="10037197" cy="2084439"/>
          </a:xfrm>
        </p:spPr>
        <p:txBody>
          <a:bodyPr>
            <a:normAutofit fontScale="90000"/>
          </a:bodyPr>
          <a:lstStyle/>
          <a:p>
            <a:r>
              <a:rPr lang="en-IN" sz="8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Engineering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BB21DF0-024A-4782-8F56-9B6EA1074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01" y="3090926"/>
            <a:ext cx="9144000" cy="2814666"/>
          </a:xfrm>
        </p:spPr>
        <p:txBody>
          <a:bodyPr>
            <a:normAutofit/>
          </a:bodyPr>
          <a:lstStyle/>
          <a:p>
            <a:pPr algn="l"/>
            <a:r>
              <a:rPr lang="en-IN" sz="3600" smtClean="0"/>
              <a:t>Instructor:</a:t>
            </a:r>
            <a:endParaRPr lang="en-IN" sz="3600" dirty="0"/>
          </a:p>
          <a:p>
            <a:pPr algn="l"/>
            <a:r>
              <a:rPr lang="en-IN" sz="3600" dirty="0"/>
              <a:t>Dr. </a:t>
            </a:r>
            <a:r>
              <a:rPr lang="en-IN" sz="3600" dirty="0" err="1" smtClean="0"/>
              <a:t>Pradipta</a:t>
            </a:r>
            <a:r>
              <a:rPr lang="en-IN" sz="3600" dirty="0" smtClean="0"/>
              <a:t> </a:t>
            </a:r>
            <a:r>
              <a:rPr lang="en-IN" sz="3600" dirty="0" err="1" smtClean="0"/>
              <a:t>Basu</a:t>
            </a:r>
            <a:r>
              <a:rPr lang="en-IN" sz="3600" dirty="0" smtClean="0"/>
              <a:t> </a:t>
            </a:r>
            <a:r>
              <a:rPr lang="en-IN" sz="3600" dirty="0" err="1" smtClean="0"/>
              <a:t>Mandal</a:t>
            </a:r>
            <a:endParaRPr lang="en-IN" sz="3600" dirty="0"/>
          </a:p>
          <a:p>
            <a:pPr algn="l"/>
            <a:r>
              <a:rPr lang="en-IN" sz="3600" dirty="0"/>
              <a:t>Dept. of Mechanical Engineering</a:t>
            </a:r>
          </a:p>
          <a:p>
            <a:pPr algn="l"/>
            <a:r>
              <a:rPr lang="en-IN" sz="3600" dirty="0"/>
              <a:t>Techno India University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="" xmlns:p14="http://schemas.microsoft.com/office/powerpoint/2010/main" val="260304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21891FD-3C5D-47A0-B3A0-53215CD3D207}"/>
              </a:ext>
            </a:extLst>
          </p:cNvPr>
          <p:cNvSpPr txBox="1"/>
          <p:nvPr/>
        </p:nvSpPr>
        <p:spPr>
          <a:xfrm>
            <a:off x="2827606" y="2721114"/>
            <a:ext cx="7258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00FF"/>
                </a:solidFill>
              </a:rPr>
              <a:t>Equilibrium of Rigid Bodies</a:t>
            </a:r>
          </a:p>
        </p:txBody>
      </p:sp>
    </p:spTree>
    <p:extLst>
      <p:ext uri="{BB962C8B-B14F-4D97-AF65-F5344CB8AC3E}">
        <p14:creationId xmlns="" xmlns:p14="http://schemas.microsoft.com/office/powerpoint/2010/main" val="194994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880D8D2-4071-BAB3-FF6A-ABB1B48E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88" y="1128091"/>
            <a:ext cx="9219669" cy="24738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9B79F63-099E-FEB6-4125-45819587FA2A}"/>
              </a:ext>
            </a:extLst>
          </p:cNvPr>
          <p:cNvSpPr txBox="1"/>
          <p:nvPr/>
        </p:nvSpPr>
        <p:spPr>
          <a:xfrm>
            <a:off x="2290439" y="301841"/>
            <a:ext cx="6542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Equilibrium of Force Systems</a:t>
            </a:r>
            <a:endParaRPr lang="en-IN" sz="2800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162BAA7-469A-05ED-836D-99CF567B3C36}"/>
              </a:ext>
            </a:extLst>
          </p:cNvPr>
          <p:cNvSpPr txBox="1"/>
          <p:nvPr/>
        </p:nvSpPr>
        <p:spPr>
          <a:xfrm>
            <a:off x="1057523" y="4134678"/>
            <a:ext cx="92791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Equilibrium means that the acceleration of the body is zero. Hence the term rest implies that the position of the body remains fixed or the body is moving with a uniform rectilinear velocity with respect to a frame of reference.</a:t>
            </a:r>
          </a:p>
          <a:p>
            <a:r>
              <a:rPr lang="en-US" dirty="0"/>
              <a:t>In both cases the acceleration of the body is zero. However generally we will consider rest as the condition of zero velocity.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8334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838245B-78C6-4D69-B6A8-4C3FB1463BC0}"/>
              </a:ext>
            </a:extLst>
          </p:cNvPr>
          <p:cNvSpPr txBox="1"/>
          <p:nvPr/>
        </p:nvSpPr>
        <p:spPr>
          <a:xfrm>
            <a:off x="2290439" y="301841"/>
            <a:ext cx="6542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Equilibrium of Force Systems</a:t>
            </a:r>
            <a:endParaRPr lang="en-IN" sz="28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3CDC8AA-1492-4D8C-90DD-2A4B4AFEEB5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8162" y="993649"/>
            <a:ext cx="7002432" cy="5087555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71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38863" y="3825875"/>
              <a:ext cx="488950" cy="134938"/>
            </p14:xfrm>
          </p:contentPart>
        </mc:Choice>
        <mc:Fallback>
          <p:pic>
            <p:nvPicPr>
              <p:cNvPr id="71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129495" y="3816569"/>
                <a:ext cx="507686" cy="153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717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08263" y="4132263"/>
              <a:ext cx="225425" cy="93662"/>
            </p14:xfrm>
          </p:contentPart>
        </mc:Choice>
        <mc:Fallback>
          <p:pic>
            <p:nvPicPr>
              <p:cNvPr id="71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98885" y="4122897"/>
                <a:ext cx="244180" cy="112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717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7475" y="4151313"/>
              <a:ext cx="203200" cy="98425"/>
            </p14:xfrm>
          </p:contentPart>
        </mc:Choice>
        <mc:Fallback>
          <p:pic>
            <p:nvPicPr>
              <p:cNvPr id="71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917869" y="4141870"/>
                <a:ext cx="222412" cy="117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717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89513" y="4168775"/>
              <a:ext cx="234950" cy="100013"/>
            </p14:xfrm>
          </p:contentPart>
        </mc:Choice>
        <mc:Fallback>
          <p:pic>
            <p:nvPicPr>
              <p:cNvPr id="71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980158" y="4159215"/>
                <a:ext cx="253660" cy="119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E7B6DD-FBDC-A5C1-F4C8-3A4DE071501E}"/>
                  </a:ext>
                </a:extLst>
              </p14:cNvPr>
              <p14:cNvContentPartPr/>
              <p14:nvPr/>
            </p14:nvContentPartPr>
            <p14:xfrm>
              <a:off x="9805477" y="2508715"/>
              <a:ext cx="5400" cy="16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CE7B6DD-FBDC-A5C1-F4C8-3A4DE07150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97917" y="2501155"/>
                <a:ext cx="205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B094EA-215C-582F-02B1-C81E94FD3F2F}"/>
                  </a:ext>
                </a:extLst>
              </p14:cNvPr>
              <p14:cNvContentPartPr/>
              <p14:nvPr/>
            </p14:nvContentPartPr>
            <p14:xfrm>
              <a:off x="9796477" y="2507995"/>
              <a:ext cx="24840" cy="37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0B094EA-215C-582F-02B1-C81E94FD3F2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87477" y="2499355"/>
                <a:ext cx="4248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8F9371A2-CCB7-4F72-EF47-B42D75618618}"/>
              </a:ext>
            </a:extLst>
          </p:cNvPr>
          <p:cNvGrpSpPr/>
          <p:nvPr/>
        </p:nvGrpSpPr>
        <p:grpSpPr>
          <a:xfrm>
            <a:off x="9079357" y="2105515"/>
            <a:ext cx="889200" cy="938520"/>
            <a:chOff x="9079357" y="2105515"/>
            <a:chExt cx="889200" cy="9385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87D1B76-EBD7-512B-9DC5-F02E34852C0D}"/>
                    </a:ext>
                  </a:extLst>
                </p14:cNvPr>
                <p14:cNvContentPartPr/>
                <p14:nvPr/>
              </p14:nvContentPartPr>
              <p14:xfrm>
                <a:off x="9079357" y="2520235"/>
                <a:ext cx="623160" cy="3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87D1B76-EBD7-512B-9DC5-F02E34852C0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70357" y="2511595"/>
                  <a:ext cx="640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C34B43-91A4-4CF4-2727-38EA7D06A9D0}"/>
                    </a:ext>
                  </a:extLst>
                </p14:cNvPr>
                <p14:cNvContentPartPr/>
                <p14:nvPr/>
              </p14:nvContentPartPr>
              <p14:xfrm>
                <a:off x="9606757" y="2494315"/>
                <a:ext cx="114840" cy="90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6C34B43-91A4-4CF4-2727-38EA7D06A9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97757" y="2485315"/>
                  <a:ext cx="132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2723D67-A6A2-BB2E-9CD4-3ACA91EBF18F}"/>
                    </a:ext>
                  </a:extLst>
                </p14:cNvPr>
                <p14:cNvContentPartPr/>
                <p14:nvPr/>
              </p14:nvContentPartPr>
              <p14:xfrm>
                <a:off x="9392917" y="2622835"/>
                <a:ext cx="347400" cy="421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2723D67-A6A2-BB2E-9CD4-3ACA91EBF1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84277" y="2614195"/>
                  <a:ext cx="3650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DCF496-64DE-7D91-4827-2EA06F9586AA}"/>
                    </a:ext>
                  </a:extLst>
                </p14:cNvPr>
                <p14:cNvContentPartPr/>
                <p14:nvPr/>
              </p14:nvContentPartPr>
              <p14:xfrm>
                <a:off x="9621157" y="2648755"/>
                <a:ext cx="134640" cy="11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DDCF496-64DE-7D91-4827-2EA06F9586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12157" y="2640115"/>
                  <a:ext cx="152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447993-5D32-02F5-E45A-EE15E72B1D2E}"/>
                    </a:ext>
                  </a:extLst>
                </p14:cNvPr>
                <p14:cNvContentPartPr/>
                <p14:nvPr/>
              </p14:nvContentPartPr>
              <p14:xfrm>
                <a:off x="9808717" y="2105515"/>
                <a:ext cx="159840" cy="38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5447993-5D32-02F5-E45A-EE15E72B1D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99717" y="2096875"/>
                  <a:ext cx="1774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27FD79-D76C-75D9-B6DF-A86BF62EAAA7}"/>
                    </a:ext>
                  </a:extLst>
                </p14:cNvPr>
                <p14:cNvContentPartPr/>
                <p14:nvPr/>
              </p14:nvContentPartPr>
              <p14:xfrm>
                <a:off x="9816637" y="2380555"/>
                <a:ext cx="72000" cy="11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527FD79-D76C-75D9-B6DF-A86BF62EAA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07997" y="2371555"/>
                  <a:ext cx="896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DEC63E-747C-1A76-DA1F-9FD34079E99F}"/>
                  </a:ext>
                </a:extLst>
              </p14:cNvPr>
              <p14:cNvContentPartPr/>
              <p14:nvPr/>
            </p14:nvContentPartPr>
            <p14:xfrm>
              <a:off x="9368077" y="3355435"/>
              <a:ext cx="1041120" cy="1058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9DEC63E-747C-1A76-DA1F-9FD34079E99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59077" y="3346435"/>
                <a:ext cx="1058760" cy="10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BD3FAB5A-3301-4C2A-2603-9ED9FDAE3362}"/>
              </a:ext>
            </a:extLst>
          </p:cNvPr>
          <p:cNvGrpSpPr/>
          <p:nvPr/>
        </p:nvGrpSpPr>
        <p:grpSpPr>
          <a:xfrm>
            <a:off x="9131917" y="4251475"/>
            <a:ext cx="836280" cy="123840"/>
            <a:chOff x="9131917" y="4251475"/>
            <a:chExt cx="836280" cy="1238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1CE3E2-FE8E-3842-8484-5DBCAFBBF848}"/>
                    </a:ext>
                  </a:extLst>
                </p14:cNvPr>
                <p14:cNvContentPartPr/>
                <p14:nvPr/>
              </p14:nvContentPartPr>
              <p14:xfrm>
                <a:off x="9131917" y="4262995"/>
                <a:ext cx="836280" cy="112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41CE3E2-FE8E-3842-8484-5DBCAFBBF84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23277" y="4254355"/>
                  <a:ext cx="853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312F91-AF38-FAA9-744A-5C575A79FE4E}"/>
                    </a:ext>
                  </a:extLst>
                </p14:cNvPr>
                <p14:cNvContentPartPr/>
                <p14:nvPr/>
              </p14:nvContentPartPr>
              <p14:xfrm>
                <a:off x="9865597" y="4251475"/>
                <a:ext cx="89640" cy="59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F312F91-AF38-FAA9-744A-5C575A79FE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56597" y="4242475"/>
                  <a:ext cx="1072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D0C13F67-7280-84D3-5ACC-AB60342A99E0}"/>
              </a:ext>
            </a:extLst>
          </p:cNvPr>
          <p:cNvGrpSpPr/>
          <p:nvPr/>
        </p:nvGrpSpPr>
        <p:grpSpPr>
          <a:xfrm>
            <a:off x="9894037" y="3418435"/>
            <a:ext cx="735480" cy="207000"/>
            <a:chOff x="9894037" y="3418435"/>
            <a:chExt cx="735480" cy="2070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5442CF-8C77-2522-4E62-7E40909FB551}"/>
                    </a:ext>
                  </a:extLst>
                </p14:cNvPr>
                <p14:cNvContentPartPr/>
                <p14:nvPr/>
              </p14:nvContentPartPr>
              <p14:xfrm>
                <a:off x="9933277" y="3418435"/>
                <a:ext cx="696240" cy="15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65442CF-8C77-2522-4E62-7E40909FB5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24637" y="3409795"/>
                  <a:ext cx="713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DB1884-4B82-284D-1F88-ED61EE55BEDC}"/>
                    </a:ext>
                  </a:extLst>
                </p14:cNvPr>
                <p14:cNvContentPartPr/>
                <p14:nvPr/>
              </p14:nvContentPartPr>
              <p14:xfrm>
                <a:off x="9917077" y="3532195"/>
                <a:ext cx="103680" cy="64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BDB1884-4B82-284D-1F88-ED61EE55BE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8437" y="3523555"/>
                  <a:ext cx="121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4D7EE6-A467-7A3E-5B0D-958FDCD3941D}"/>
                    </a:ext>
                  </a:extLst>
                </p14:cNvPr>
                <p14:cNvContentPartPr/>
                <p14:nvPr/>
              </p14:nvContentPartPr>
              <p14:xfrm>
                <a:off x="9894037" y="3569995"/>
                <a:ext cx="70200" cy="55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F4D7EE6-A467-7A3E-5B0D-958FDCD3941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85397" y="3561355"/>
                  <a:ext cx="8784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25A12421-5BCD-7817-C04A-90AD79B24787}"/>
              </a:ext>
            </a:extLst>
          </p:cNvPr>
          <p:cNvGrpSpPr/>
          <p:nvPr/>
        </p:nvGrpSpPr>
        <p:grpSpPr>
          <a:xfrm>
            <a:off x="10018237" y="3721915"/>
            <a:ext cx="140400" cy="318240"/>
            <a:chOff x="10018237" y="3721915"/>
            <a:chExt cx="140400" cy="3182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E6C89A-AE09-DCB8-4373-59A27B22A213}"/>
                    </a:ext>
                  </a:extLst>
                </p14:cNvPr>
                <p14:cNvContentPartPr/>
                <p14:nvPr/>
              </p14:nvContentPartPr>
              <p14:xfrm>
                <a:off x="10018237" y="3744235"/>
                <a:ext cx="130320" cy="295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EE6C89A-AE09-DCB8-4373-59A27B22A21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09237" y="3735235"/>
                  <a:ext cx="147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726025-103B-7222-7E82-10F813953034}"/>
                    </a:ext>
                  </a:extLst>
                </p14:cNvPr>
                <p14:cNvContentPartPr/>
                <p14:nvPr/>
              </p14:nvContentPartPr>
              <p14:xfrm>
                <a:off x="10023637" y="3721915"/>
                <a:ext cx="135000" cy="106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6726025-103B-7222-7E82-10F8139530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14637" y="3712915"/>
                  <a:ext cx="1526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2984883F-24D6-1EFB-9A6A-F26BD08B91F5}"/>
              </a:ext>
            </a:extLst>
          </p:cNvPr>
          <p:cNvGrpSpPr/>
          <p:nvPr/>
        </p:nvGrpSpPr>
        <p:grpSpPr>
          <a:xfrm>
            <a:off x="10365997" y="3161755"/>
            <a:ext cx="127080" cy="196560"/>
            <a:chOff x="10365997" y="3161755"/>
            <a:chExt cx="127080" cy="1965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58D173-B042-480A-6C7C-363C17020642}"/>
                    </a:ext>
                  </a:extLst>
                </p14:cNvPr>
                <p14:cNvContentPartPr/>
                <p14:nvPr/>
              </p14:nvContentPartPr>
              <p14:xfrm>
                <a:off x="10365997" y="3191995"/>
                <a:ext cx="33480" cy="166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F58D173-B042-480A-6C7C-363C170206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357357" y="3183355"/>
                  <a:ext cx="51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D0629C5-00B7-B60B-10E5-2DB661D0C2A9}"/>
                    </a:ext>
                  </a:extLst>
                </p14:cNvPr>
                <p14:cNvContentPartPr/>
                <p14:nvPr/>
              </p14:nvContentPartPr>
              <p14:xfrm>
                <a:off x="10380397" y="3161755"/>
                <a:ext cx="112680" cy="2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D0629C5-00B7-B60B-10E5-2DB661D0C2A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71757" y="3153115"/>
                  <a:ext cx="130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DAEDF7-E907-0F00-DF8E-33B61519C11A}"/>
                    </a:ext>
                  </a:extLst>
                </p14:cNvPr>
                <p14:cNvContentPartPr/>
                <p14:nvPr/>
              </p14:nvContentPartPr>
              <p14:xfrm>
                <a:off x="10370317" y="3258595"/>
                <a:ext cx="88200" cy="1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ADAEDF7-E907-0F00-DF8E-33B61519C11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61677" y="3249955"/>
                  <a:ext cx="1058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4" name="Group 7173">
            <a:extLst>
              <a:ext uri="{FF2B5EF4-FFF2-40B4-BE49-F238E27FC236}">
                <a16:creationId xmlns="" xmlns:a16="http://schemas.microsoft.com/office/drawing/2014/main" id="{BC9A99EE-D6DF-3150-4509-DD7C644AD5BA}"/>
              </a:ext>
            </a:extLst>
          </p:cNvPr>
          <p:cNvGrpSpPr/>
          <p:nvPr/>
        </p:nvGrpSpPr>
        <p:grpSpPr>
          <a:xfrm>
            <a:off x="9246397" y="4540915"/>
            <a:ext cx="148320" cy="167400"/>
            <a:chOff x="9246397" y="4540915"/>
            <a:chExt cx="148320" cy="167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805691-3FC1-5412-59E9-115A3043D4E9}"/>
                    </a:ext>
                  </a:extLst>
                </p14:cNvPr>
                <p14:cNvContentPartPr/>
                <p14:nvPr/>
              </p14:nvContentPartPr>
              <p14:xfrm>
                <a:off x="9246397" y="4558915"/>
                <a:ext cx="26640" cy="149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F805691-3FC1-5412-59E9-115A3043D4E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37757" y="4549915"/>
                  <a:ext cx="44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1">
              <p14:nvContentPartPr>
                <p14:cNvPr id="7168" name="Ink 7167">
                  <a:extLst>
                    <a:ext uri="{FF2B5EF4-FFF2-40B4-BE49-F238E27FC236}">
                      <a16:creationId xmlns:a16="http://schemas.microsoft.com/office/drawing/2014/main" id="{D0641D9E-E860-04B5-9A2F-4184DAFD430C}"/>
                    </a:ext>
                  </a:extLst>
                </p14:cNvPr>
                <p14:cNvContentPartPr/>
                <p14:nvPr/>
              </p14:nvContentPartPr>
              <p14:xfrm>
                <a:off x="9250717" y="4540915"/>
                <a:ext cx="144000" cy="25920"/>
              </p14:xfrm>
            </p:contentPart>
          </mc:Choice>
          <mc:Fallback>
            <p:pic>
              <p:nvPicPr>
                <p:cNvPr id="7168" name="Ink 716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0641D9E-E860-04B5-9A2F-4184DAFD430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41717" y="4532275"/>
                  <a:ext cx="161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3">
              <p14:nvContentPartPr>
                <p14:cNvPr id="7169" name="Ink 7168">
                  <a:extLst>
                    <a:ext uri="{FF2B5EF4-FFF2-40B4-BE49-F238E27FC236}">
                      <a16:creationId xmlns:a16="http://schemas.microsoft.com/office/drawing/2014/main" id="{B2825E76-EB35-4D02-141B-29122AADE69C}"/>
                    </a:ext>
                  </a:extLst>
                </p14:cNvPr>
                <p14:cNvContentPartPr/>
                <p14:nvPr/>
              </p14:nvContentPartPr>
              <p14:xfrm>
                <a:off x="9265477" y="4631275"/>
                <a:ext cx="116280" cy="27360"/>
              </p14:xfrm>
            </p:contentPart>
          </mc:Choice>
          <mc:Fallback>
            <p:pic>
              <p:nvPicPr>
                <p:cNvPr id="7169" name="Ink 716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2825E76-EB35-4D02-141B-29122AADE69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56837" y="4622635"/>
                  <a:ext cx="1339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84" name="Group 7183">
            <a:extLst>
              <a:ext uri="{FF2B5EF4-FFF2-40B4-BE49-F238E27FC236}">
                <a16:creationId xmlns="" xmlns:a16="http://schemas.microsoft.com/office/drawing/2014/main" id="{DBEB351B-89A8-944D-F102-3BE34576BEAC}"/>
              </a:ext>
            </a:extLst>
          </p:cNvPr>
          <p:cNvGrpSpPr/>
          <p:nvPr/>
        </p:nvGrpSpPr>
        <p:grpSpPr>
          <a:xfrm>
            <a:off x="9643117" y="4796155"/>
            <a:ext cx="1342800" cy="311760"/>
            <a:chOff x="9643117" y="4796155"/>
            <a:chExt cx="1342800" cy="3117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55">
              <p14:nvContentPartPr>
                <p14:cNvPr id="7175" name="Ink 7174">
                  <a:extLst>
                    <a:ext uri="{FF2B5EF4-FFF2-40B4-BE49-F238E27FC236}">
                      <a16:creationId xmlns:a16="http://schemas.microsoft.com/office/drawing/2014/main" id="{9EC54AC3-D9AC-5E27-0ADC-DC0F3EC669F6}"/>
                    </a:ext>
                  </a:extLst>
                </p14:cNvPr>
                <p14:cNvContentPartPr/>
                <p14:nvPr/>
              </p14:nvContentPartPr>
              <p14:xfrm>
                <a:off x="9643117" y="4835035"/>
                <a:ext cx="158400" cy="133200"/>
              </p14:xfrm>
            </p:contentPart>
          </mc:Choice>
          <mc:Fallback>
            <p:pic>
              <p:nvPicPr>
                <p:cNvPr id="7175" name="Ink 717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EC54AC3-D9AC-5E27-0ADC-DC0F3EC669F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34117" y="4826395"/>
                  <a:ext cx="176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7">
              <p14:nvContentPartPr>
                <p14:cNvPr id="7176" name="Ink 7175">
                  <a:extLst>
                    <a:ext uri="{FF2B5EF4-FFF2-40B4-BE49-F238E27FC236}">
                      <a16:creationId xmlns:a16="http://schemas.microsoft.com/office/drawing/2014/main" id="{67256D2E-7D18-7B8E-C975-424926063B1F}"/>
                    </a:ext>
                  </a:extLst>
                </p14:cNvPr>
                <p14:cNvContentPartPr/>
                <p14:nvPr/>
              </p14:nvContentPartPr>
              <p14:xfrm>
                <a:off x="9806917" y="4796155"/>
                <a:ext cx="120240" cy="189000"/>
              </p14:xfrm>
            </p:contentPart>
          </mc:Choice>
          <mc:Fallback>
            <p:pic>
              <p:nvPicPr>
                <p:cNvPr id="7176" name="Ink 717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7256D2E-7D18-7B8E-C975-424926063B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97917" y="4787515"/>
                  <a:ext cx="137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9">
              <p14:nvContentPartPr>
                <p14:cNvPr id="7177" name="Ink 7176">
                  <a:extLst>
                    <a:ext uri="{FF2B5EF4-FFF2-40B4-BE49-F238E27FC236}">
                      <a16:creationId xmlns:a16="http://schemas.microsoft.com/office/drawing/2014/main" id="{4D0E0825-E5F9-9F4A-647B-E8F9FCDC49F1}"/>
                    </a:ext>
                  </a:extLst>
                </p14:cNvPr>
                <p14:cNvContentPartPr/>
                <p14:nvPr/>
              </p14:nvContentPartPr>
              <p14:xfrm>
                <a:off x="9932917" y="4880755"/>
                <a:ext cx="91800" cy="2160"/>
              </p14:xfrm>
            </p:contentPart>
          </mc:Choice>
          <mc:Fallback>
            <p:pic>
              <p:nvPicPr>
                <p:cNvPr id="7177" name="Ink 717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D0E0825-E5F9-9F4A-647B-E8F9FCDC49F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23917" y="4871755"/>
                  <a:ext cx="109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1">
              <p14:nvContentPartPr>
                <p14:cNvPr id="7178" name="Ink 7177">
                  <a:extLst>
                    <a:ext uri="{FF2B5EF4-FFF2-40B4-BE49-F238E27FC236}">
                      <a16:creationId xmlns:a16="http://schemas.microsoft.com/office/drawing/2014/main" id="{FFB40905-3562-1081-2419-813E3FFD720B}"/>
                    </a:ext>
                  </a:extLst>
                </p14:cNvPr>
                <p14:cNvContentPartPr/>
                <p14:nvPr/>
              </p14:nvContentPartPr>
              <p14:xfrm>
                <a:off x="10054957" y="4823155"/>
                <a:ext cx="99360" cy="284760"/>
              </p14:xfrm>
            </p:contentPart>
          </mc:Choice>
          <mc:Fallback>
            <p:pic>
              <p:nvPicPr>
                <p:cNvPr id="7178" name="Ink 717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FB40905-3562-1081-2419-813E3FFD720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45957" y="4814155"/>
                  <a:ext cx="117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3">
              <p14:nvContentPartPr>
                <p14:cNvPr id="7179" name="Ink 7178">
                  <a:extLst>
                    <a:ext uri="{FF2B5EF4-FFF2-40B4-BE49-F238E27FC236}">
                      <a16:creationId xmlns:a16="http://schemas.microsoft.com/office/drawing/2014/main" id="{EA7FCA9A-4CE2-0B48-A824-646D0373132C}"/>
                    </a:ext>
                  </a:extLst>
                </p14:cNvPr>
                <p14:cNvContentPartPr/>
                <p14:nvPr/>
              </p14:nvContentPartPr>
              <p14:xfrm>
                <a:off x="10016437" y="4914595"/>
                <a:ext cx="344520" cy="111960"/>
              </p14:xfrm>
            </p:contentPart>
          </mc:Choice>
          <mc:Fallback>
            <p:pic>
              <p:nvPicPr>
                <p:cNvPr id="7179" name="Ink 717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A7FCA9A-4CE2-0B48-A824-646D0373132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07437" y="4905595"/>
                  <a:ext cx="362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5">
              <p14:nvContentPartPr>
                <p14:cNvPr id="7180" name="Ink 7179">
                  <a:extLst>
                    <a:ext uri="{FF2B5EF4-FFF2-40B4-BE49-F238E27FC236}">
                      <a16:creationId xmlns:a16="http://schemas.microsoft.com/office/drawing/2014/main" id="{B881309F-968C-79B8-1F72-0A5CD3A80EE8}"/>
                    </a:ext>
                  </a:extLst>
                </p14:cNvPr>
                <p14:cNvContentPartPr/>
                <p14:nvPr/>
              </p14:nvContentPartPr>
              <p14:xfrm>
                <a:off x="10417837" y="4916755"/>
                <a:ext cx="166680" cy="81000"/>
              </p14:xfrm>
            </p:contentPart>
          </mc:Choice>
          <mc:Fallback>
            <p:pic>
              <p:nvPicPr>
                <p:cNvPr id="7180" name="Ink 717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881309F-968C-79B8-1F72-0A5CD3A80EE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408837" y="4908115"/>
                  <a:ext cx="184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7">
              <p14:nvContentPartPr>
                <p14:cNvPr id="7181" name="Ink 7180">
                  <a:extLst>
                    <a:ext uri="{FF2B5EF4-FFF2-40B4-BE49-F238E27FC236}">
                      <a16:creationId xmlns:a16="http://schemas.microsoft.com/office/drawing/2014/main" id="{FEA10833-6A05-1AF1-D19F-36763780F75B}"/>
                    </a:ext>
                  </a:extLst>
                </p14:cNvPr>
                <p14:cNvContentPartPr/>
                <p14:nvPr/>
              </p14:nvContentPartPr>
              <p14:xfrm>
                <a:off x="10704037" y="4921435"/>
                <a:ext cx="69480" cy="6120"/>
              </p14:xfrm>
            </p:contentPart>
          </mc:Choice>
          <mc:Fallback>
            <p:pic>
              <p:nvPicPr>
                <p:cNvPr id="7181" name="Ink 718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EA10833-6A05-1AF1-D19F-36763780F75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95037" y="4912435"/>
                  <a:ext cx="87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9">
              <p14:nvContentPartPr>
                <p14:cNvPr id="7182" name="Ink 7181">
                  <a:extLst>
                    <a:ext uri="{FF2B5EF4-FFF2-40B4-BE49-F238E27FC236}">
                      <a16:creationId xmlns:a16="http://schemas.microsoft.com/office/drawing/2014/main" id="{75D635E3-AEFE-6DF8-8163-4BCCD5AE9A73}"/>
                    </a:ext>
                  </a:extLst>
                </p14:cNvPr>
                <p14:cNvContentPartPr/>
                <p14:nvPr/>
              </p14:nvContentPartPr>
              <p14:xfrm>
                <a:off x="10682077" y="4942315"/>
                <a:ext cx="111600" cy="24840"/>
              </p14:xfrm>
            </p:contentPart>
          </mc:Choice>
          <mc:Fallback>
            <p:pic>
              <p:nvPicPr>
                <p:cNvPr id="7182" name="Ink 718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5D635E3-AEFE-6DF8-8163-4BCCD5AE9A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73437" y="4933315"/>
                  <a:ext cx="129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1">
              <p14:nvContentPartPr>
                <p14:cNvPr id="7183" name="Ink 7182">
                  <a:extLst>
                    <a:ext uri="{FF2B5EF4-FFF2-40B4-BE49-F238E27FC236}">
                      <a16:creationId xmlns:a16="http://schemas.microsoft.com/office/drawing/2014/main" id="{C42440F0-7B1D-0BE5-B9FF-BE45F17EA320}"/>
                    </a:ext>
                  </a:extLst>
                </p14:cNvPr>
                <p14:cNvContentPartPr/>
                <p14:nvPr/>
              </p14:nvContentPartPr>
              <p14:xfrm>
                <a:off x="10896277" y="4869955"/>
                <a:ext cx="89640" cy="74520"/>
              </p14:xfrm>
            </p:contentPart>
          </mc:Choice>
          <mc:Fallback>
            <p:pic>
              <p:nvPicPr>
                <p:cNvPr id="7183" name="Ink 718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42440F0-7B1D-0BE5-B9FF-BE45F17EA32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87277" y="4860955"/>
                  <a:ext cx="107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97" name="Group 7196">
            <a:extLst>
              <a:ext uri="{FF2B5EF4-FFF2-40B4-BE49-F238E27FC236}">
                <a16:creationId xmlns="" xmlns:a16="http://schemas.microsoft.com/office/drawing/2014/main" id="{351E61F8-215B-FDC7-D889-421A6156685C}"/>
              </a:ext>
            </a:extLst>
          </p:cNvPr>
          <p:cNvGrpSpPr/>
          <p:nvPr/>
        </p:nvGrpSpPr>
        <p:grpSpPr>
          <a:xfrm>
            <a:off x="9467437" y="5180275"/>
            <a:ext cx="1998360" cy="288000"/>
            <a:chOff x="9467437" y="5180275"/>
            <a:chExt cx="1998360" cy="2880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73">
              <p14:nvContentPartPr>
                <p14:cNvPr id="7185" name="Ink 7184">
                  <a:extLst>
                    <a:ext uri="{FF2B5EF4-FFF2-40B4-BE49-F238E27FC236}">
                      <a16:creationId xmlns:a16="http://schemas.microsoft.com/office/drawing/2014/main" id="{F20ABE23-E976-F920-72F7-4CD64427C06E}"/>
                    </a:ext>
                  </a:extLst>
                </p14:cNvPr>
                <p14:cNvContentPartPr/>
                <p14:nvPr/>
              </p14:nvContentPartPr>
              <p14:xfrm>
                <a:off x="9467437" y="5239315"/>
                <a:ext cx="82800" cy="208800"/>
              </p14:xfrm>
            </p:contentPart>
          </mc:Choice>
          <mc:Fallback>
            <p:pic>
              <p:nvPicPr>
                <p:cNvPr id="7185" name="Ink 718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20ABE23-E976-F920-72F7-4CD64427C06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58797" y="5230315"/>
                  <a:ext cx="100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5">
              <p14:nvContentPartPr>
                <p14:cNvPr id="7186" name="Ink 7185">
                  <a:extLst>
                    <a:ext uri="{FF2B5EF4-FFF2-40B4-BE49-F238E27FC236}">
                      <a16:creationId xmlns:a16="http://schemas.microsoft.com/office/drawing/2014/main" id="{ABABFFB9-83D5-9975-50F2-AE7B09E0BDA8}"/>
                    </a:ext>
                  </a:extLst>
                </p14:cNvPr>
                <p14:cNvContentPartPr/>
                <p14:nvPr/>
              </p14:nvContentPartPr>
              <p14:xfrm>
                <a:off x="9540517" y="5239675"/>
                <a:ext cx="153360" cy="163800"/>
              </p14:xfrm>
            </p:contentPart>
          </mc:Choice>
          <mc:Fallback>
            <p:pic>
              <p:nvPicPr>
                <p:cNvPr id="7186" name="Ink 718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BABFFB9-83D5-9975-50F2-AE7B09E0BDA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31517" y="5231035"/>
                  <a:ext cx="171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7">
              <p14:nvContentPartPr>
                <p14:cNvPr id="7187" name="Ink 7186">
                  <a:extLst>
                    <a:ext uri="{FF2B5EF4-FFF2-40B4-BE49-F238E27FC236}">
                      <a16:creationId xmlns:a16="http://schemas.microsoft.com/office/drawing/2014/main" id="{D27E5393-C851-A96A-C5A3-739D9A9A2880}"/>
                    </a:ext>
                  </a:extLst>
                </p14:cNvPr>
                <p14:cNvContentPartPr/>
                <p14:nvPr/>
              </p14:nvContentPartPr>
              <p14:xfrm>
                <a:off x="9706477" y="5226355"/>
                <a:ext cx="169920" cy="196560"/>
              </p14:xfrm>
            </p:contentPart>
          </mc:Choice>
          <mc:Fallback>
            <p:pic>
              <p:nvPicPr>
                <p:cNvPr id="7187" name="Ink 718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27E5393-C851-A96A-C5A3-739D9A9A288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97837" y="5217355"/>
                  <a:ext cx="187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9">
              <p14:nvContentPartPr>
                <p14:cNvPr id="7188" name="Ink 7187">
                  <a:extLst>
                    <a:ext uri="{FF2B5EF4-FFF2-40B4-BE49-F238E27FC236}">
                      <a16:creationId xmlns:a16="http://schemas.microsoft.com/office/drawing/2014/main" id="{33473D14-ACBB-B02B-C39D-5675FEC3D448}"/>
                    </a:ext>
                  </a:extLst>
                </p14:cNvPr>
                <p14:cNvContentPartPr/>
                <p14:nvPr/>
              </p14:nvContentPartPr>
              <p14:xfrm>
                <a:off x="9878197" y="5301955"/>
                <a:ext cx="95760" cy="12960"/>
              </p14:xfrm>
            </p:contentPart>
          </mc:Choice>
          <mc:Fallback>
            <p:pic>
              <p:nvPicPr>
                <p:cNvPr id="7188" name="Ink 718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3473D14-ACBB-B02B-C39D-5675FEC3D4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69197" y="5293315"/>
                  <a:ext cx="11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1">
              <p14:nvContentPartPr>
                <p14:cNvPr id="7189" name="Ink 7188">
                  <a:extLst>
                    <a:ext uri="{FF2B5EF4-FFF2-40B4-BE49-F238E27FC236}">
                      <a16:creationId xmlns:a16="http://schemas.microsoft.com/office/drawing/2014/main" id="{F0498E1C-2B1E-61A4-7BE9-B379C2A57100}"/>
                    </a:ext>
                  </a:extLst>
                </p14:cNvPr>
                <p14:cNvContentPartPr/>
                <p14:nvPr/>
              </p14:nvContentPartPr>
              <p14:xfrm>
                <a:off x="10058557" y="5329675"/>
                <a:ext cx="155160" cy="102960"/>
              </p14:xfrm>
            </p:contentPart>
          </mc:Choice>
          <mc:Fallback>
            <p:pic>
              <p:nvPicPr>
                <p:cNvPr id="7189" name="Ink 718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0498E1C-2B1E-61A4-7BE9-B379C2A5710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49557" y="5320675"/>
                  <a:ext cx="172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3">
              <p14:nvContentPartPr>
                <p14:cNvPr id="7190" name="Ink 7189">
                  <a:extLst>
                    <a:ext uri="{FF2B5EF4-FFF2-40B4-BE49-F238E27FC236}">
                      <a16:creationId xmlns:a16="http://schemas.microsoft.com/office/drawing/2014/main" id="{E7E5AEF2-7AB8-DFFB-5A75-34A9B08C9934}"/>
                    </a:ext>
                  </a:extLst>
                </p14:cNvPr>
                <p14:cNvContentPartPr/>
                <p14:nvPr/>
              </p14:nvContentPartPr>
              <p14:xfrm>
                <a:off x="10279237" y="5339035"/>
                <a:ext cx="273600" cy="75600"/>
              </p14:xfrm>
            </p:contentPart>
          </mc:Choice>
          <mc:Fallback>
            <p:pic>
              <p:nvPicPr>
                <p:cNvPr id="7190" name="Ink 718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7E5AEF2-7AB8-DFFB-5A75-34A9B08C993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70237" y="5330035"/>
                  <a:ext cx="291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5">
              <p14:nvContentPartPr>
                <p14:cNvPr id="7191" name="Ink 7190">
                  <a:extLst>
                    <a:ext uri="{FF2B5EF4-FFF2-40B4-BE49-F238E27FC236}">
                      <a16:creationId xmlns:a16="http://schemas.microsoft.com/office/drawing/2014/main" id="{A8CF4EC4-297E-8759-E749-07C84AEBE1BA}"/>
                    </a:ext>
                  </a:extLst>
                </p14:cNvPr>
                <p14:cNvContentPartPr/>
                <p14:nvPr/>
              </p14:nvContentPartPr>
              <p14:xfrm>
                <a:off x="10605757" y="5180275"/>
                <a:ext cx="330480" cy="213480"/>
              </p14:xfrm>
            </p:contentPart>
          </mc:Choice>
          <mc:Fallback>
            <p:pic>
              <p:nvPicPr>
                <p:cNvPr id="7191" name="Ink 719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8CF4EC4-297E-8759-E749-07C84AEBE1B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97117" y="5171275"/>
                  <a:ext cx="348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7">
              <p14:nvContentPartPr>
                <p14:cNvPr id="7192" name="Ink 7191">
                  <a:extLst>
                    <a:ext uri="{FF2B5EF4-FFF2-40B4-BE49-F238E27FC236}">
                      <a16:creationId xmlns:a16="http://schemas.microsoft.com/office/drawing/2014/main" id="{C957B7DF-85B8-1D0C-BC50-440D905BC663}"/>
                    </a:ext>
                  </a:extLst>
                </p14:cNvPr>
                <p14:cNvContentPartPr/>
                <p14:nvPr/>
              </p14:nvContentPartPr>
              <p14:xfrm>
                <a:off x="10899157" y="5246155"/>
                <a:ext cx="93960" cy="6840"/>
              </p14:xfrm>
            </p:contentPart>
          </mc:Choice>
          <mc:Fallback>
            <p:pic>
              <p:nvPicPr>
                <p:cNvPr id="7192" name="Ink 719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957B7DF-85B8-1D0C-BC50-440D905BC66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90517" y="5237515"/>
                  <a:ext cx="11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9">
              <p14:nvContentPartPr>
                <p14:cNvPr id="7193" name="Ink 7192">
                  <a:extLst>
                    <a:ext uri="{FF2B5EF4-FFF2-40B4-BE49-F238E27FC236}">
                      <a16:creationId xmlns:a16="http://schemas.microsoft.com/office/drawing/2014/main" id="{939E7412-ECDE-CBEA-AD26-B9A6B379B27B}"/>
                    </a:ext>
                  </a:extLst>
                </p14:cNvPr>
                <p14:cNvContentPartPr/>
                <p14:nvPr/>
              </p14:nvContentPartPr>
              <p14:xfrm>
                <a:off x="11120557" y="5301955"/>
                <a:ext cx="165600" cy="13320"/>
              </p14:xfrm>
            </p:contentPart>
          </mc:Choice>
          <mc:Fallback>
            <p:pic>
              <p:nvPicPr>
                <p:cNvPr id="7193" name="Ink 719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39E7412-ECDE-CBEA-AD26-B9A6B379B27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11557" y="5293315"/>
                  <a:ext cx="183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1">
              <p14:nvContentPartPr>
                <p14:cNvPr id="7194" name="Ink 7193">
                  <a:extLst>
                    <a:ext uri="{FF2B5EF4-FFF2-40B4-BE49-F238E27FC236}">
                      <a16:creationId xmlns:a16="http://schemas.microsoft.com/office/drawing/2014/main" id="{3FC2E1B9-F8B1-8148-2A03-66EBA420259D}"/>
                    </a:ext>
                  </a:extLst>
                </p14:cNvPr>
                <p14:cNvContentPartPr/>
                <p14:nvPr/>
              </p14:nvContentPartPr>
              <p14:xfrm>
                <a:off x="11154757" y="5351275"/>
                <a:ext cx="150480" cy="28080"/>
              </p14:xfrm>
            </p:contentPart>
          </mc:Choice>
          <mc:Fallback>
            <p:pic>
              <p:nvPicPr>
                <p:cNvPr id="7194" name="Ink 719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FC2E1B9-F8B1-8148-2A03-66EBA420259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5757" y="5342275"/>
                  <a:ext cx="168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3">
              <p14:nvContentPartPr>
                <p14:cNvPr id="7195" name="Ink 7194">
                  <a:extLst>
                    <a:ext uri="{FF2B5EF4-FFF2-40B4-BE49-F238E27FC236}">
                      <a16:creationId xmlns:a16="http://schemas.microsoft.com/office/drawing/2014/main" id="{AB9BA3F8-BF9D-F2C0-4A6D-4E0FF87E0C43}"/>
                    </a:ext>
                  </a:extLst>
                </p14:cNvPr>
                <p14:cNvContentPartPr/>
                <p14:nvPr/>
              </p14:nvContentPartPr>
              <p14:xfrm>
                <a:off x="11199037" y="5255515"/>
                <a:ext cx="50760" cy="212760"/>
              </p14:xfrm>
            </p:contentPart>
          </mc:Choice>
          <mc:Fallback>
            <p:pic>
              <p:nvPicPr>
                <p:cNvPr id="7195" name="Ink 719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B9BA3F8-BF9D-F2C0-4A6D-4E0FF87E0C4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90397" y="5246515"/>
                  <a:ext cx="68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5">
              <p14:nvContentPartPr>
                <p14:cNvPr id="7196" name="Ink 7195">
                  <a:extLst>
                    <a:ext uri="{FF2B5EF4-FFF2-40B4-BE49-F238E27FC236}">
                      <a16:creationId xmlns:a16="http://schemas.microsoft.com/office/drawing/2014/main" id="{644DF607-A1EE-9404-D030-D6292B64DE9E}"/>
                    </a:ext>
                  </a:extLst>
                </p14:cNvPr>
                <p14:cNvContentPartPr/>
                <p14:nvPr/>
              </p14:nvContentPartPr>
              <p14:xfrm>
                <a:off x="11381197" y="5279275"/>
                <a:ext cx="84600" cy="114840"/>
              </p14:xfrm>
            </p:contentPart>
          </mc:Choice>
          <mc:Fallback>
            <p:pic>
              <p:nvPicPr>
                <p:cNvPr id="7196" name="Ink 719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44DF607-A1EE-9404-D030-D6292B64DE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72557" y="5270275"/>
                  <a:ext cx="10224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9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5F7A2C-80D2-534A-1873-4E47D78E589B}"/>
                  </a:ext>
                </a:extLst>
              </p14:cNvPr>
              <p14:cNvContentPartPr/>
              <p14:nvPr/>
            </p14:nvContentPartPr>
            <p14:xfrm>
              <a:off x="9766597" y="2574235"/>
              <a:ext cx="26640" cy="29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F5F7A2C-80D2-534A-1873-4E47D78E589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757957" y="2565235"/>
                <a:ext cx="4428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05" name="Group 7204">
            <a:extLst>
              <a:ext uri="{FF2B5EF4-FFF2-40B4-BE49-F238E27FC236}">
                <a16:creationId xmlns="" xmlns:a16="http://schemas.microsoft.com/office/drawing/2014/main" id="{446FF468-E633-320C-D66C-258EC80081EB}"/>
              </a:ext>
            </a:extLst>
          </p:cNvPr>
          <p:cNvGrpSpPr/>
          <p:nvPr/>
        </p:nvGrpSpPr>
        <p:grpSpPr>
          <a:xfrm>
            <a:off x="10168357" y="2785195"/>
            <a:ext cx="211320" cy="195480"/>
            <a:chOff x="10168357" y="2785195"/>
            <a:chExt cx="211320" cy="1954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99">
              <p14:nvContentPartPr>
                <p14:cNvPr id="7199" name="Ink 7198">
                  <a:extLst>
                    <a:ext uri="{FF2B5EF4-FFF2-40B4-BE49-F238E27FC236}">
                      <a16:creationId xmlns:a16="http://schemas.microsoft.com/office/drawing/2014/main" id="{371DCB75-D067-C789-E263-DBB172B438B7}"/>
                    </a:ext>
                  </a:extLst>
                </p14:cNvPr>
                <p14:cNvContentPartPr/>
                <p14:nvPr/>
              </p14:nvContentPartPr>
              <p14:xfrm>
                <a:off x="10168357" y="2795995"/>
                <a:ext cx="197640" cy="184680"/>
              </p14:xfrm>
            </p:contentPart>
          </mc:Choice>
          <mc:Fallback>
            <p:pic>
              <p:nvPicPr>
                <p:cNvPr id="7199" name="Ink 719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71DCB75-D067-C789-E263-DBB172B438B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59357" y="2787355"/>
                  <a:ext cx="215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1">
              <p14:nvContentPartPr>
                <p14:cNvPr id="7201" name="Ink 7200">
                  <a:extLst>
                    <a:ext uri="{FF2B5EF4-FFF2-40B4-BE49-F238E27FC236}">
                      <a16:creationId xmlns:a16="http://schemas.microsoft.com/office/drawing/2014/main" id="{4F556519-D666-3042-D99A-61F3C1464689}"/>
                    </a:ext>
                  </a:extLst>
                </p14:cNvPr>
                <p14:cNvContentPartPr/>
                <p14:nvPr/>
              </p14:nvContentPartPr>
              <p14:xfrm>
                <a:off x="10323877" y="2785195"/>
                <a:ext cx="55800" cy="46440"/>
              </p14:xfrm>
            </p:contentPart>
          </mc:Choice>
          <mc:Fallback>
            <p:pic>
              <p:nvPicPr>
                <p:cNvPr id="7201" name="Ink 720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F556519-D666-3042-D99A-61F3C146468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15237" y="2776195"/>
                  <a:ext cx="734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07" name="Group 7206">
            <a:extLst>
              <a:ext uri="{FF2B5EF4-FFF2-40B4-BE49-F238E27FC236}">
                <a16:creationId xmlns="" xmlns:a16="http://schemas.microsoft.com/office/drawing/2014/main" id="{D753E64B-7DFD-B282-969E-45DE397F4ED5}"/>
              </a:ext>
            </a:extLst>
          </p:cNvPr>
          <p:cNvGrpSpPr/>
          <p:nvPr/>
        </p:nvGrpSpPr>
        <p:grpSpPr>
          <a:xfrm>
            <a:off x="10098877" y="2383435"/>
            <a:ext cx="726840" cy="262800"/>
            <a:chOff x="10098877" y="2383435"/>
            <a:chExt cx="726840" cy="2628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0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B06499-9C14-76FA-C5E9-A0D898DBDF07}"/>
                    </a:ext>
                  </a:extLst>
                </p14:cNvPr>
                <p14:cNvContentPartPr/>
                <p14:nvPr/>
              </p14:nvContentPartPr>
              <p14:xfrm>
                <a:off x="10498477" y="2619235"/>
                <a:ext cx="21600" cy="2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1B06499-9C14-76FA-C5E9-A0D898DBDF0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489477" y="2610235"/>
                  <a:ext cx="39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9298B4-CA6B-6B42-21B2-F1BB9260D7E9}"/>
                    </a:ext>
                  </a:extLst>
                </p14:cNvPr>
                <p14:cNvContentPartPr/>
                <p14:nvPr/>
              </p14:nvContentPartPr>
              <p14:xfrm>
                <a:off x="10098877" y="2543275"/>
                <a:ext cx="331920" cy="55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69298B4-CA6B-6B42-21B2-F1BB9260D7E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89877" y="2534275"/>
                  <a:ext cx="349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7">
              <p14:nvContentPartPr>
                <p14:cNvPr id="7198" name="Ink 7197">
                  <a:extLst>
                    <a:ext uri="{FF2B5EF4-FFF2-40B4-BE49-F238E27FC236}">
                      <a16:creationId xmlns:a16="http://schemas.microsoft.com/office/drawing/2014/main" id="{AB684436-17D6-ACB0-0E42-2F8CD9F76767}"/>
                    </a:ext>
                  </a:extLst>
                </p14:cNvPr>
                <p14:cNvContentPartPr/>
                <p14:nvPr/>
              </p14:nvContentPartPr>
              <p14:xfrm>
                <a:off x="10400197" y="2552635"/>
                <a:ext cx="67320" cy="63000"/>
              </p14:xfrm>
            </p:contentPart>
          </mc:Choice>
          <mc:Fallback>
            <p:pic>
              <p:nvPicPr>
                <p:cNvPr id="7198" name="Ink 719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B684436-17D6-ACB0-0E42-2F8CD9F7676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91197" y="2543635"/>
                  <a:ext cx="84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9">
              <p14:nvContentPartPr>
                <p14:cNvPr id="7202" name="Ink 7201">
                  <a:extLst>
                    <a:ext uri="{FF2B5EF4-FFF2-40B4-BE49-F238E27FC236}">
                      <a16:creationId xmlns:a16="http://schemas.microsoft.com/office/drawing/2014/main" id="{E6004CD0-6242-6D3F-F3C2-9D80A3887F60}"/>
                    </a:ext>
                  </a:extLst>
                </p14:cNvPr>
                <p14:cNvContentPartPr/>
                <p14:nvPr/>
              </p14:nvContentPartPr>
              <p14:xfrm>
                <a:off x="10573357" y="2383435"/>
                <a:ext cx="252360" cy="198000"/>
              </p14:xfrm>
            </p:contentPart>
          </mc:Choice>
          <mc:Fallback>
            <p:pic>
              <p:nvPicPr>
                <p:cNvPr id="7202" name="Ink 720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6004CD0-6242-6D3F-F3C2-9D80A3887F6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64717" y="2374435"/>
                  <a:ext cx="270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1">
              <p14:nvContentPartPr>
                <p14:cNvPr id="7203" name="Ink 7202">
                  <a:extLst>
                    <a:ext uri="{FF2B5EF4-FFF2-40B4-BE49-F238E27FC236}">
                      <a16:creationId xmlns:a16="http://schemas.microsoft.com/office/drawing/2014/main" id="{8654FAED-A5A5-22AA-2456-74ACEF0828DB}"/>
                    </a:ext>
                  </a:extLst>
                </p14:cNvPr>
                <p14:cNvContentPartPr/>
                <p14:nvPr/>
              </p14:nvContentPartPr>
              <p14:xfrm>
                <a:off x="10540597" y="2508355"/>
                <a:ext cx="90720" cy="84600"/>
              </p14:xfrm>
            </p:contentPart>
          </mc:Choice>
          <mc:Fallback>
            <p:pic>
              <p:nvPicPr>
                <p:cNvPr id="7203" name="Ink 720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654FAED-A5A5-22AA-2456-74ACEF0828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31957" y="2499355"/>
                  <a:ext cx="108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3">
              <p14:nvContentPartPr>
                <p14:cNvPr id="7206" name="Ink 7205">
                  <a:extLst>
                    <a:ext uri="{FF2B5EF4-FFF2-40B4-BE49-F238E27FC236}">
                      <a16:creationId xmlns:a16="http://schemas.microsoft.com/office/drawing/2014/main" id="{7CC95B9E-51DC-D420-EE78-DFAB85EB475C}"/>
                    </a:ext>
                  </a:extLst>
                </p14:cNvPr>
                <p14:cNvContentPartPr/>
                <p14:nvPr/>
              </p14:nvContentPartPr>
              <p14:xfrm>
                <a:off x="10503157" y="2629315"/>
                <a:ext cx="10800" cy="15120"/>
              </p14:xfrm>
            </p:contentPart>
          </mc:Choice>
          <mc:Fallback>
            <p:pic>
              <p:nvPicPr>
                <p:cNvPr id="7206" name="Ink 720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CC95B9E-51DC-D420-EE78-DFAB85EB475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94157" y="2620315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21" name="Group 7220">
            <a:extLst>
              <a:ext uri="{FF2B5EF4-FFF2-40B4-BE49-F238E27FC236}">
                <a16:creationId xmlns="" xmlns:a16="http://schemas.microsoft.com/office/drawing/2014/main" id="{9AA7890E-1857-C5F5-5F2A-86E1F6F796C9}"/>
              </a:ext>
            </a:extLst>
          </p:cNvPr>
          <p:cNvGrpSpPr/>
          <p:nvPr/>
        </p:nvGrpSpPr>
        <p:grpSpPr>
          <a:xfrm>
            <a:off x="9531157" y="1543195"/>
            <a:ext cx="2182680" cy="402480"/>
            <a:chOff x="9531157" y="1543195"/>
            <a:chExt cx="2182680" cy="4024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15">
              <p14:nvContentPartPr>
                <p14:cNvPr id="7208" name="Ink 7207">
                  <a:extLst>
                    <a:ext uri="{FF2B5EF4-FFF2-40B4-BE49-F238E27FC236}">
                      <a16:creationId xmlns:a16="http://schemas.microsoft.com/office/drawing/2014/main" id="{10BE4FE5-09BD-62AE-DC92-ABB258C33D28}"/>
                    </a:ext>
                  </a:extLst>
                </p14:cNvPr>
                <p14:cNvContentPartPr/>
                <p14:nvPr/>
              </p14:nvContentPartPr>
              <p14:xfrm>
                <a:off x="9531157" y="1560115"/>
                <a:ext cx="118080" cy="203400"/>
              </p14:xfrm>
            </p:contentPart>
          </mc:Choice>
          <mc:Fallback>
            <p:pic>
              <p:nvPicPr>
                <p:cNvPr id="7208" name="Ink 720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0BE4FE5-09BD-62AE-DC92-ABB258C33D2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22517" y="1551475"/>
                  <a:ext cx="135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7">
              <p14:nvContentPartPr>
                <p14:cNvPr id="7209" name="Ink 7208">
                  <a:extLst>
                    <a:ext uri="{FF2B5EF4-FFF2-40B4-BE49-F238E27FC236}">
                      <a16:creationId xmlns:a16="http://schemas.microsoft.com/office/drawing/2014/main" id="{6EFE6E08-5E9D-2599-C480-DAA13C9DD372}"/>
                    </a:ext>
                  </a:extLst>
                </p14:cNvPr>
                <p14:cNvContentPartPr/>
                <p14:nvPr/>
              </p14:nvContentPartPr>
              <p14:xfrm>
                <a:off x="9555997" y="1543195"/>
                <a:ext cx="148680" cy="222840"/>
              </p14:xfrm>
            </p:contentPart>
          </mc:Choice>
          <mc:Fallback>
            <p:pic>
              <p:nvPicPr>
                <p:cNvPr id="7209" name="Ink 720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EFE6E08-5E9D-2599-C480-DAA13C9DD37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46997" y="1534555"/>
                  <a:ext cx="166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9">
              <p14:nvContentPartPr>
                <p14:cNvPr id="7210" name="Ink 7209">
                  <a:extLst>
                    <a:ext uri="{FF2B5EF4-FFF2-40B4-BE49-F238E27FC236}">
                      <a16:creationId xmlns:a16="http://schemas.microsoft.com/office/drawing/2014/main" id="{0FA93C2A-EC95-C801-F78F-C17D6273F21A}"/>
                    </a:ext>
                  </a:extLst>
                </p14:cNvPr>
                <p14:cNvContentPartPr/>
                <p14:nvPr/>
              </p14:nvContentPartPr>
              <p14:xfrm>
                <a:off x="9718357" y="1656595"/>
                <a:ext cx="97200" cy="93960"/>
              </p14:xfrm>
            </p:contentPart>
          </mc:Choice>
          <mc:Fallback>
            <p:pic>
              <p:nvPicPr>
                <p:cNvPr id="7210" name="Ink 720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FA93C2A-EC95-C801-F78F-C17D6273F21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09357" y="1647955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1">
              <p14:nvContentPartPr>
                <p14:cNvPr id="7211" name="Ink 7210">
                  <a:extLst>
                    <a:ext uri="{FF2B5EF4-FFF2-40B4-BE49-F238E27FC236}">
                      <a16:creationId xmlns:a16="http://schemas.microsoft.com/office/drawing/2014/main" id="{A4D6DE10-BF2B-6DC2-97CF-E4A580234C67}"/>
                    </a:ext>
                  </a:extLst>
                </p14:cNvPr>
                <p14:cNvContentPartPr/>
                <p14:nvPr/>
              </p14:nvContentPartPr>
              <p14:xfrm>
                <a:off x="9847957" y="1556875"/>
                <a:ext cx="349560" cy="209160"/>
              </p14:xfrm>
            </p:contentPart>
          </mc:Choice>
          <mc:Fallback>
            <p:pic>
              <p:nvPicPr>
                <p:cNvPr id="7211" name="Ink 72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4D6DE10-BF2B-6DC2-97CF-E4A580234C6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38957" y="1547875"/>
                  <a:ext cx="367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3">
              <p14:nvContentPartPr>
                <p14:cNvPr id="7212" name="Ink 7211">
                  <a:extLst>
                    <a:ext uri="{FF2B5EF4-FFF2-40B4-BE49-F238E27FC236}">
                      <a16:creationId xmlns:a16="http://schemas.microsoft.com/office/drawing/2014/main" id="{BA3DB371-50FC-3C53-F37E-764D364A7E2B}"/>
                    </a:ext>
                  </a:extLst>
                </p14:cNvPr>
                <p14:cNvContentPartPr/>
                <p14:nvPr/>
              </p14:nvContentPartPr>
              <p14:xfrm>
                <a:off x="10138837" y="1631395"/>
                <a:ext cx="80280" cy="6840"/>
              </p14:xfrm>
            </p:contentPart>
          </mc:Choice>
          <mc:Fallback>
            <p:pic>
              <p:nvPicPr>
                <p:cNvPr id="7212" name="Ink 72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A3DB371-50FC-3C53-F37E-764D364A7E2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130197" y="1622755"/>
                  <a:ext cx="97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5">
              <p14:nvContentPartPr>
                <p14:cNvPr id="7213" name="Ink 7212">
                  <a:extLst>
                    <a:ext uri="{FF2B5EF4-FFF2-40B4-BE49-F238E27FC236}">
                      <a16:creationId xmlns:a16="http://schemas.microsoft.com/office/drawing/2014/main" id="{20AD69BF-8416-B327-2C9D-CE303F402F47}"/>
                    </a:ext>
                  </a:extLst>
                </p14:cNvPr>
                <p14:cNvContentPartPr/>
                <p14:nvPr/>
              </p14:nvContentPartPr>
              <p14:xfrm>
                <a:off x="10210477" y="1588195"/>
                <a:ext cx="349560" cy="171000"/>
              </p14:xfrm>
            </p:contentPart>
          </mc:Choice>
          <mc:Fallback>
            <p:pic>
              <p:nvPicPr>
                <p:cNvPr id="7213" name="Ink 72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0AD69BF-8416-B327-2C9D-CE303F402F4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01477" y="1579555"/>
                  <a:ext cx="367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7">
              <p14:nvContentPartPr>
                <p14:cNvPr id="7214" name="Ink 7213">
                  <a:extLst>
                    <a:ext uri="{FF2B5EF4-FFF2-40B4-BE49-F238E27FC236}">
                      <a16:creationId xmlns:a16="http://schemas.microsoft.com/office/drawing/2014/main" id="{F857544D-FBF5-184D-8426-EC68548AC1E9}"/>
                    </a:ext>
                  </a:extLst>
                </p14:cNvPr>
                <p14:cNvContentPartPr/>
                <p14:nvPr/>
              </p14:nvContentPartPr>
              <p14:xfrm>
                <a:off x="10484437" y="1642915"/>
                <a:ext cx="146880" cy="7560"/>
              </p14:xfrm>
            </p:contentPart>
          </mc:Choice>
          <mc:Fallback>
            <p:pic>
              <p:nvPicPr>
                <p:cNvPr id="7214" name="Ink 72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857544D-FBF5-184D-8426-EC68548AC1E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75797" y="1633915"/>
                  <a:ext cx="164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9">
              <p14:nvContentPartPr>
                <p14:cNvPr id="7215" name="Ink 7214">
                  <a:extLst>
                    <a:ext uri="{FF2B5EF4-FFF2-40B4-BE49-F238E27FC236}">
                      <a16:creationId xmlns:a16="http://schemas.microsoft.com/office/drawing/2014/main" id="{CB3FD80B-962B-3644-A05F-D53734148759}"/>
                    </a:ext>
                  </a:extLst>
                </p14:cNvPr>
                <p14:cNvContentPartPr/>
                <p14:nvPr/>
              </p14:nvContentPartPr>
              <p14:xfrm>
                <a:off x="10678837" y="1577395"/>
                <a:ext cx="228240" cy="368280"/>
              </p14:xfrm>
            </p:contentPart>
          </mc:Choice>
          <mc:Fallback>
            <p:pic>
              <p:nvPicPr>
                <p:cNvPr id="7215" name="Ink 72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B3FD80B-962B-3644-A05F-D5373414875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70197" y="1568755"/>
                  <a:ext cx="2458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1">
              <p14:nvContentPartPr>
                <p14:cNvPr id="7216" name="Ink 7215">
                  <a:extLst>
                    <a:ext uri="{FF2B5EF4-FFF2-40B4-BE49-F238E27FC236}">
                      <a16:creationId xmlns:a16="http://schemas.microsoft.com/office/drawing/2014/main" id="{15B1180C-0700-2C5F-3088-DF87B8526506}"/>
                    </a:ext>
                  </a:extLst>
                </p14:cNvPr>
                <p14:cNvContentPartPr/>
                <p14:nvPr/>
              </p14:nvContentPartPr>
              <p14:xfrm>
                <a:off x="10837237" y="1711315"/>
                <a:ext cx="199080" cy="77760"/>
              </p14:xfrm>
            </p:contentPart>
          </mc:Choice>
          <mc:Fallback>
            <p:pic>
              <p:nvPicPr>
                <p:cNvPr id="7216" name="Ink 72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5B1180C-0700-2C5F-3088-DF87B852650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828237" y="1702675"/>
                  <a:ext cx="216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3">
              <p14:nvContentPartPr>
                <p14:cNvPr id="7217" name="Ink 7216">
                  <a:extLst>
                    <a:ext uri="{FF2B5EF4-FFF2-40B4-BE49-F238E27FC236}">
                      <a16:creationId xmlns:a16="http://schemas.microsoft.com/office/drawing/2014/main" id="{D0ABADE7-BE85-1DF1-DF82-620B5368D8F8}"/>
                    </a:ext>
                  </a:extLst>
                </p14:cNvPr>
                <p14:cNvContentPartPr/>
                <p14:nvPr/>
              </p14:nvContentPartPr>
              <p14:xfrm>
                <a:off x="11091397" y="1723195"/>
                <a:ext cx="207720" cy="67680"/>
              </p14:xfrm>
            </p:contentPart>
          </mc:Choice>
          <mc:Fallback>
            <p:pic>
              <p:nvPicPr>
                <p:cNvPr id="7217" name="Ink 72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0ABADE7-BE85-1DF1-DF82-620B5368D8F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82757" y="1714555"/>
                  <a:ext cx="225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5">
              <p14:nvContentPartPr>
                <p14:cNvPr id="7218" name="Ink 7217">
                  <a:extLst>
                    <a:ext uri="{FF2B5EF4-FFF2-40B4-BE49-F238E27FC236}">
                      <a16:creationId xmlns:a16="http://schemas.microsoft.com/office/drawing/2014/main" id="{D2ED6779-5F67-7B82-2817-254ECD7992A2}"/>
                    </a:ext>
                  </a:extLst>
                </p14:cNvPr>
                <p14:cNvContentPartPr/>
                <p14:nvPr/>
              </p14:nvContentPartPr>
              <p14:xfrm>
                <a:off x="11430157" y="1749835"/>
                <a:ext cx="79920" cy="11160"/>
              </p14:xfrm>
            </p:contentPart>
          </mc:Choice>
          <mc:Fallback>
            <p:pic>
              <p:nvPicPr>
                <p:cNvPr id="7218" name="Ink 72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2ED6779-5F67-7B82-2817-254ECD7992A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421517" y="1741195"/>
                  <a:ext cx="97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7">
              <p14:nvContentPartPr>
                <p14:cNvPr id="7219" name="Ink 7218">
                  <a:extLst>
                    <a:ext uri="{FF2B5EF4-FFF2-40B4-BE49-F238E27FC236}">
                      <a16:creationId xmlns:a16="http://schemas.microsoft.com/office/drawing/2014/main" id="{1E22DFE3-0F9B-043C-896C-52518E07E0F9}"/>
                    </a:ext>
                  </a:extLst>
                </p14:cNvPr>
                <p14:cNvContentPartPr/>
                <p14:nvPr/>
              </p14:nvContentPartPr>
              <p14:xfrm>
                <a:off x="11399917" y="1795915"/>
                <a:ext cx="144000" cy="10800"/>
              </p14:xfrm>
            </p:contentPart>
          </mc:Choice>
          <mc:Fallback>
            <p:pic>
              <p:nvPicPr>
                <p:cNvPr id="7219" name="Ink 72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E22DFE3-0F9B-043C-896C-52518E07E0F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90917" y="1786915"/>
                  <a:ext cx="161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9">
              <p14:nvContentPartPr>
                <p14:cNvPr id="7220" name="Ink 7219">
                  <a:extLst>
                    <a:ext uri="{FF2B5EF4-FFF2-40B4-BE49-F238E27FC236}">
                      <a16:creationId xmlns:a16="http://schemas.microsoft.com/office/drawing/2014/main" id="{7A756794-F31E-1432-1D6F-C9AFA7A6E702}"/>
                    </a:ext>
                  </a:extLst>
                </p14:cNvPr>
                <p14:cNvContentPartPr/>
                <p14:nvPr/>
              </p14:nvContentPartPr>
              <p14:xfrm>
                <a:off x="11630317" y="1735435"/>
                <a:ext cx="83520" cy="78480"/>
              </p14:xfrm>
            </p:contentPart>
          </mc:Choice>
          <mc:Fallback>
            <p:pic>
              <p:nvPicPr>
                <p:cNvPr id="7220" name="Ink 72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A756794-F31E-1432-1D6F-C9AFA7A6E70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621677" y="1726435"/>
                  <a:ext cx="101160" cy="9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246370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="" xmlns:a16="http://schemas.microsoft.com/office/drawing/2014/main" id="{9D4130F4-B92F-4D5C-94EC-53FAB55358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425" b="-1"/>
          <a:stretch/>
        </p:blipFill>
        <p:spPr bwMode="auto">
          <a:xfrm>
            <a:off x="1143024" y="643466"/>
            <a:ext cx="9905951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23113" y="1152525"/>
              <a:ext cx="100012" cy="233363"/>
            </p14:xfrm>
          </p:contentPart>
        </mc:Choice>
        <mc:Fallback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113692" y="1143147"/>
                <a:ext cx="118855" cy="252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12013" y="1181100"/>
              <a:ext cx="131762" cy="15875"/>
            </p14:xfrm>
          </p:contentPart>
        </mc:Choice>
        <mc:Fallback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202523" y="1171928"/>
                <a:ext cx="150742" cy="34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614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15175" y="1314450"/>
              <a:ext cx="141288" cy="274638"/>
            </p14:xfrm>
          </p:contentPart>
        </mc:Choice>
        <mc:Fallback>
          <p:pic>
            <p:nvPicPr>
              <p:cNvPr id="614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105780" y="1305042"/>
                <a:ext cx="160078" cy="293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615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464800" y="1292225"/>
              <a:ext cx="247650" cy="369888"/>
            </p14:xfrm>
          </p:contentPart>
        </mc:Choice>
        <mc:Fallback>
          <p:pic>
            <p:nvPicPr>
              <p:cNvPr id="615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0455455" y="1282870"/>
                <a:ext cx="266341" cy="388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05588" y="2125663"/>
              <a:ext cx="153987" cy="331787"/>
            </p14:xfrm>
          </p:contentPart>
        </mc:Choice>
        <mc:Fallback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99082" y="2119186"/>
                <a:ext cx="166277" cy="344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46825" y="4311650"/>
              <a:ext cx="265113" cy="230188"/>
            </p14:xfrm>
          </p:contentPart>
        </mc:Choice>
        <mc:Fallback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6340324" y="4305176"/>
                <a:ext cx="277393" cy="242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">
            <p14:nvContentPartPr>
              <p14:cNvPr id="512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69513" y="4349750"/>
              <a:ext cx="249237" cy="334963"/>
            </p14:xfrm>
          </p:contentPart>
        </mc:Choice>
        <mc:Fallback>
          <p:pic>
            <p:nvPicPr>
              <p:cNvPr id="512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0063039" y="4343267"/>
                <a:ext cx="261465" cy="347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8">
            <p14:nvContentPartPr>
              <p14:cNvPr id="512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51963" y="3167063"/>
              <a:ext cx="171450" cy="327025"/>
            </p14:xfrm>
          </p:contentPart>
        </mc:Choice>
        <mc:Fallback>
          <p:pic>
            <p:nvPicPr>
              <p:cNvPr id="512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9345480" y="3160587"/>
                <a:ext cx="183696" cy="339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">
            <p14:nvContentPartPr>
              <p14:cNvPr id="5162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82700" y="3465513"/>
              <a:ext cx="9434513" cy="1971675"/>
            </p14:xfrm>
          </p:contentPart>
        </mc:Choice>
        <mc:Fallback>
          <p:pic>
            <p:nvPicPr>
              <p:cNvPr id="5162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276220" y="3459033"/>
                <a:ext cx="9446753" cy="1983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2">
            <p14:nvContentPartPr>
              <p14:cNvPr id="5139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866313" y="3590925"/>
              <a:ext cx="1063625" cy="504825"/>
            </p14:xfrm>
          </p:contentPart>
        </mc:Choice>
        <mc:Fallback>
          <p:pic>
            <p:nvPicPr>
              <p:cNvPr id="5139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9859836" y="3584453"/>
                <a:ext cx="1075859" cy="517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">
            <p14:nvContentPartPr>
              <p14:cNvPr id="5141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04525" y="4017963"/>
              <a:ext cx="169863" cy="317500"/>
            </p14:xfrm>
          </p:contentPart>
        </mc:Choice>
        <mc:Fallback>
          <p:pic>
            <p:nvPicPr>
              <p:cNvPr id="5141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0798047" y="4011483"/>
                <a:ext cx="182099" cy="329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6">
            <p14:nvContentPartPr>
              <p14:cNvPr id="5142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301288" y="3525838"/>
              <a:ext cx="288925" cy="217487"/>
            </p14:xfrm>
          </p:contentPart>
        </mc:Choice>
        <mc:Fallback>
          <p:pic>
            <p:nvPicPr>
              <p:cNvPr id="5142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10294828" y="3519247"/>
                <a:ext cx="301128" cy="229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8">
            <p14:nvContentPartPr>
              <p14:cNvPr id="5150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21825" y="3463925"/>
              <a:ext cx="239713" cy="147638"/>
            </p14:xfrm>
          </p:contentPart>
        </mc:Choice>
        <mc:Fallback>
          <p:pic>
            <p:nvPicPr>
              <p:cNvPr id="5150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9515287" y="3457490"/>
                <a:ext cx="252062" cy="159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0">
            <p14:nvContentPartPr>
              <p14:cNvPr id="5152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23575" y="3700463"/>
              <a:ext cx="165100" cy="201612"/>
            </p14:xfrm>
          </p:contentPart>
        </mc:Choice>
        <mc:Fallback>
          <p:pic>
            <p:nvPicPr>
              <p:cNvPr id="5152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10817115" y="3694006"/>
                <a:ext cx="177303" cy="213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2">
            <p14:nvContentPartPr>
              <p14:cNvPr id="5153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55225" y="3754438"/>
              <a:ext cx="184150" cy="288925"/>
            </p14:xfrm>
          </p:contentPart>
        </mc:Choice>
        <mc:Fallback>
          <p:pic>
            <p:nvPicPr>
              <p:cNvPr id="5153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10048726" y="3747953"/>
                <a:ext cx="196427" cy="301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4">
            <p14:nvContentPartPr>
              <p14:cNvPr id="5164" name="Ink 4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97138" y="4360863"/>
              <a:ext cx="1055687" cy="138112"/>
            </p14:xfrm>
          </p:contentPart>
        </mc:Choice>
        <mc:Fallback>
          <p:pic>
            <p:nvPicPr>
              <p:cNvPr id="5164" name="Ink 4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2490659" y="4354389"/>
                <a:ext cx="1067925" cy="15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6">
            <p14:nvContentPartPr>
              <p14:cNvPr id="5165" name="Ink 4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38288" y="4221163"/>
              <a:ext cx="288925" cy="427037"/>
            </p14:xfrm>
          </p:contentPart>
        </mc:Choice>
        <mc:Fallback>
          <p:pic>
            <p:nvPicPr>
              <p:cNvPr id="5165" name="Ink 4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 cstate="print"/>
              <a:stretch>
                <a:fillRect/>
              </a:stretch>
            </p:blipFill>
            <p:spPr>
              <a:xfrm>
                <a:off x="1531795" y="4214682"/>
                <a:ext cx="301189" cy="439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8">
            <p14:nvContentPartPr>
              <p14:cNvPr id="5166" name="Ink 4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60563" y="4424363"/>
              <a:ext cx="123825" cy="88900"/>
            </p14:xfrm>
          </p:contentPart>
        </mc:Choice>
        <mc:Fallback>
          <p:pic>
            <p:nvPicPr>
              <p:cNvPr id="5166" name="Ink 4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 cstate="print"/>
              <a:stretch>
                <a:fillRect/>
              </a:stretch>
            </p:blipFill>
            <p:spPr>
              <a:xfrm>
                <a:off x="1954065" y="4417936"/>
                <a:ext cx="136099" cy="101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0">
            <p14:nvContentPartPr>
              <p14:cNvPr id="5167" name="Ink 4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93938" y="4256088"/>
              <a:ext cx="631825" cy="369887"/>
            </p14:xfrm>
          </p:contentPart>
        </mc:Choice>
        <mc:Fallback>
          <p:pic>
            <p:nvPicPr>
              <p:cNvPr id="5167" name="Ink 4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 cstate="print"/>
              <a:stretch>
                <a:fillRect/>
              </a:stretch>
            </p:blipFill>
            <p:spPr>
              <a:xfrm>
                <a:off x="2287472" y="4249624"/>
                <a:ext cx="644038" cy="382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2">
            <p14:nvContentPartPr>
              <p14:cNvPr id="5168" name="Ink 4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71813" y="4349750"/>
              <a:ext cx="147637" cy="152400"/>
            </p14:xfrm>
          </p:contentPart>
        </mc:Choice>
        <mc:Fallback>
          <p:pic>
            <p:nvPicPr>
              <p:cNvPr id="5168" name="Ink 4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3" cstate="print"/>
              <a:stretch>
                <a:fillRect/>
              </a:stretch>
            </p:blipFill>
            <p:spPr>
              <a:xfrm>
                <a:off x="3065347" y="4343265"/>
                <a:ext cx="159850" cy="164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4">
            <p14:nvContentPartPr>
              <p14:cNvPr id="5169" name="Ink 4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36925" y="4189413"/>
              <a:ext cx="636588" cy="477837"/>
            </p14:xfrm>
          </p:contentPart>
        </mc:Choice>
        <mc:Fallback>
          <p:pic>
            <p:nvPicPr>
              <p:cNvPr id="5169" name="Ink 4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5" cstate="print"/>
              <a:stretch>
                <a:fillRect/>
              </a:stretch>
            </p:blipFill>
            <p:spPr>
              <a:xfrm>
                <a:off x="3330440" y="4182936"/>
                <a:ext cx="648837" cy="490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6">
            <p14:nvContentPartPr>
              <p14:cNvPr id="5171" name="Ink 5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0275" y="4870450"/>
              <a:ext cx="728663" cy="714375"/>
            </p14:xfrm>
          </p:contentPart>
        </mc:Choice>
        <mc:Fallback>
          <p:pic>
            <p:nvPicPr>
              <p:cNvPr id="5171" name="Ink 5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7" cstate="print"/>
              <a:stretch>
                <a:fillRect/>
              </a:stretch>
            </p:blipFill>
            <p:spPr>
              <a:xfrm>
                <a:off x="923804" y="4863962"/>
                <a:ext cx="740885" cy="726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8">
            <p14:nvContentPartPr>
              <p14:cNvPr id="5172" name="Ink 5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12925" y="5089525"/>
              <a:ext cx="379413" cy="150813"/>
            </p14:xfrm>
          </p:contentPart>
        </mc:Choice>
        <mc:Fallback>
          <p:pic>
            <p:nvPicPr>
              <p:cNvPr id="5172" name="Ink 5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9" cstate="print"/>
              <a:stretch>
                <a:fillRect/>
              </a:stretch>
            </p:blipFill>
            <p:spPr>
              <a:xfrm>
                <a:off x="1806427" y="5083092"/>
                <a:ext cx="391687" cy="16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0">
            <p14:nvContentPartPr>
              <p14:cNvPr id="5179" name="Ink 5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55888" y="4767263"/>
              <a:ext cx="398462" cy="903287"/>
            </p14:xfrm>
          </p:contentPart>
        </mc:Choice>
        <mc:Fallback>
          <p:pic>
            <p:nvPicPr>
              <p:cNvPr id="5179" name="Ink 5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1" cstate="print"/>
              <a:stretch>
                <a:fillRect/>
              </a:stretch>
            </p:blipFill>
            <p:spPr>
              <a:xfrm>
                <a:off x="2649397" y="4760785"/>
                <a:ext cx="410722" cy="915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2">
            <p14:nvContentPartPr>
              <p14:cNvPr id="5180" name="Ink 6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92413" y="5492750"/>
              <a:ext cx="11112" cy="15875"/>
            </p14:xfrm>
          </p:contentPart>
        </mc:Choice>
        <mc:Fallback>
          <p:pic>
            <p:nvPicPr>
              <p:cNvPr id="5180" name="Ink 6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3" cstate="print"/>
              <a:stretch>
                <a:fillRect/>
              </a:stretch>
            </p:blipFill>
            <p:spPr>
              <a:xfrm>
                <a:off x="2785746" y="5485946"/>
                <a:ext cx="23706" cy="28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4">
            <p14:nvContentPartPr>
              <p14:cNvPr id="5181" name="Ink 6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62300" y="4989513"/>
              <a:ext cx="354013" cy="420687"/>
            </p14:xfrm>
          </p:contentPart>
        </mc:Choice>
        <mc:Fallback>
          <p:pic>
            <p:nvPicPr>
              <p:cNvPr id="5181" name="Ink 6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5" cstate="print"/>
              <a:stretch>
                <a:fillRect/>
              </a:stretch>
            </p:blipFill>
            <p:spPr>
              <a:xfrm>
                <a:off x="3155818" y="4983019"/>
                <a:ext cx="366258" cy="432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6">
            <p14:nvContentPartPr>
              <p14:cNvPr id="5182" name="Ink 6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70300" y="5067300"/>
              <a:ext cx="114300" cy="119063"/>
            </p14:xfrm>
          </p:contentPart>
        </mc:Choice>
        <mc:Fallback>
          <p:pic>
            <p:nvPicPr>
              <p:cNvPr id="5182" name="Ink 6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7" cstate="print"/>
              <a:stretch>
                <a:fillRect/>
              </a:stretch>
            </p:blipFill>
            <p:spPr>
              <a:xfrm>
                <a:off x="3663706" y="5060864"/>
                <a:ext cx="126756" cy="131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8">
            <p14:nvContentPartPr>
              <p14:cNvPr id="5183" name="Ink 6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00488" y="4986338"/>
              <a:ext cx="155575" cy="136525"/>
            </p14:xfrm>
          </p:contentPart>
        </mc:Choice>
        <mc:Fallback>
          <p:pic>
            <p:nvPicPr>
              <p:cNvPr id="5183" name="Ink 6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9" cstate="print"/>
              <a:stretch>
                <a:fillRect/>
              </a:stretch>
            </p:blipFill>
            <p:spPr>
              <a:xfrm>
                <a:off x="3894050" y="4979871"/>
                <a:ext cx="167735" cy="148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0">
            <p14:nvContentPartPr>
              <p14:cNvPr id="5184" name="Ink 6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81063" y="5768975"/>
              <a:ext cx="1314450" cy="798513"/>
            </p14:xfrm>
          </p:contentPart>
        </mc:Choice>
        <mc:Fallback>
          <p:pic>
            <p:nvPicPr>
              <p:cNvPr id="5184" name="Ink 6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1" cstate="print"/>
              <a:stretch>
                <a:fillRect/>
              </a:stretch>
            </p:blipFill>
            <p:spPr>
              <a:xfrm>
                <a:off x="874583" y="5762459"/>
                <a:ext cx="1326691" cy="810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3721F0-3BF7-B360-6943-E0C10841D149}"/>
                  </a:ext>
                </a:extLst>
              </p14:cNvPr>
              <p14:cNvContentPartPr/>
              <p14:nvPr/>
            </p14:nvContentPartPr>
            <p14:xfrm>
              <a:off x="5304397" y="6240835"/>
              <a:ext cx="320400" cy="4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33721F0-3BF7-B360-6943-E0C10841D14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95757" y="6232195"/>
                <a:ext cx="338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18F58C-912C-EDC7-411D-71BE0697AFE8}"/>
                  </a:ext>
                </a:extLst>
              </p14:cNvPr>
              <p14:cNvContentPartPr/>
              <p14:nvPr/>
            </p14:nvContentPartPr>
            <p14:xfrm>
              <a:off x="5389717" y="6359635"/>
              <a:ext cx="221040" cy="1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18F58C-912C-EDC7-411D-71BE0697AFE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80717" y="6350635"/>
                <a:ext cx="23868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E110270E-0531-0A3B-810D-47C69027DC63}"/>
              </a:ext>
            </a:extLst>
          </p:cNvPr>
          <p:cNvGrpSpPr/>
          <p:nvPr/>
        </p:nvGrpSpPr>
        <p:grpSpPr>
          <a:xfrm>
            <a:off x="7342717" y="6266395"/>
            <a:ext cx="328320" cy="113400"/>
            <a:chOff x="7342717" y="6266395"/>
            <a:chExt cx="328320" cy="113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6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69AED6-E400-4D55-6359-73FDDB8B7966}"/>
                    </a:ext>
                  </a:extLst>
                </p14:cNvPr>
                <p14:cNvContentPartPr/>
                <p14:nvPr/>
              </p14:nvContentPartPr>
              <p14:xfrm>
                <a:off x="7342717" y="6266395"/>
                <a:ext cx="304920" cy="3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E69AED6-E400-4D55-6359-73FDDB8B79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33717" y="6257755"/>
                  <a:ext cx="322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23D7E5-080A-0FAE-474E-D0C9342E850A}"/>
                    </a:ext>
                  </a:extLst>
                </p14:cNvPr>
                <p14:cNvContentPartPr/>
                <p14:nvPr/>
              </p14:nvContentPartPr>
              <p14:xfrm>
                <a:off x="7421197" y="6357115"/>
                <a:ext cx="249840" cy="22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923D7E5-080A-0FAE-474E-D0C9342E85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12557" y="6348475"/>
                  <a:ext cx="2674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7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056392-6247-8E2C-9AAD-263B81F8A613}"/>
                  </a:ext>
                </a:extLst>
              </p14:cNvPr>
              <p14:cNvContentPartPr/>
              <p14:nvPr/>
            </p14:nvContentPartPr>
            <p14:xfrm>
              <a:off x="9551677" y="6314635"/>
              <a:ext cx="224640" cy="3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2056392-6247-8E2C-9AAD-263B81F8A6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543037" y="6305635"/>
                <a:ext cx="2422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B4B5F9-95E3-71E2-E247-9E1355D8018B}"/>
                  </a:ext>
                </a:extLst>
              </p14:cNvPr>
              <p14:cNvContentPartPr/>
              <p14:nvPr/>
            </p14:nvContentPartPr>
            <p14:xfrm>
              <a:off x="9588397" y="6392395"/>
              <a:ext cx="171720" cy="8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8B4B5F9-95E3-71E2-E247-9E1355D8018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79397" y="6383755"/>
                <a:ext cx="189360" cy="2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27445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81C429F-EC62-46E7-9DE3-E8FFBFD636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4930" y="643466"/>
            <a:ext cx="10222140" cy="557106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29613" y="3686175"/>
              <a:ext cx="388937" cy="109538"/>
            </p14:xfrm>
          </p:contentPart>
        </mc:Choice>
        <mc:Fallback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20224" y="3676868"/>
                <a:ext cx="407716" cy="128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167813" y="4905375"/>
              <a:ext cx="87312" cy="146050"/>
            </p14:xfrm>
          </p:contentPart>
        </mc:Choice>
        <mc:Fallback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158393" y="4896068"/>
                <a:ext cx="106151" cy="164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512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01313" y="4070350"/>
              <a:ext cx="163512" cy="115888"/>
            </p14:xfrm>
          </p:contentPart>
        </mc:Choice>
        <mc:Fallback>
          <p:pic>
            <p:nvPicPr>
              <p:cNvPr id="512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491928" y="4061079"/>
                <a:ext cx="182282" cy="134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512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996613" y="5022850"/>
              <a:ext cx="141287" cy="139700"/>
            </p14:xfrm>
          </p:contentPart>
        </mc:Choice>
        <mc:Fallback>
          <p:pic>
            <p:nvPicPr>
              <p:cNvPr id="512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0987194" y="5013440"/>
                <a:ext cx="160125" cy="15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13152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BA28DB6-3E8D-4D64-B212-81031C3C60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26602" y="956604"/>
            <a:ext cx="7326292" cy="50925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0A751B0-545A-4C98-BB4F-B226829FCEA4}"/>
              </a:ext>
            </a:extLst>
          </p:cNvPr>
          <p:cNvSpPr txBox="1"/>
          <p:nvPr/>
        </p:nvSpPr>
        <p:spPr>
          <a:xfrm>
            <a:off x="2067951" y="225083"/>
            <a:ext cx="4389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</a:rPr>
              <a:t>Generalized 3D Rigid Body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F6859B1-A1DA-419B-BDC5-236D004AB5FC}"/>
              </a:ext>
            </a:extLst>
          </p:cNvPr>
          <p:cNvSpPr txBox="1"/>
          <p:nvPr/>
        </p:nvSpPr>
        <p:spPr>
          <a:xfrm>
            <a:off x="9101797" y="3668096"/>
            <a:ext cx="2630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6 Equilibrium</a:t>
            </a:r>
          </a:p>
          <a:p>
            <a:r>
              <a:rPr lang="en-IN" sz="3200" dirty="0">
                <a:solidFill>
                  <a:srgbClr val="FF0000"/>
                </a:solidFill>
              </a:rPr>
              <a:t>Equations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4096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21650" y="1728788"/>
              <a:ext cx="396875" cy="184150"/>
            </p14:xfrm>
          </p:contentPart>
        </mc:Choice>
        <mc:Fallback>
          <p:pic>
            <p:nvPicPr>
              <p:cNvPr id="4096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12320" y="1719231"/>
                <a:ext cx="415535" cy="2032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06552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3E43FE8-9902-4814-ABBF-F29C5A90F8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3416" y="1420364"/>
            <a:ext cx="5104000" cy="3006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EF07F5F-75B5-4D0A-9985-E5015F2D7BD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2635" y="1898665"/>
            <a:ext cx="4376122" cy="1800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AB9E164-7AAF-4F3A-BFCF-50267B3C1A0C}"/>
              </a:ext>
            </a:extLst>
          </p:cNvPr>
          <p:cNvSpPr txBox="1"/>
          <p:nvPr/>
        </p:nvSpPr>
        <p:spPr>
          <a:xfrm>
            <a:off x="984737" y="295422"/>
            <a:ext cx="7751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</a:rPr>
              <a:t>General Case: Planar Forces and Moments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440EA35-6AC7-4750-B05F-8CFDC93CEA0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39482" y="5028887"/>
            <a:ext cx="7990450" cy="13439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643DC7E-BCD4-3F72-43E0-084CD9B56E63}"/>
              </a:ext>
            </a:extLst>
          </p:cNvPr>
          <p:cNvSpPr/>
          <p:nvPr/>
        </p:nvSpPr>
        <p:spPr>
          <a:xfrm>
            <a:off x="1139482" y="5028887"/>
            <a:ext cx="7990450" cy="14196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9FCC57-DB8F-6750-82EA-DCAF2AA7AB76}"/>
                  </a:ext>
                </a:extLst>
              </p14:cNvPr>
              <p14:cNvContentPartPr/>
              <p14:nvPr/>
            </p14:nvContentPartPr>
            <p14:xfrm>
              <a:off x="7506517" y="2721115"/>
              <a:ext cx="263520" cy="2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D9FCC57-DB8F-6750-82EA-DCAF2AA7AB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97517" y="2712115"/>
                <a:ext cx="2811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5F067C-68E9-F2D5-5BAC-40200B3B2495}"/>
                  </a:ext>
                </a:extLst>
              </p14:cNvPr>
              <p14:cNvContentPartPr/>
              <p14:nvPr/>
            </p14:nvContentPartPr>
            <p14:xfrm>
              <a:off x="9555997" y="2654875"/>
              <a:ext cx="219240" cy="11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75F067C-68E9-F2D5-5BAC-40200B3B24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46997" y="2646235"/>
                <a:ext cx="236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1E4231-0457-9D06-92A5-45A8F663E9A7}"/>
                  </a:ext>
                </a:extLst>
              </p14:cNvPr>
              <p14:cNvContentPartPr/>
              <p14:nvPr/>
            </p14:nvContentPartPr>
            <p14:xfrm>
              <a:off x="7516237" y="3588715"/>
              <a:ext cx="501480" cy="26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A1E4231-0457-9D06-92A5-45A8F663E9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07237" y="3580075"/>
                <a:ext cx="51912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0759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C041815-2FE6-4A91-B508-C2C3102A00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0335" y="956604"/>
            <a:ext cx="9037177" cy="14208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BD72EC8-7661-4D9E-A981-3FC725C6746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6548" y="2904100"/>
            <a:ext cx="3171825" cy="2400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50AFBBB-F0AF-458E-9A34-370183C9ACB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56167" y="2913094"/>
            <a:ext cx="3067050" cy="21621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BD0CAEF-5E07-F694-58A4-8DAD411B121F}"/>
              </a:ext>
            </a:extLst>
          </p:cNvPr>
          <p:cNvSpPr/>
          <p:nvPr/>
        </p:nvSpPr>
        <p:spPr>
          <a:xfrm>
            <a:off x="747252" y="560439"/>
            <a:ext cx="9527458" cy="54372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9C95DC-9B5E-2D61-B745-346665135B54}"/>
                  </a:ext>
                </a:extLst>
              </p14:cNvPr>
              <p14:cNvContentPartPr/>
              <p14:nvPr/>
            </p14:nvContentPartPr>
            <p14:xfrm>
              <a:off x="3730837" y="1353835"/>
              <a:ext cx="1620720" cy="24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B9C95DC-9B5E-2D61-B745-346665135B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2197" y="1344835"/>
                <a:ext cx="16383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53DE2A-0691-D2DC-1462-B1073BB1A6E9}"/>
                  </a:ext>
                </a:extLst>
              </p14:cNvPr>
              <p14:cNvContentPartPr/>
              <p14:nvPr/>
            </p14:nvContentPartPr>
            <p14:xfrm>
              <a:off x="8469157" y="2887435"/>
              <a:ext cx="275400" cy="129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553DE2A-0691-D2DC-1462-B1073BB1A6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60517" y="2878435"/>
                <a:ext cx="29304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DF3BC6-C1EF-FDEA-1D0E-83E9C54FDA5B}"/>
                  </a:ext>
                </a:extLst>
              </p14:cNvPr>
              <p14:cNvContentPartPr/>
              <p14:nvPr/>
            </p14:nvContentPartPr>
            <p14:xfrm>
              <a:off x="4341397" y="2979235"/>
              <a:ext cx="239040" cy="127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BDF3BC6-C1EF-FDEA-1D0E-83E9C54FDA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32397" y="2970595"/>
                <a:ext cx="256680" cy="1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89064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="" xmlns:a16="http://schemas.microsoft.com/office/drawing/2014/main" id="{4E8FE91E-FF87-4FA2-9353-5F65498466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064" y="589937"/>
            <a:ext cx="11689871" cy="4675948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2355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75338" y="4216400"/>
              <a:ext cx="558800" cy="201613"/>
            </p14:xfrm>
          </p:contentPart>
        </mc:Choice>
        <mc:Fallback>
          <p:pic>
            <p:nvPicPr>
              <p:cNvPr id="2355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65983" y="4207023"/>
                <a:ext cx="577511" cy="220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8E49BF-7848-0DDB-C806-4E676C5D395E}"/>
                  </a:ext>
                </a:extLst>
              </p14:cNvPr>
              <p14:cNvContentPartPr/>
              <p14:nvPr/>
            </p14:nvContentPartPr>
            <p14:xfrm>
              <a:off x="8912317" y="2212435"/>
              <a:ext cx="214920" cy="3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A8E49BF-7848-0DDB-C806-4E676C5D39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03317" y="2203435"/>
                <a:ext cx="232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9481CF-AC51-CF1E-5F9D-995CF6C17ADC}"/>
                  </a:ext>
                </a:extLst>
              </p14:cNvPr>
              <p14:cNvContentPartPr/>
              <p14:nvPr/>
            </p14:nvContentPartPr>
            <p14:xfrm>
              <a:off x="10656517" y="2194435"/>
              <a:ext cx="148680" cy="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29481CF-AC51-CF1E-5F9D-995CF6C17A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47877" y="2185795"/>
                <a:ext cx="1663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3AE8CD-2405-28C8-ED2D-7D51B1B48928}"/>
                  </a:ext>
                </a:extLst>
              </p14:cNvPr>
              <p14:cNvContentPartPr/>
              <p14:nvPr/>
            </p14:nvContentPartPr>
            <p14:xfrm>
              <a:off x="10098517" y="4055995"/>
              <a:ext cx="155880" cy="15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73AE8CD-2405-28C8-ED2D-7D51B1B489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89877" y="4047355"/>
                <a:ext cx="1735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A368B2-AD97-AA11-1530-F2A38E3DEA0A}"/>
                  </a:ext>
                </a:extLst>
              </p14:cNvPr>
              <p14:cNvContentPartPr/>
              <p14:nvPr/>
            </p14:nvContentPartPr>
            <p14:xfrm>
              <a:off x="3071677" y="2809675"/>
              <a:ext cx="2471760" cy="63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9A368B2-AD97-AA11-1530-F2A38E3DEA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62677" y="2800675"/>
                <a:ext cx="2489400" cy="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839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CD8F607-E4AF-4B80-8CE8-4F4BDB8C0D7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5020" y="809468"/>
            <a:ext cx="10703473" cy="4575733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20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83338" y="3344863"/>
              <a:ext cx="303212" cy="68262"/>
            </p14:xfrm>
          </p:contentPart>
        </mc:Choice>
        <mc:Fallback>
          <p:pic>
            <p:nvPicPr>
              <p:cNvPr id="20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76825" y="3338463"/>
                <a:ext cx="315514" cy="8035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61D8AE1-2408-2A82-95A0-E2145FE131F7}"/>
              </a:ext>
            </a:extLst>
          </p:cNvPr>
          <p:cNvGrpSpPr/>
          <p:nvPr/>
        </p:nvGrpSpPr>
        <p:grpSpPr>
          <a:xfrm>
            <a:off x="6511837" y="2909395"/>
            <a:ext cx="28080" cy="93240"/>
            <a:chOff x="6511837" y="2909395"/>
            <a:chExt cx="28080" cy="932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E853E60-74DA-5E41-A1CC-C97D2DD98206}"/>
                    </a:ext>
                  </a:extLst>
                </p14:cNvPr>
                <p14:cNvContentPartPr/>
                <p14:nvPr/>
              </p14:nvContentPartPr>
              <p14:xfrm>
                <a:off x="6511837" y="2909395"/>
                <a:ext cx="8640" cy="27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E853E60-74DA-5E41-A1CC-C97D2DD982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02837" y="2900755"/>
                  <a:ext cx="2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C5E7CE-6F1A-74AF-9401-B3C57D76D4D0}"/>
                    </a:ext>
                  </a:extLst>
                </p14:cNvPr>
                <p14:cNvContentPartPr/>
                <p14:nvPr/>
              </p14:nvContentPartPr>
              <p14:xfrm>
                <a:off x="6532717" y="2968435"/>
                <a:ext cx="7200" cy="34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7C5E7CE-6F1A-74AF-9401-B3C57D76D4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23717" y="2959795"/>
                  <a:ext cx="2484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B02BE0-F146-C7F5-001A-5EE3AF059A47}"/>
                  </a:ext>
                </a:extLst>
              </p14:cNvPr>
              <p14:cNvContentPartPr/>
              <p14:nvPr/>
            </p14:nvContentPartPr>
            <p14:xfrm>
              <a:off x="6561517" y="3494395"/>
              <a:ext cx="29160" cy="184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B02BE0-F146-C7F5-001A-5EE3AF059A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52877" y="3485395"/>
                <a:ext cx="46800" cy="2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9A060C82-9869-9C92-157C-3E883CC02C0B}"/>
              </a:ext>
            </a:extLst>
          </p:cNvPr>
          <p:cNvGrpSpPr/>
          <p:nvPr/>
        </p:nvGrpSpPr>
        <p:grpSpPr>
          <a:xfrm>
            <a:off x="6342637" y="3091915"/>
            <a:ext cx="387360" cy="335520"/>
            <a:chOff x="6342637" y="3091915"/>
            <a:chExt cx="387360" cy="3355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108250-CF01-7722-4901-15AECE6DF245}"/>
                    </a:ext>
                  </a:extLst>
                </p14:cNvPr>
                <p14:cNvContentPartPr/>
                <p14:nvPr/>
              </p14:nvContentPartPr>
              <p14:xfrm>
                <a:off x="6552157" y="3091915"/>
                <a:ext cx="5760" cy="10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C108250-CF01-7722-4901-15AECE6DF2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43157" y="3082915"/>
                  <a:ext cx="23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5F786A5-2864-F847-4C8B-293D407055E1}"/>
                    </a:ext>
                  </a:extLst>
                </p14:cNvPr>
                <p14:cNvContentPartPr/>
                <p14:nvPr/>
              </p14:nvContentPartPr>
              <p14:xfrm>
                <a:off x="6545317" y="3267595"/>
                <a:ext cx="8640" cy="57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5F786A5-2864-F847-4C8B-293D407055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36677" y="3258955"/>
                  <a:ext cx="26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0FAF54-3255-C773-7549-70D4CFE1D58B}"/>
                    </a:ext>
                  </a:extLst>
                </p14:cNvPr>
                <p14:cNvContentPartPr/>
                <p14:nvPr/>
              </p14:nvContentPartPr>
              <p14:xfrm>
                <a:off x="6390517" y="3273715"/>
                <a:ext cx="165600" cy="120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40FAF54-3255-C773-7549-70D4CFE1D58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81517" y="3264715"/>
                  <a:ext cx="183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F0A802-CF08-E46E-7321-0DB7B3BDEEA5}"/>
                    </a:ext>
                  </a:extLst>
                </p14:cNvPr>
                <p14:cNvContentPartPr/>
                <p14:nvPr/>
              </p14:nvContentPartPr>
              <p14:xfrm>
                <a:off x="6623437" y="3243475"/>
                <a:ext cx="15840" cy="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5F0A802-CF08-E46E-7321-0DB7B3BDEE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14797" y="3234475"/>
                  <a:ext cx="33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9FA567-E1AC-81AB-FB67-68F8ABBFED48}"/>
                    </a:ext>
                  </a:extLst>
                </p14:cNvPr>
                <p14:cNvContentPartPr/>
                <p14:nvPr/>
              </p14:nvContentPartPr>
              <p14:xfrm>
                <a:off x="6607237" y="3195235"/>
                <a:ext cx="63360" cy="93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59FA567-E1AC-81AB-FB67-68F8ABBFED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98597" y="3186235"/>
                  <a:ext cx="81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E7CCC4-4F3B-5A88-4228-3A0DA110AE2B}"/>
                    </a:ext>
                  </a:extLst>
                </p14:cNvPr>
                <p14:cNvContentPartPr/>
                <p14:nvPr/>
              </p14:nvContentPartPr>
              <p14:xfrm>
                <a:off x="6705517" y="3215755"/>
                <a:ext cx="24480" cy="2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6E7CCC4-4F3B-5A88-4228-3A0DA110AE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96877" y="3206755"/>
                  <a:ext cx="42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B6930A-EC30-BFC0-17BE-137800447775}"/>
                    </a:ext>
                  </a:extLst>
                </p14:cNvPr>
                <p14:cNvContentPartPr/>
                <p14:nvPr/>
              </p14:nvContentPartPr>
              <p14:xfrm>
                <a:off x="6383317" y="3329875"/>
                <a:ext cx="177120" cy="9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AB6930A-EC30-BFC0-17BE-1378004477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74317" y="3320875"/>
                  <a:ext cx="194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9FB0C4-0D11-F881-56F5-A1DE329B48DC}"/>
                    </a:ext>
                  </a:extLst>
                </p14:cNvPr>
                <p14:cNvContentPartPr/>
                <p14:nvPr/>
              </p14:nvContentPartPr>
              <p14:xfrm>
                <a:off x="6342637" y="3240235"/>
                <a:ext cx="73440" cy="79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69FB0C4-0D11-F881-56F5-A1DE329B48D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33997" y="3231595"/>
                  <a:ext cx="91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EF4C2D-E681-9E85-A83D-FA56950A1978}"/>
                    </a:ext>
                  </a:extLst>
                </p14:cNvPr>
                <p14:cNvContentPartPr/>
                <p14:nvPr/>
              </p14:nvContentPartPr>
              <p14:xfrm>
                <a:off x="6420037" y="3269395"/>
                <a:ext cx="2880" cy="6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1EF4C2D-E681-9E85-A83D-FA56950A19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11037" y="3260395"/>
                  <a:ext cx="20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E5A541-3C3B-0A83-C2E2-0C960BB9E66B}"/>
                    </a:ext>
                  </a:extLst>
                </p14:cNvPr>
                <p14:cNvContentPartPr/>
                <p14:nvPr/>
              </p14:nvContentPartPr>
              <p14:xfrm>
                <a:off x="6448117" y="3263995"/>
                <a:ext cx="52920" cy="59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3E5A541-3C3B-0A83-C2E2-0C960BB9E6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39117" y="3254995"/>
                  <a:ext cx="70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9EFE82-B86B-DEFB-2E78-8CB10AE831B0}"/>
                    </a:ext>
                  </a:extLst>
                </p14:cNvPr>
                <p14:cNvContentPartPr/>
                <p14:nvPr/>
              </p14:nvContentPartPr>
              <p14:xfrm>
                <a:off x="6478717" y="3176875"/>
                <a:ext cx="37800" cy="58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D9EFE82-B86B-DEFB-2E78-8CB10AE831B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70077" y="3167875"/>
                  <a:ext cx="55440" cy="7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4089620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ABF3526-7625-4278-ACCC-FCA42FD068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183" y="797535"/>
            <a:ext cx="6102828" cy="1196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E590FA5-D17A-4FD6-B5CA-BBF6B3C179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1716" y="2313989"/>
            <a:ext cx="4143798" cy="408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7606797-C570-484E-80BA-29ABC77EC90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2211" y="3042066"/>
            <a:ext cx="6854373" cy="2711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45D7D59-FC6C-4E62-9F21-EC397313D7E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72230" y="1156096"/>
            <a:ext cx="2859242" cy="3519067"/>
          </a:xfrm>
          <a:prstGeom prst="rect">
            <a:avLst/>
          </a:prstGeom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55483" y="5707380"/>
            <a:ext cx="4587107" cy="71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92638" y="5913438"/>
              <a:ext cx="4762" cy="1587"/>
            </p14:xfrm>
          </p:contentPart>
        </mc:Choice>
        <mc:Fallback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585495" y="5907725"/>
                <a:ext cx="18254" cy="12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24E5B1-F6C4-9197-DD32-478B44382422}"/>
                  </a:ext>
                </a:extLst>
              </p14:cNvPr>
              <p14:cNvContentPartPr/>
              <p14:nvPr/>
            </p14:nvContentPartPr>
            <p14:xfrm>
              <a:off x="3348517" y="4178395"/>
              <a:ext cx="90360" cy="5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324E5B1-F6C4-9197-DD32-478B443824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39877" y="4169395"/>
                <a:ext cx="1080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51C43D-462A-7C16-54BC-9483AF3E2741}"/>
                  </a:ext>
                </a:extLst>
              </p14:cNvPr>
              <p14:cNvContentPartPr/>
              <p14:nvPr/>
            </p14:nvContentPartPr>
            <p14:xfrm>
              <a:off x="4240597" y="4106755"/>
              <a:ext cx="64800" cy="5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851C43D-462A-7C16-54BC-9483AF3E27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31597" y="4098115"/>
                <a:ext cx="824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7E2CAA-F3B7-1782-8ECC-BEC019F71F05}"/>
                  </a:ext>
                </a:extLst>
              </p14:cNvPr>
              <p14:cNvContentPartPr/>
              <p14:nvPr/>
            </p14:nvContentPartPr>
            <p14:xfrm>
              <a:off x="2427997" y="3433195"/>
              <a:ext cx="78480" cy="6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77E2CAA-F3B7-1782-8ECC-BEC019F71F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18997" y="3424195"/>
                <a:ext cx="96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A8F894-34BF-3E92-C66E-7D8CB2E27C75}"/>
                  </a:ext>
                </a:extLst>
              </p14:cNvPr>
              <p14:cNvContentPartPr/>
              <p14:nvPr/>
            </p14:nvContentPartPr>
            <p14:xfrm>
              <a:off x="7145077" y="5021155"/>
              <a:ext cx="299520" cy="183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6A8F894-34BF-3E92-C66E-7D8CB2E27C7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36437" y="5012515"/>
                <a:ext cx="317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1D8D82-DF5D-DABA-9F2D-E6FE3BE20A55}"/>
                  </a:ext>
                </a:extLst>
              </p14:cNvPr>
              <p14:cNvContentPartPr/>
              <p14:nvPr/>
            </p14:nvContentPartPr>
            <p14:xfrm>
              <a:off x="6541717" y="5823595"/>
              <a:ext cx="282960" cy="225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91D8D82-DF5D-DABA-9F2D-E6FE3BE20A5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33077" y="5814595"/>
                <a:ext cx="3006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5F2A97C-CE8C-3770-2589-DA6EF70716E1}"/>
                  </a:ext>
                </a:extLst>
              </p14:cNvPr>
              <p14:cNvContentPartPr/>
              <p14:nvPr/>
            </p14:nvContentPartPr>
            <p14:xfrm>
              <a:off x="1837597" y="4119715"/>
              <a:ext cx="156600" cy="29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5F2A97C-CE8C-3770-2589-DA6EF70716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28957" y="4110715"/>
                <a:ext cx="174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70FB3E-1619-CBE9-AF64-07785B28D3F7}"/>
                  </a:ext>
                </a:extLst>
              </p14:cNvPr>
              <p14:cNvContentPartPr/>
              <p14:nvPr/>
            </p14:nvContentPartPr>
            <p14:xfrm>
              <a:off x="3692677" y="4005955"/>
              <a:ext cx="110520" cy="39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070FB3E-1619-CBE9-AF64-07785B28D3F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84037" y="3997315"/>
                <a:ext cx="1281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505E39-313D-AD36-FAFE-2C396537AE98}"/>
                  </a:ext>
                </a:extLst>
              </p14:cNvPr>
              <p14:cNvContentPartPr/>
              <p14:nvPr/>
            </p14:nvContentPartPr>
            <p14:xfrm>
              <a:off x="4945117" y="3909115"/>
              <a:ext cx="156960" cy="52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5505E39-313D-AD36-FAFE-2C396537AE9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36477" y="3900475"/>
                <a:ext cx="1746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0546ED5-E1A9-128B-1E4A-F3532CA6C9A2}"/>
                  </a:ext>
                </a:extLst>
              </p14:cNvPr>
              <p14:cNvContentPartPr/>
              <p14:nvPr/>
            </p14:nvContentPartPr>
            <p14:xfrm>
              <a:off x="2420797" y="3429955"/>
              <a:ext cx="599400" cy="160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0546ED5-E1A9-128B-1E4A-F3532CA6C9A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11797" y="3420955"/>
                <a:ext cx="6170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334DB892-E12B-ACCF-3552-DD6D20505827}"/>
              </a:ext>
            </a:extLst>
          </p:cNvPr>
          <p:cNvGrpSpPr/>
          <p:nvPr/>
        </p:nvGrpSpPr>
        <p:grpSpPr>
          <a:xfrm>
            <a:off x="2561917" y="3446515"/>
            <a:ext cx="1535400" cy="155160"/>
            <a:chOff x="2561917" y="3446515"/>
            <a:chExt cx="1535400" cy="1551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0F2C21-89BD-627D-554E-1D8BFF3F1511}"/>
                    </a:ext>
                  </a:extLst>
                </p14:cNvPr>
                <p14:cNvContentPartPr/>
                <p14:nvPr/>
              </p14:nvContentPartPr>
              <p14:xfrm>
                <a:off x="2561917" y="3446515"/>
                <a:ext cx="1503000" cy="138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00F2C21-89BD-627D-554E-1D8BFF3F15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52917" y="3437875"/>
                  <a:ext cx="1520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CD3F7E3-71A7-3134-63EA-0CB9E8AF72B0}"/>
                    </a:ext>
                  </a:extLst>
                </p14:cNvPr>
                <p14:cNvContentPartPr/>
                <p14:nvPr/>
              </p14:nvContentPartPr>
              <p14:xfrm>
                <a:off x="3999397" y="3533635"/>
                <a:ext cx="97920" cy="68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CD3F7E3-71A7-3134-63EA-0CB9E8AF72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90757" y="3524995"/>
                  <a:ext cx="115560" cy="8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182588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53842C6-A7F0-46F5-8383-B20F70E9AB0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0559" y="688258"/>
            <a:ext cx="11058645" cy="4727569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327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941050" y="41673463"/>
              <a:ext cx="0" cy="0"/>
            </p14:xfrm>
          </p:contentPart>
        </mc:Choice>
        <mc:Fallback>
          <p:pic>
            <p:nvPicPr>
              <p:cNvPr id="327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41050" y="416734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3277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55700" y="4476750"/>
              <a:ext cx="47625" cy="103188"/>
            </p14:xfrm>
          </p:contentPart>
        </mc:Choice>
        <mc:Fallback>
          <p:pic>
            <p:nvPicPr>
              <p:cNvPr id="3277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49303" y="4470323"/>
                <a:ext cx="59709" cy="115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3277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16000" y="4549775"/>
              <a:ext cx="160338" cy="127000"/>
            </p14:xfrm>
          </p:contentPart>
        </mc:Choice>
        <mc:Fallback>
          <p:pic>
            <p:nvPicPr>
              <p:cNvPr id="3277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09500" y="4543262"/>
                <a:ext cx="172616" cy="139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3277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825288" y="44778613"/>
              <a:ext cx="0" cy="0"/>
            </p14:xfrm>
          </p:contentPart>
        </mc:Choice>
        <mc:Fallback>
          <p:pic>
            <p:nvPicPr>
              <p:cNvPr id="3277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25288" y="4477861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3278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191750" y="893763"/>
              <a:ext cx="1074738" cy="471487"/>
            </p14:xfrm>
          </p:contentPart>
        </mc:Choice>
        <mc:Fallback>
          <p:pic>
            <p:nvPicPr>
              <p:cNvPr id="3278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0182392" y="884391"/>
                <a:ext cx="1093454" cy="490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3278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631488" y="958850"/>
              <a:ext cx="7937" cy="3175"/>
            </p14:xfrm>
          </p:contentPart>
        </mc:Choice>
        <mc:Fallback>
          <p:pic>
            <p:nvPicPr>
              <p:cNvPr id="3278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0621170" y="947057"/>
                <a:ext cx="28573" cy="26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16222-6F00-790F-6902-7A8934371F3F}"/>
                  </a:ext>
                </a:extLst>
              </p14:cNvPr>
              <p14:cNvContentPartPr/>
              <p14:nvPr/>
            </p14:nvContentPartPr>
            <p14:xfrm>
              <a:off x="4833157" y="3122624"/>
              <a:ext cx="35640" cy="42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8816222-6F00-790F-6902-7A8934371F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24157" y="3113624"/>
                <a:ext cx="532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D5DE01-7EDE-ADD3-E406-3625E1236AB2}"/>
                  </a:ext>
                </a:extLst>
              </p14:cNvPr>
              <p14:cNvContentPartPr/>
              <p14:nvPr/>
            </p14:nvContentPartPr>
            <p14:xfrm>
              <a:off x="5809837" y="3535544"/>
              <a:ext cx="29880" cy="4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5D5DE01-7EDE-ADD3-E406-3625E1236A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00837" y="3526904"/>
                <a:ext cx="4752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935B787-6C3A-5F02-77A1-DF0A5AAFA26A}"/>
              </a:ext>
            </a:extLst>
          </p:cNvPr>
          <p:cNvGrpSpPr/>
          <p:nvPr/>
        </p:nvGrpSpPr>
        <p:grpSpPr>
          <a:xfrm>
            <a:off x="10135237" y="840584"/>
            <a:ext cx="480240" cy="87840"/>
            <a:chOff x="10135237" y="840584"/>
            <a:chExt cx="480240" cy="878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897ACF3-8D69-5E29-05F8-3C26C6E0CAAD}"/>
                    </a:ext>
                  </a:extLst>
                </p14:cNvPr>
                <p14:cNvContentPartPr/>
                <p14:nvPr/>
              </p14:nvContentPartPr>
              <p14:xfrm>
                <a:off x="10191397" y="881264"/>
                <a:ext cx="424080" cy="4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897ACF3-8D69-5E29-05F8-3C26C6E0CA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82397" y="872624"/>
                  <a:ext cx="441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252315-CE24-5009-AC16-D6067E60444C}"/>
                    </a:ext>
                  </a:extLst>
                </p14:cNvPr>
                <p14:cNvContentPartPr/>
                <p14:nvPr/>
              </p14:nvContentPartPr>
              <p14:xfrm>
                <a:off x="10135237" y="840584"/>
                <a:ext cx="420120" cy="24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A252315-CE24-5009-AC16-D6067E6044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26597" y="831944"/>
                  <a:ext cx="43776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136377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6ECC862-BBE6-4855-B01C-787F42D187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7816" y="540113"/>
            <a:ext cx="6777989" cy="419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5581633-2657-436D-9700-DD30D735E13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470" y="1474632"/>
            <a:ext cx="6076562" cy="3517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67F9358-2CCF-420D-B8F9-2559EF67947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70174" y="1353332"/>
            <a:ext cx="2283411" cy="25164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6E8470-3FAB-4559-A07F-86E00DD93E5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053585" y="1353332"/>
            <a:ext cx="2708865" cy="2274288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6">
            <p14:nvContentPartPr>
              <p14:cNvPr id="3993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56300" y="2214563"/>
              <a:ext cx="1582738" cy="222250"/>
            </p14:xfrm>
          </p:contentPart>
        </mc:Choice>
        <mc:Fallback>
          <p:pic>
            <p:nvPicPr>
              <p:cNvPr id="3993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946937" y="2205213"/>
                <a:ext cx="1601464" cy="240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3993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59563" y="2205038"/>
              <a:ext cx="1031875" cy="587375"/>
            </p14:xfrm>
          </p:contentPart>
        </mc:Choice>
        <mc:Fallback>
          <p:pic>
            <p:nvPicPr>
              <p:cNvPr id="3993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650205" y="2195640"/>
                <a:ext cx="1050591" cy="606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780D2D-803A-D428-A804-522D5CF1BDF4}"/>
                  </a:ext>
                </a:extLst>
              </p14:cNvPr>
              <p14:cNvContentPartPr/>
              <p14:nvPr/>
            </p14:nvContentPartPr>
            <p14:xfrm>
              <a:off x="8270797" y="2645155"/>
              <a:ext cx="121680" cy="4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3780D2D-803A-D428-A804-522D5CF1BD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62157" y="2636155"/>
                <a:ext cx="1393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2F78B7-52CD-760A-389C-05C38AFD43A6}"/>
                  </a:ext>
                </a:extLst>
              </p14:cNvPr>
              <p14:cNvContentPartPr/>
              <p14:nvPr/>
            </p14:nvContentPartPr>
            <p14:xfrm>
              <a:off x="4614997" y="2047195"/>
              <a:ext cx="284760" cy="17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A2F78B7-52CD-760A-389C-05C38AFD43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05997" y="2038555"/>
                <a:ext cx="3024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D41F0B-21D5-D6EB-9D73-C0B3646AB6FE}"/>
                  </a:ext>
                </a:extLst>
              </p14:cNvPr>
              <p14:cNvContentPartPr/>
              <p14:nvPr/>
            </p14:nvContentPartPr>
            <p14:xfrm>
              <a:off x="7646557" y="2398915"/>
              <a:ext cx="7560" cy="3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DD41F0B-21D5-D6EB-9D73-C0B3646AB6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37557" y="2390275"/>
                <a:ext cx="2520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256252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2DB81-EC0F-57B9-59E0-5175DE77D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3" y="558322"/>
            <a:ext cx="10448154" cy="728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05F6330-309F-81A5-D8B4-AAF8FA3A5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112" y="1893255"/>
            <a:ext cx="4476750" cy="2609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96844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DB37866-E42A-0248-267E-2B7E6D8BE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94" y="376052"/>
            <a:ext cx="9913351" cy="3752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E01B745-E1C5-5610-62FD-1AC4BEB45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91" y="4343261"/>
            <a:ext cx="9066743" cy="97446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66119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93062C-F37B-4CF9-91DA-F77E35C3EE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293" y="440878"/>
            <a:ext cx="7314365" cy="4606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C6BCC7-5E3A-4BDF-AB6C-251E63F7221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660" y="4925971"/>
            <a:ext cx="7522976" cy="1085594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0E6910-07BD-4266-B9D4-DE8E2C68ABBF}"/>
                  </a:ext>
                </a:extLst>
              </p14:cNvPr>
              <p14:cNvContentPartPr/>
              <p14:nvPr/>
            </p14:nvContentPartPr>
            <p14:xfrm>
              <a:off x="295062" y="1448308"/>
              <a:ext cx="360" cy="1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080E6910-07BD-4266-B9D4-DE8E2C68ABBF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86062" y="1439668"/>
                <a:ext cx="18000" cy="27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3A9937F-03DD-4E11-8B5F-74932FFF7670}"/>
              </a:ext>
            </a:extLst>
          </p:cNvPr>
          <p:cNvSpPr/>
          <p:nvPr/>
        </p:nvSpPr>
        <p:spPr>
          <a:xfrm>
            <a:off x="520505" y="2039815"/>
            <a:ext cx="7487153" cy="759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4720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1F1770E-0BC3-4150-A6AF-1F16B9E462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5970" y="1462595"/>
            <a:ext cx="8737270" cy="3932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EE93BF2-B6AD-4019-9A58-6683CDB3846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1159" y="460950"/>
            <a:ext cx="6281375" cy="6665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09026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93062C-F37B-4CF9-91DA-F77E35C3EE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293" y="497149"/>
            <a:ext cx="7314365" cy="4606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C6BCC7-5E3A-4BDF-AB6C-251E63F7221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660" y="4925971"/>
            <a:ext cx="7522976" cy="10855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E8E4FC4-D92F-42C5-9957-DAA4FBB8EE5E}"/>
              </a:ext>
            </a:extLst>
          </p:cNvPr>
          <p:cNvSpPr/>
          <p:nvPr/>
        </p:nvSpPr>
        <p:spPr>
          <a:xfrm>
            <a:off x="693293" y="2841674"/>
            <a:ext cx="7243343" cy="133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285202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C0559172-97E4-4412-A4F8-8743C00B7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175" y="997695"/>
            <a:ext cx="3876675" cy="48863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39BDEF3-E1CC-485B-8A90-0895AE331FD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10286" y="997695"/>
            <a:ext cx="3817887" cy="345001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AFB7005A-815E-49EB-B290-594BE5BEB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153" y="4722690"/>
            <a:ext cx="3022814" cy="141931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F3E9B17-20D1-43BD-9D6F-56F9A9889BD1}"/>
              </a:ext>
            </a:extLst>
          </p:cNvPr>
          <p:cNvSpPr txBox="1"/>
          <p:nvPr/>
        </p:nvSpPr>
        <p:spPr>
          <a:xfrm>
            <a:off x="7025153" y="478302"/>
            <a:ext cx="387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Forces not concurrent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3584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59025" y="3328988"/>
              <a:ext cx="12700" cy="7937"/>
            </p14:xfrm>
          </p:contentPart>
        </mc:Choice>
        <mc:Fallback>
          <p:pic>
            <p:nvPicPr>
              <p:cNvPr id="3584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349591" y="3321051"/>
                <a:ext cx="31569" cy="2381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1D21CB4-1CEC-D5F6-1434-135E4F7D0FB2}"/>
              </a:ext>
            </a:extLst>
          </p:cNvPr>
          <p:cNvSpPr txBox="1"/>
          <p:nvPr/>
        </p:nvSpPr>
        <p:spPr>
          <a:xfrm>
            <a:off x="2886323" y="233935"/>
            <a:ext cx="34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System Not in Equilibrium</a:t>
            </a:r>
            <a:endParaRPr lang="en-IN" sz="2400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F245B9-A883-AD39-8A28-6D2D5CF442D6}"/>
              </a:ext>
            </a:extLst>
          </p:cNvPr>
          <p:cNvSpPr txBox="1"/>
          <p:nvPr/>
        </p:nvSpPr>
        <p:spPr>
          <a:xfrm>
            <a:off x="6575729" y="6232316"/>
            <a:ext cx="4961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Force Resultant is zero but moment is non zero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1146116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04F55476-8265-42D6-964E-E6644E5A8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652" y="1965535"/>
            <a:ext cx="3781425" cy="3552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66B0A766-37F7-41D0-9076-39B1953D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531" y="978678"/>
            <a:ext cx="3593513" cy="439745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E9E9A66-8D71-4F19-9A17-DF0005DEA4E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27372" y="87734"/>
            <a:ext cx="8389814" cy="5901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743CCA8-0C75-C577-F3BF-4C59EC35F3F1}"/>
              </a:ext>
            </a:extLst>
          </p:cNvPr>
          <p:cNvSpPr txBox="1"/>
          <p:nvPr/>
        </p:nvSpPr>
        <p:spPr>
          <a:xfrm>
            <a:off x="934652" y="5828306"/>
            <a:ext cx="358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not in equilibrium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878AE2D-73E1-3138-816C-F199BAED49F9}"/>
              </a:ext>
            </a:extLst>
          </p:cNvPr>
          <p:cNvSpPr txBox="1"/>
          <p:nvPr/>
        </p:nvSpPr>
        <p:spPr>
          <a:xfrm>
            <a:off x="7273166" y="5879322"/>
            <a:ext cx="358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in equilibrium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3888571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93062C-F37B-4CF9-91DA-F77E35C3EE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293" y="440878"/>
            <a:ext cx="7314365" cy="4606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C6BCC7-5E3A-4BDF-AB6C-251E63F7221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660" y="4925971"/>
            <a:ext cx="7522976" cy="10855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05ECAF7-E80B-43B4-AC10-5D780B7FD95A}"/>
              </a:ext>
            </a:extLst>
          </p:cNvPr>
          <p:cNvSpPr/>
          <p:nvPr/>
        </p:nvSpPr>
        <p:spPr>
          <a:xfrm>
            <a:off x="693293" y="4135902"/>
            <a:ext cx="7198682" cy="759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84821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C91E552-A726-48B6-9DC5-5C3AE5467D6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01866" y="959159"/>
            <a:ext cx="4169020" cy="4400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5FD0E7E-F209-4716-B0D2-265DBD798BC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26242" y="1559354"/>
            <a:ext cx="3288941" cy="1869646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4">
            <p14:nvContentPartPr>
              <p14:cNvPr id="409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76663" y="3298825"/>
              <a:ext cx="33337" cy="60325"/>
            </p14:xfrm>
          </p:contentPart>
        </mc:Choice>
        <mc:Fallback>
          <p:pic>
            <p:nvPicPr>
              <p:cNvPr id="409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770412" y="3292204"/>
                <a:ext cx="45144" cy="72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">
            <p14:nvContentPartPr>
              <p14:cNvPr id="41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05238" y="3341688"/>
              <a:ext cx="12700" cy="50800"/>
            </p14:xfrm>
          </p:contentPart>
        </mc:Choice>
        <mc:Fallback>
          <p:pic>
            <p:nvPicPr>
              <p:cNvPr id="41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799376" y="3335110"/>
                <a:ext cx="23772" cy="6322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F434235-B438-E8EE-A5F4-C0EB010694CD}"/>
              </a:ext>
            </a:extLst>
          </p:cNvPr>
          <p:cNvSpPr/>
          <p:nvPr/>
        </p:nvSpPr>
        <p:spPr>
          <a:xfrm>
            <a:off x="2250219" y="1081377"/>
            <a:ext cx="1567719" cy="4779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A94923F-BB09-79B4-375B-BD455DBB4615}"/>
              </a:ext>
            </a:extLst>
          </p:cNvPr>
          <p:cNvSpPr txBox="1"/>
          <p:nvPr/>
        </p:nvSpPr>
        <p:spPr>
          <a:xfrm>
            <a:off x="4916129" y="294968"/>
            <a:ext cx="4169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Parallel Forces</a:t>
            </a:r>
            <a:endParaRPr lang="en-IN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E8C577-6EEF-D684-C28E-33DC4B61ECD2}"/>
                  </a:ext>
                </a:extLst>
              </p14:cNvPr>
              <p14:cNvContentPartPr/>
              <p14:nvPr/>
            </p14:nvContentPartPr>
            <p14:xfrm>
              <a:off x="3782677" y="3349675"/>
              <a:ext cx="30240" cy="13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BE8C577-6EEF-D684-C28E-33DC4B61EC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3677" y="3340675"/>
                <a:ext cx="4788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A4C06780-63FA-9899-0509-C9AD565620D3}"/>
              </a:ext>
            </a:extLst>
          </p:cNvPr>
          <p:cNvGrpSpPr/>
          <p:nvPr/>
        </p:nvGrpSpPr>
        <p:grpSpPr>
          <a:xfrm>
            <a:off x="3768277" y="3334195"/>
            <a:ext cx="71280" cy="37800"/>
            <a:chOff x="3768277" y="3334195"/>
            <a:chExt cx="71280" cy="378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CFEEE1-03B9-4D32-4437-CEB67E994CD1}"/>
                    </a:ext>
                  </a:extLst>
                </p14:cNvPr>
                <p14:cNvContentPartPr/>
                <p14:nvPr/>
              </p14:nvContentPartPr>
              <p14:xfrm>
                <a:off x="3768277" y="3334195"/>
                <a:ext cx="5760" cy="3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3CFEEE1-03B9-4D32-4437-CEB67E994CD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59277" y="3325195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76077F-7BE9-2C2F-1B82-C8919FFB15BD}"/>
                    </a:ext>
                  </a:extLst>
                </p14:cNvPr>
                <p14:cNvContentPartPr/>
                <p14:nvPr/>
              </p14:nvContentPartPr>
              <p14:xfrm>
                <a:off x="3782677" y="3338875"/>
                <a:ext cx="7560" cy="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F76077F-7BE9-2C2F-1B82-C8919FFB15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3677" y="3330235"/>
                  <a:ext cx="252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D08537-4B0C-BB8D-0B37-C80C90A9D350}"/>
                    </a:ext>
                  </a:extLst>
                </p14:cNvPr>
                <p14:cNvContentPartPr/>
                <p14:nvPr/>
              </p14:nvContentPartPr>
              <p14:xfrm>
                <a:off x="3785557" y="3338875"/>
                <a:ext cx="11160" cy="1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4D08537-4B0C-BB8D-0B37-C80C90A9D35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76557" y="3330235"/>
                  <a:ext cx="28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132048-FFAF-9911-EDCF-EA202C9D0643}"/>
                    </a:ext>
                  </a:extLst>
                </p14:cNvPr>
                <p14:cNvContentPartPr/>
                <p14:nvPr/>
              </p14:nvContentPartPr>
              <p14:xfrm>
                <a:off x="3830197" y="3360115"/>
                <a:ext cx="9360" cy="11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9132048-FFAF-9911-EDCF-EA202C9D06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21197" y="3351475"/>
                  <a:ext cx="270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C5CAE7-21D0-1731-FD5E-DF3E1F0E6504}"/>
                  </a:ext>
                </a:extLst>
              </p14:cNvPr>
              <p14:cNvContentPartPr/>
              <p14:nvPr/>
            </p14:nvContentPartPr>
            <p14:xfrm>
              <a:off x="3801397" y="3370915"/>
              <a:ext cx="15840" cy="15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7C5CAE7-21D0-1731-FD5E-DF3E1F0E65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92757" y="3362275"/>
                <a:ext cx="3348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52254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93062C-F37B-4CF9-91DA-F77E35C3EE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293" y="497149"/>
            <a:ext cx="7314365" cy="4606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5C6BCC7-5E3A-4BDF-AB6C-251E63F7221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660" y="4925971"/>
            <a:ext cx="7522976" cy="10855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B360961-CD8C-4B35-BE6B-6BA428558445}"/>
              </a:ext>
            </a:extLst>
          </p:cNvPr>
          <p:cNvSpPr/>
          <p:nvPr/>
        </p:nvSpPr>
        <p:spPr>
          <a:xfrm>
            <a:off x="413660" y="5103524"/>
            <a:ext cx="7593998" cy="9080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07712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E027EE8-B5AF-482E-A8BF-5F53C442700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41359" y="591574"/>
            <a:ext cx="6493651" cy="5674851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6553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41850" y="5764213"/>
              <a:ext cx="38100" cy="22225"/>
            </p14:xfrm>
          </p:contentPart>
        </mc:Choice>
        <mc:Fallback>
          <p:pic>
            <p:nvPicPr>
              <p:cNvPr id="6553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635319" y="5757432"/>
                <a:ext cx="50437" cy="35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6553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57738" y="5746750"/>
              <a:ext cx="122237" cy="109538"/>
            </p14:xfrm>
          </p:contentPart>
        </mc:Choice>
        <mc:Fallback>
          <p:pic>
            <p:nvPicPr>
              <p:cNvPr id="6553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51248" y="5740348"/>
                <a:ext cx="134497" cy="12163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1EA96A3-9364-AA56-DD56-D201A656721F}"/>
              </a:ext>
            </a:extLst>
          </p:cNvPr>
          <p:cNvGrpSpPr/>
          <p:nvPr/>
        </p:nvGrpSpPr>
        <p:grpSpPr>
          <a:xfrm>
            <a:off x="6188917" y="1685755"/>
            <a:ext cx="406080" cy="332640"/>
            <a:chOff x="6188917" y="1685755"/>
            <a:chExt cx="406080" cy="3326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E720A1C-757E-B3A4-6643-E3F7832471BC}"/>
                    </a:ext>
                  </a:extLst>
                </p14:cNvPr>
                <p14:cNvContentPartPr/>
                <p14:nvPr/>
              </p14:nvContentPartPr>
              <p14:xfrm>
                <a:off x="6239317" y="1685755"/>
                <a:ext cx="52560" cy="304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E720A1C-757E-B3A4-6643-E3F7832471B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0677" y="1677115"/>
                  <a:ext cx="70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7F73BD-C296-76FE-721F-4A10BA2EED0F}"/>
                    </a:ext>
                  </a:extLst>
                </p14:cNvPr>
                <p14:cNvContentPartPr/>
                <p14:nvPr/>
              </p14:nvContentPartPr>
              <p14:xfrm>
                <a:off x="6278557" y="1986355"/>
                <a:ext cx="278280" cy="9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57F73BD-C296-76FE-721F-4A10BA2EED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69917" y="1977355"/>
                  <a:ext cx="295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CA7EEC-0FDE-4981-8E7C-E5DB3463B3B6}"/>
                    </a:ext>
                  </a:extLst>
                </p14:cNvPr>
                <p14:cNvContentPartPr/>
                <p14:nvPr/>
              </p14:nvContentPartPr>
              <p14:xfrm>
                <a:off x="6530557" y="1955395"/>
                <a:ext cx="64440" cy="63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FCA7EEC-0FDE-4981-8E7C-E5DB3463B3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21557" y="1946755"/>
                  <a:ext cx="82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5BCE20-33DD-9EC8-BD0B-E3086B4F3D93}"/>
                    </a:ext>
                  </a:extLst>
                </p14:cNvPr>
                <p14:cNvContentPartPr/>
                <p14:nvPr/>
              </p14:nvContentPartPr>
              <p14:xfrm>
                <a:off x="6188917" y="1695115"/>
                <a:ext cx="102240" cy="83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35BCE20-33DD-9EC8-BD0B-E3086B4F3D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79917" y="1686475"/>
                  <a:ext cx="119880" cy="10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3617343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5AFB891-CAA2-49E7-8F86-192C324312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8817" y="1070337"/>
            <a:ext cx="8211683" cy="426514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00756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590DFF6-1D4F-4E7E-A764-7713DA162D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63" y="443032"/>
            <a:ext cx="8364339" cy="60940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E93283D-81F0-4284-B1FF-DFE1C99053DD}"/>
              </a:ext>
            </a:extLst>
          </p:cNvPr>
          <p:cNvSpPr/>
          <p:nvPr/>
        </p:nvSpPr>
        <p:spPr>
          <a:xfrm>
            <a:off x="1079463" y="1069145"/>
            <a:ext cx="8364339" cy="19554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0000"/>
                </a:solidFill>
              </a:ln>
              <a:noFill/>
            </a:endParaRP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6557B4-8F70-AB1A-C1E9-F1C87942949E}"/>
                  </a:ext>
                </a:extLst>
              </p14:cNvPr>
              <p14:cNvContentPartPr/>
              <p14:nvPr/>
            </p14:nvContentPartPr>
            <p14:xfrm>
              <a:off x="4027477" y="3659635"/>
              <a:ext cx="34920" cy="2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B6557B4-8F70-AB1A-C1E9-F1C8794294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8477" y="3650635"/>
                <a:ext cx="525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AF2503-2F1C-0869-C78C-9C7F1D1EDB82}"/>
                  </a:ext>
                </a:extLst>
              </p14:cNvPr>
              <p14:cNvContentPartPr/>
              <p14:nvPr/>
            </p14:nvContentPartPr>
            <p14:xfrm>
              <a:off x="3217117" y="1892035"/>
              <a:ext cx="149400" cy="59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1AF2503-2F1C-0869-C78C-9C7F1D1EDB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08117" y="1883395"/>
                <a:ext cx="1670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AF410E-3CC4-6ADB-D894-F06DC8B47A07}"/>
                  </a:ext>
                </a:extLst>
              </p14:cNvPr>
              <p14:cNvContentPartPr/>
              <p14:nvPr/>
            </p14:nvContentPartPr>
            <p14:xfrm>
              <a:off x="4018837" y="3641275"/>
              <a:ext cx="21240" cy="20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8AF410E-3CC4-6ADB-D894-F06DC8B47A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0197" y="3632275"/>
                <a:ext cx="38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C68C3D-9FFC-D0A5-9F95-1C1912B96FBB}"/>
                  </a:ext>
                </a:extLst>
              </p14:cNvPr>
              <p14:cNvContentPartPr/>
              <p14:nvPr/>
            </p14:nvContentPartPr>
            <p14:xfrm>
              <a:off x="3688357" y="3374155"/>
              <a:ext cx="72360" cy="5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3C68C3D-9FFC-D0A5-9F95-1C1912B96F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79357" y="3365515"/>
                <a:ext cx="9000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FCE280C3-9603-FC75-18CF-91C1EA604C12}"/>
              </a:ext>
            </a:extLst>
          </p:cNvPr>
          <p:cNvGrpSpPr/>
          <p:nvPr/>
        </p:nvGrpSpPr>
        <p:grpSpPr>
          <a:xfrm>
            <a:off x="4186597" y="3721555"/>
            <a:ext cx="532800" cy="265320"/>
            <a:chOff x="4186597" y="3721555"/>
            <a:chExt cx="532800" cy="265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B5ED04-6E3E-1038-ED15-90B3B1177C39}"/>
                    </a:ext>
                  </a:extLst>
                </p14:cNvPr>
                <p14:cNvContentPartPr/>
                <p14:nvPr/>
              </p14:nvContentPartPr>
              <p14:xfrm>
                <a:off x="4612117" y="3950155"/>
                <a:ext cx="5508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6B5ED04-6E3E-1038-ED15-90B3B1177C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03117" y="3941515"/>
                  <a:ext cx="72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F6D3EE-3E9C-84E3-5BE9-168CD1776132}"/>
                    </a:ext>
                  </a:extLst>
                </p14:cNvPr>
                <p14:cNvContentPartPr/>
                <p14:nvPr/>
              </p14:nvContentPartPr>
              <p14:xfrm>
                <a:off x="4719037" y="3967435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3F6D3EE-3E9C-84E3-5BE9-168CD17761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0037" y="39587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0785BF-6790-ACA9-2651-DB862CE9DF25}"/>
                    </a:ext>
                  </a:extLst>
                </p14:cNvPr>
                <p14:cNvContentPartPr/>
                <p14:nvPr/>
              </p14:nvContentPartPr>
              <p14:xfrm>
                <a:off x="4186597" y="3726955"/>
                <a:ext cx="27360" cy="24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A0785BF-6790-ACA9-2651-DB862CE9DF2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77597" y="3717955"/>
                  <a:ext cx="45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FAAE7B-59ED-94C4-3F28-AC24056C1375}"/>
                    </a:ext>
                  </a:extLst>
                </p14:cNvPr>
                <p14:cNvContentPartPr/>
                <p14:nvPr/>
              </p14:nvContentPartPr>
              <p14:xfrm>
                <a:off x="4500877" y="3885355"/>
                <a:ext cx="192600" cy="7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2FAAE7B-59ED-94C4-3F28-AC24056C137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91877" y="3876715"/>
                  <a:ext cx="21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1A1AD5-6650-0075-DC55-8C8C30639355}"/>
                    </a:ext>
                  </a:extLst>
                </p14:cNvPr>
                <p14:cNvContentPartPr/>
                <p14:nvPr/>
              </p14:nvContentPartPr>
              <p14:xfrm>
                <a:off x="4202797" y="3721555"/>
                <a:ext cx="162720" cy="91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C1A1AD5-6650-0075-DC55-8C8C306393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93797" y="3712555"/>
                  <a:ext cx="180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09DBBA-409C-71B5-8A74-FE202F86C920}"/>
                    </a:ext>
                  </a:extLst>
                </p14:cNvPr>
                <p14:cNvContentPartPr/>
                <p14:nvPr/>
              </p14:nvContentPartPr>
              <p14:xfrm>
                <a:off x="4455157" y="3852235"/>
                <a:ext cx="54360" cy="34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709DBBA-409C-71B5-8A74-FE202F86C92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46157" y="3843595"/>
                  <a:ext cx="72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3A298F-D2E5-1D88-7BD4-41F88414B08A}"/>
                    </a:ext>
                  </a:extLst>
                </p14:cNvPr>
                <p14:cNvContentPartPr/>
                <p14:nvPr/>
              </p14:nvContentPartPr>
              <p14:xfrm>
                <a:off x="4550557" y="3918475"/>
                <a:ext cx="123120" cy="68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03A298F-D2E5-1D88-7BD4-41F88414B0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41917" y="3909475"/>
                  <a:ext cx="14076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23B64EA6-EDB3-B632-E5AD-7ACA155B4584}"/>
              </a:ext>
            </a:extLst>
          </p:cNvPr>
          <p:cNvGrpSpPr/>
          <p:nvPr/>
        </p:nvGrpSpPr>
        <p:grpSpPr>
          <a:xfrm>
            <a:off x="3668917" y="3367315"/>
            <a:ext cx="108000" cy="70200"/>
            <a:chOff x="3668917" y="3367315"/>
            <a:chExt cx="108000" cy="702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41DA24-B86D-2374-A6D7-D03C50C8BC79}"/>
                    </a:ext>
                  </a:extLst>
                </p14:cNvPr>
                <p14:cNvContentPartPr/>
                <p14:nvPr/>
              </p14:nvContentPartPr>
              <p14:xfrm>
                <a:off x="3668917" y="3367315"/>
                <a:ext cx="108000" cy="70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B41DA24-B86D-2374-A6D7-D03C50C8BC7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60277" y="3358315"/>
                  <a:ext cx="125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C035E3-3489-DAA3-7BD7-A00ECE84F832}"/>
                    </a:ext>
                  </a:extLst>
                </p14:cNvPr>
                <p14:cNvContentPartPr/>
                <p14:nvPr/>
              </p14:nvContentPartPr>
              <p14:xfrm>
                <a:off x="3691237" y="3382795"/>
                <a:ext cx="17640" cy="1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8C035E3-3489-DAA3-7BD7-A00ECE84F83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82237" y="3374155"/>
                  <a:ext cx="352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E0C9877A-D2DF-F933-A1AF-6D6CF8ECCA4E}"/>
              </a:ext>
            </a:extLst>
          </p:cNvPr>
          <p:cNvGrpSpPr/>
          <p:nvPr/>
        </p:nvGrpSpPr>
        <p:grpSpPr>
          <a:xfrm>
            <a:off x="3908677" y="3510955"/>
            <a:ext cx="169920" cy="157320"/>
            <a:chOff x="3908677" y="3510955"/>
            <a:chExt cx="169920" cy="157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035060-7FE4-2DFF-643B-82EDE203D450}"/>
                    </a:ext>
                  </a:extLst>
                </p14:cNvPr>
                <p14:cNvContentPartPr/>
                <p14:nvPr/>
              </p14:nvContentPartPr>
              <p14:xfrm>
                <a:off x="3939997" y="3577555"/>
                <a:ext cx="19440" cy="16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0035060-7FE4-2DFF-643B-82EDE203D4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31357" y="3568915"/>
                  <a:ext cx="3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B52883-A870-2983-FBBD-F84718048F38}"/>
                    </a:ext>
                  </a:extLst>
                </p14:cNvPr>
                <p14:cNvContentPartPr/>
                <p14:nvPr/>
              </p14:nvContentPartPr>
              <p14:xfrm>
                <a:off x="3908677" y="3510955"/>
                <a:ext cx="36000" cy="28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EB52883-A870-2983-FBBD-F84718048F3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00037" y="3502315"/>
                  <a:ext cx="53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0788C6-A21C-5CA1-696F-6A0AF9BFEF93}"/>
                    </a:ext>
                  </a:extLst>
                </p14:cNvPr>
                <p14:cNvContentPartPr/>
                <p14:nvPr/>
              </p14:nvContentPartPr>
              <p14:xfrm>
                <a:off x="4055917" y="3649555"/>
                <a:ext cx="22680" cy="1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40788C6-A21C-5CA1-696F-6A0AF9BFEF9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47277" y="3640555"/>
                  <a:ext cx="40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BA5FC41-D08C-FAAC-5592-9773E37BC6EF}"/>
                    </a:ext>
                  </a:extLst>
                </p14:cNvPr>
                <p14:cNvContentPartPr/>
                <p14:nvPr/>
              </p14:nvContentPartPr>
              <p14:xfrm>
                <a:off x="4011637" y="3630475"/>
                <a:ext cx="10080" cy="10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BA5FC41-D08C-FAAC-5592-9773E37BC6E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02637" y="3621835"/>
                  <a:ext cx="2772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3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CA1E6F-572E-1740-5B41-181C56ADBCC8}"/>
                  </a:ext>
                </a:extLst>
              </p14:cNvPr>
              <p14:cNvContentPartPr/>
              <p14:nvPr/>
            </p14:nvContentPartPr>
            <p14:xfrm>
              <a:off x="6254437" y="5311675"/>
              <a:ext cx="15840" cy="6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FCA1E6F-572E-1740-5B41-181C56ADBCC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45797" y="5303035"/>
                <a:ext cx="3348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586384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590DFF6-1D4F-4E7E-A764-7713DA162D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63" y="508599"/>
            <a:ext cx="8364339" cy="60940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1C924F0-7F51-47C2-A8B8-09EEC7134F39}"/>
              </a:ext>
            </a:extLst>
          </p:cNvPr>
          <p:cNvSpPr/>
          <p:nvPr/>
        </p:nvSpPr>
        <p:spPr>
          <a:xfrm>
            <a:off x="1079463" y="3052688"/>
            <a:ext cx="8364339" cy="1477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6952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590DFF6-1D4F-4E7E-A764-7713DA162D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63" y="443032"/>
            <a:ext cx="8364339" cy="60940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86580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0D06E74-1A64-41A6-96AC-82A95887AE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3467" y="1014021"/>
            <a:ext cx="10674107" cy="493677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1D74DCAF-08F2-C662-4E42-36A4D9A747C7}"/>
              </a:ext>
            </a:extLst>
          </p:cNvPr>
          <p:cNvGrpSpPr/>
          <p:nvPr/>
        </p:nvGrpSpPr>
        <p:grpSpPr>
          <a:xfrm>
            <a:off x="1689637" y="3257875"/>
            <a:ext cx="182160" cy="244800"/>
            <a:chOff x="1689637" y="3257875"/>
            <a:chExt cx="182160" cy="2448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812650B-27C7-A22B-D984-3507E1BA75B5}"/>
                    </a:ext>
                  </a:extLst>
                </p14:cNvPr>
                <p14:cNvContentPartPr/>
                <p14:nvPr/>
              </p14:nvContentPartPr>
              <p14:xfrm>
                <a:off x="1689637" y="3257875"/>
                <a:ext cx="6840" cy="1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812650B-27C7-A22B-D984-3507E1BA75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80997" y="3248875"/>
                  <a:ext cx="24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91B988-0A0B-B3BE-4827-673CA930B9B0}"/>
                    </a:ext>
                  </a:extLst>
                </p14:cNvPr>
                <p14:cNvContentPartPr/>
                <p14:nvPr/>
              </p14:nvContentPartPr>
              <p14:xfrm>
                <a:off x="1814197" y="3282715"/>
                <a:ext cx="23760" cy="12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C91B988-0A0B-B3BE-4827-673CA930B9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5557" y="3274075"/>
                  <a:ext cx="41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65B77B-8328-14E7-51F4-B99F6FA66A55}"/>
                    </a:ext>
                  </a:extLst>
                </p14:cNvPr>
                <p14:cNvContentPartPr/>
                <p14:nvPr/>
              </p14:nvContentPartPr>
              <p14:xfrm>
                <a:off x="1802317" y="3259675"/>
                <a:ext cx="18360" cy="3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365B77B-8328-14E7-51F4-B99F6FA66A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3317" y="3250675"/>
                  <a:ext cx="360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9D4641-7549-3C7A-79B2-6CD9FA79889D}"/>
                    </a:ext>
                  </a:extLst>
                </p14:cNvPr>
                <p14:cNvContentPartPr/>
                <p14:nvPr/>
              </p14:nvContentPartPr>
              <p14:xfrm>
                <a:off x="1810957" y="3292795"/>
                <a:ext cx="15480" cy="209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89D4641-7549-3C7A-79B2-6CD9FA7988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2317" y="3284155"/>
                  <a:ext cx="33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F004C7-745D-B851-A063-9E2867653AD2}"/>
                    </a:ext>
                  </a:extLst>
                </p14:cNvPr>
                <p14:cNvContentPartPr/>
                <p14:nvPr/>
              </p14:nvContentPartPr>
              <p14:xfrm>
                <a:off x="1768477" y="3285235"/>
                <a:ext cx="103320" cy="55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AF004C7-745D-B851-A063-9E2867653AD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59837" y="3276235"/>
                  <a:ext cx="1209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59213189-4222-A458-8B07-EB01210BECA5}"/>
              </a:ext>
            </a:extLst>
          </p:cNvPr>
          <p:cNvGrpSpPr/>
          <p:nvPr/>
        </p:nvGrpSpPr>
        <p:grpSpPr>
          <a:xfrm>
            <a:off x="4829917" y="3237355"/>
            <a:ext cx="237600" cy="335160"/>
            <a:chOff x="4829917" y="3237355"/>
            <a:chExt cx="237600" cy="3351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AE9F0E-5257-C0A2-217F-5F5B3398D965}"/>
                    </a:ext>
                  </a:extLst>
                </p14:cNvPr>
                <p14:cNvContentPartPr/>
                <p14:nvPr/>
              </p14:nvContentPartPr>
              <p14:xfrm>
                <a:off x="4829917" y="3248155"/>
                <a:ext cx="32400" cy="2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2AE9F0E-5257-C0A2-217F-5F5B3398D9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0917" y="3239515"/>
                  <a:ext cx="50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EBB8AE-40AD-6589-C09A-0CF4AE5FC07C}"/>
                    </a:ext>
                  </a:extLst>
                </p14:cNvPr>
                <p14:cNvContentPartPr/>
                <p14:nvPr/>
              </p14:nvContentPartPr>
              <p14:xfrm>
                <a:off x="4869877" y="3265435"/>
                <a:ext cx="8640" cy="1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3EBB8AE-40AD-6589-C09A-0CF4AE5FC0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60877" y="3256795"/>
                  <a:ext cx="26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0121C4-461B-050B-0FD0-2E0A2C9920FB}"/>
                    </a:ext>
                  </a:extLst>
                </p14:cNvPr>
                <p14:cNvContentPartPr/>
                <p14:nvPr/>
              </p14:nvContentPartPr>
              <p14:xfrm>
                <a:off x="4843597" y="3241315"/>
                <a:ext cx="28800" cy="220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80121C4-461B-050B-0FD0-2E0A2C9920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34957" y="3232675"/>
                  <a:ext cx="464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21EA65-451E-C188-DCF0-8493F228A816}"/>
                    </a:ext>
                  </a:extLst>
                </p14:cNvPr>
                <p14:cNvContentPartPr/>
                <p14:nvPr/>
              </p14:nvContentPartPr>
              <p14:xfrm>
                <a:off x="4832077" y="3263995"/>
                <a:ext cx="90360" cy="84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121EA65-451E-C188-DCF0-8493F228A8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23077" y="3254995"/>
                  <a:ext cx="108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6FB415-6F83-5141-0A2B-855221575A15}"/>
                    </a:ext>
                  </a:extLst>
                </p14:cNvPr>
                <p14:cNvContentPartPr/>
                <p14:nvPr/>
              </p14:nvContentPartPr>
              <p14:xfrm>
                <a:off x="4867357" y="3298195"/>
                <a:ext cx="29880" cy="231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F6FB415-6F83-5141-0A2B-855221575A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58717" y="3289555"/>
                  <a:ext cx="47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81A897-4F0C-B2C2-E90C-128052609E37}"/>
                    </a:ext>
                  </a:extLst>
                </p14:cNvPr>
                <p14:cNvContentPartPr/>
                <p14:nvPr/>
              </p14:nvContentPartPr>
              <p14:xfrm>
                <a:off x="4891477" y="3237355"/>
                <a:ext cx="31320" cy="27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181A897-4F0C-B2C2-E90C-128052609E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82477" y="3228355"/>
                  <a:ext cx="48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9BB90F-9157-2190-8750-6612FD62263B}"/>
                    </a:ext>
                  </a:extLst>
                </p14:cNvPr>
                <p14:cNvContentPartPr/>
                <p14:nvPr/>
              </p14:nvContentPartPr>
              <p14:xfrm>
                <a:off x="4835677" y="3257515"/>
                <a:ext cx="183600" cy="122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C9BB90F-9157-2190-8750-6612FD6226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27037" y="3248515"/>
                  <a:ext cx="201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78F7AA-C5C1-A9D4-67AE-76F98B0733ED}"/>
                    </a:ext>
                  </a:extLst>
                </p14:cNvPr>
                <p14:cNvContentPartPr/>
                <p14:nvPr/>
              </p14:nvContentPartPr>
              <p14:xfrm>
                <a:off x="4906597" y="3318715"/>
                <a:ext cx="22320" cy="220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378F7AA-C5C1-A9D4-67AE-76F98B0733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97597" y="3309715"/>
                  <a:ext cx="3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36FBEC-45B4-5A3A-EBC1-39CB62462727}"/>
                    </a:ext>
                  </a:extLst>
                </p14:cNvPr>
                <p14:cNvContentPartPr/>
                <p14:nvPr/>
              </p14:nvContentPartPr>
              <p14:xfrm>
                <a:off x="4986877" y="3453715"/>
                <a:ext cx="80640" cy="118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A36FBEC-45B4-5A3A-EBC1-39CB6246272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78237" y="3445075"/>
                  <a:ext cx="982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F56CAB99-E56B-6EB3-CC4E-EA917120C161}"/>
              </a:ext>
            </a:extLst>
          </p:cNvPr>
          <p:cNvGrpSpPr/>
          <p:nvPr/>
        </p:nvGrpSpPr>
        <p:grpSpPr>
          <a:xfrm>
            <a:off x="4892557" y="3081115"/>
            <a:ext cx="16560" cy="23040"/>
            <a:chOff x="4892557" y="3081115"/>
            <a:chExt cx="16560" cy="230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D6E008A-FC97-0208-2C3D-8A23FEC67053}"/>
                    </a:ext>
                  </a:extLst>
                </p14:cNvPr>
                <p14:cNvContentPartPr/>
                <p14:nvPr/>
              </p14:nvContentPartPr>
              <p14:xfrm>
                <a:off x="4906957" y="3081115"/>
                <a:ext cx="2160" cy="5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D6E008A-FC97-0208-2C3D-8A23FEC6705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98317" y="3072115"/>
                  <a:ext cx="19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384E53-8FF8-2AFF-6A8C-616BEE4CFF79}"/>
                    </a:ext>
                  </a:extLst>
                </p14:cNvPr>
                <p14:cNvContentPartPr/>
                <p14:nvPr/>
              </p14:nvContentPartPr>
              <p14:xfrm>
                <a:off x="4892557" y="3097675"/>
                <a:ext cx="648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F384E53-8FF8-2AFF-6A8C-616BEE4CFF7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83917" y="3089035"/>
                  <a:ext cx="241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6A7B7F68-B075-F38D-9573-7EDA55D200B2}"/>
              </a:ext>
            </a:extLst>
          </p:cNvPr>
          <p:cNvGrpSpPr/>
          <p:nvPr/>
        </p:nvGrpSpPr>
        <p:grpSpPr>
          <a:xfrm>
            <a:off x="3309637" y="3287035"/>
            <a:ext cx="91440" cy="203040"/>
            <a:chOff x="3309637" y="3287035"/>
            <a:chExt cx="91440" cy="2030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6344A4-80E3-AA8A-7A18-20326D2A9200}"/>
                    </a:ext>
                  </a:extLst>
                </p14:cNvPr>
                <p14:cNvContentPartPr/>
                <p14:nvPr/>
              </p14:nvContentPartPr>
              <p14:xfrm>
                <a:off x="3321517" y="3287035"/>
                <a:ext cx="18360" cy="203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A6344A4-80E3-AA8A-7A18-20326D2A92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12877" y="3278395"/>
                  <a:ext cx="3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82A5279-A602-9120-7310-21FF980F015B}"/>
                    </a:ext>
                  </a:extLst>
                </p14:cNvPr>
                <p14:cNvContentPartPr/>
                <p14:nvPr/>
              </p14:nvContentPartPr>
              <p14:xfrm>
                <a:off x="3309637" y="3296395"/>
                <a:ext cx="91440" cy="66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82A5279-A602-9120-7310-21FF980F01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00997" y="3287395"/>
                  <a:ext cx="1090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24BF3119-E442-590C-992E-9252A06D9B1B}"/>
              </a:ext>
            </a:extLst>
          </p:cNvPr>
          <p:cNvGrpSpPr/>
          <p:nvPr/>
        </p:nvGrpSpPr>
        <p:grpSpPr>
          <a:xfrm>
            <a:off x="3126757" y="3317995"/>
            <a:ext cx="55080" cy="165960"/>
            <a:chOff x="3126757" y="3317995"/>
            <a:chExt cx="55080" cy="1659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AEDB12-C9F9-FDA1-F9AF-7DAD9EA16521}"/>
                    </a:ext>
                  </a:extLst>
                </p14:cNvPr>
                <p14:cNvContentPartPr/>
                <p14:nvPr/>
              </p14:nvContentPartPr>
              <p14:xfrm>
                <a:off x="3130357" y="3317995"/>
                <a:ext cx="21240" cy="165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1AEDB12-C9F9-FDA1-F9AF-7DAD9EA165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1717" y="3308995"/>
                  <a:ext cx="38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034247-DC89-0A64-031A-FB6C43CE6156}"/>
                    </a:ext>
                  </a:extLst>
                </p14:cNvPr>
                <p14:cNvContentPartPr/>
                <p14:nvPr/>
              </p14:nvContentPartPr>
              <p14:xfrm>
                <a:off x="3126757" y="3320515"/>
                <a:ext cx="55080" cy="6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D034247-DC89-0A64-031A-FB6C43CE61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18117" y="3311875"/>
                  <a:ext cx="727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55CB5427-8BD2-5616-2414-ECA701F99D53}"/>
              </a:ext>
            </a:extLst>
          </p:cNvPr>
          <p:cNvGrpSpPr/>
          <p:nvPr/>
        </p:nvGrpSpPr>
        <p:grpSpPr>
          <a:xfrm>
            <a:off x="3552637" y="3308635"/>
            <a:ext cx="74880" cy="165960"/>
            <a:chOff x="3552637" y="3308635"/>
            <a:chExt cx="74880" cy="1659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72A319-B70F-8095-E94B-C9098B982300}"/>
                    </a:ext>
                  </a:extLst>
                </p14:cNvPr>
                <p14:cNvContentPartPr/>
                <p14:nvPr/>
              </p14:nvContentPartPr>
              <p14:xfrm>
                <a:off x="3554797" y="3308635"/>
                <a:ext cx="35640" cy="165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372A319-B70F-8095-E94B-C9098B9823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45797" y="3299995"/>
                  <a:ext cx="53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3DE4F0-9073-9B96-FC89-B3F657A1CD30}"/>
                    </a:ext>
                  </a:extLst>
                </p14:cNvPr>
                <p14:cNvContentPartPr/>
                <p14:nvPr/>
              </p14:nvContentPartPr>
              <p14:xfrm>
                <a:off x="3552637" y="3316915"/>
                <a:ext cx="74880" cy="3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93DE4F0-9073-9B96-FC89-B3F657A1CD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43637" y="3307915"/>
                  <a:ext cx="9252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4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CE946F-6B29-1A38-AE0C-D9AC8858A8EE}"/>
                  </a:ext>
                </a:extLst>
              </p14:cNvPr>
              <p14:cNvContentPartPr/>
              <p14:nvPr/>
            </p14:nvContentPartPr>
            <p14:xfrm>
              <a:off x="2039557" y="2519155"/>
              <a:ext cx="252720" cy="100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9CE946F-6B29-1A38-AE0C-D9AC8858A8E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030917" y="2510155"/>
                <a:ext cx="2703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35C66F2-9EFA-08C0-9A57-EF97E327CE89}"/>
                  </a:ext>
                </a:extLst>
              </p14:cNvPr>
              <p14:cNvContentPartPr/>
              <p14:nvPr/>
            </p14:nvContentPartPr>
            <p14:xfrm>
              <a:off x="7608037" y="2491075"/>
              <a:ext cx="219240" cy="90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35C66F2-9EFA-08C0-9A57-EF97E327CE8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99037" y="2482075"/>
                <a:ext cx="2368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2590707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680DFE9-C272-4BDF-916A-6CA2A2C551C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8997" y="419113"/>
            <a:ext cx="9353862" cy="5934171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286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24375" y="1550988"/>
              <a:ext cx="601663" cy="541337"/>
            </p14:xfrm>
          </p:contentPart>
        </mc:Choice>
        <mc:Fallback>
          <p:pic>
            <p:nvPicPr>
              <p:cNvPr id="286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517871" y="1544514"/>
                <a:ext cx="613949" cy="553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286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07313" y="3660775"/>
              <a:ext cx="293687" cy="100013"/>
            </p14:xfrm>
          </p:contentPart>
        </mc:Choice>
        <mc:Fallback>
          <p:pic>
            <p:nvPicPr>
              <p:cNvPr id="286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700819" y="3654346"/>
                <a:ext cx="305954" cy="112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2868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08288" y="5051425"/>
              <a:ext cx="39687" cy="322263"/>
            </p14:xfrm>
          </p:contentPart>
        </mc:Choice>
        <mc:Fallback>
          <p:pic>
            <p:nvPicPr>
              <p:cNvPr id="2868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801794" y="5044929"/>
                <a:ext cx="51954" cy="334533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6DBB291E-BB81-4298-96CE-717E8A67A743}"/>
              </a:ext>
            </a:extLst>
          </p:cNvPr>
          <p:cNvGrpSpPr/>
          <p:nvPr/>
        </p:nvGrpSpPr>
        <p:grpSpPr>
          <a:xfrm>
            <a:off x="4573957" y="1565875"/>
            <a:ext cx="488160" cy="405720"/>
            <a:chOff x="4573957" y="1565875"/>
            <a:chExt cx="488160" cy="4057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BAB1E37-132F-6331-1725-80838CD29702}"/>
                    </a:ext>
                  </a:extLst>
                </p14:cNvPr>
                <p14:cNvContentPartPr/>
                <p14:nvPr/>
              </p14:nvContentPartPr>
              <p14:xfrm>
                <a:off x="4643797" y="1595035"/>
                <a:ext cx="418320" cy="376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BAB1E37-132F-6331-1725-80838CD297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35157" y="1586035"/>
                  <a:ext cx="4359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AD30F6-95FB-2C20-6599-A60CEB4A8362}"/>
                    </a:ext>
                  </a:extLst>
                </p14:cNvPr>
                <p14:cNvContentPartPr/>
                <p14:nvPr/>
              </p14:nvContentPartPr>
              <p14:xfrm>
                <a:off x="4573957" y="1565875"/>
                <a:ext cx="104760" cy="84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2AD30F6-95FB-2C20-6599-A60CEB4A83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4957" y="1557235"/>
                  <a:ext cx="12240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1A340C-AB4F-D492-7F0A-B00C583D7E21}"/>
                  </a:ext>
                </a:extLst>
              </p14:cNvPr>
              <p14:cNvContentPartPr/>
              <p14:nvPr/>
            </p14:nvContentPartPr>
            <p14:xfrm>
              <a:off x="6327877" y="1785835"/>
              <a:ext cx="207000" cy="2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C1A340C-AB4F-D492-7F0A-B00C583D7E2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19237" y="1776835"/>
                <a:ext cx="22464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CFA483-2B33-7014-2828-AE25C2521EE4}"/>
                  </a:ext>
                </a:extLst>
              </p14:cNvPr>
              <p14:cNvContentPartPr/>
              <p14:nvPr/>
            </p14:nvContentPartPr>
            <p14:xfrm>
              <a:off x="6710557" y="2211715"/>
              <a:ext cx="201240" cy="1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ACFA483-2B33-7014-2828-AE25C2521EE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01917" y="2203075"/>
                <a:ext cx="2188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7C6F15-A068-F54E-BB3F-74E8F340E4D8}"/>
                  </a:ext>
                </a:extLst>
              </p14:cNvPr>
              <p14:cNvContentPartPr/>
              <p14:nvPr/>
            </p14:nvContentPartPr>
            <p14:xfrm>
              <a:off x="4717237" y="2128915"/>
              <a:ext cx="230400" cy="99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87C6F15-A068-F54E-BB3F-74E8F340E4D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08237" y="2120275"/>
                <a:ext cx="248040" cy="1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4158147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F98C1B9-EFCE-432C-94AC-050B0585FA6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9526" y="643466"/>
            <a:ext cx="9992948" cy="557106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5017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07325" y="6397625"/>
              <a:ext cx="4763" cy="9525"/>
            </p14:xfrm>
          </p:contentPart>
        </mc:Choice>
        <mc:Fallback>
          <p:pic>
            <p:nvPicPr>
              <p:cNvPr id="5017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802282" y="6390767"/>
                <a:ext cx="14289" cy="22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64A564-1875-51DE-455C-17C08F3606C2}"/>
                  </a:ext>
                </a:extLst>
              </p14:cNvPr>
              <p14:cNvContentPartPr/>
              <p14:nvPr/>
            </p14:nvContentPartPr>
            <p14:xfrm>
              <a:off x="4122877" y="1819315"/>
              <a:ext cx="18360" cy="1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B64A564-1875-51DE-455C-17C08F3606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13877" y="1810675"/>
                <a:ext cx="36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265920-81A6-8B31-BB55-A2229B49E404}"/>
                  </a:ext>
                </a:extLst>
              </p14:cNvPr>
              <p14:cNvContentPartPr/>
              <p14:nvPr/>
            </p14:nvContentPartPr>
            <p14:xfrm>
              <a:off x="4202077" y="1695475"/>
              <a:ext cx="20160" cy="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4265920-81A6-8B31-BB55-A2229B49E4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93077" y="1686475"/>
                <a:ext cx="378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93F4D4-6D97-3571-DF4E-8D32C571B90E}"/>
                  </a:ext>
                </a:extLst>
              </p14:cNvPr>
              <p14:cNvContentPartPr/>
              <p14:nvPr/>
            </p14:nvContentPartPr>
            <p14:xfrm>
              <a:off x="4413037" y="1574155"/>
              <a:ext cx="24120" cy="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593F4D4-6D97-3571-DF4E-8D32C571B9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04037" y="1565155"/>
                <a:ext cx="417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AF4A95-B0B0-1485-1F24-EBD961DCD4DE}"/>
                  </a:ext>
                </a:extLst>
              </p14:cNvPr>
              <p14:cNvContentPartPr/>
              <p14:nvPr/>
            </p14:nvContentPartPr>
            <p14:xfrm>
              <a:off x="4686637" y="1658035"/>
              <a:ext cx="12240" cy="23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9AF4A95-B0B0-1485-1F24-EBD961DCD4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77637" y="1649035"/>
                <a:ext cx="2988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994380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B5CCE3D-DE4E-486B-94A0-35559E7678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5102" y="1548355"/>
            <a:ext cx="7493313" cy="4392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EE18FEA-DC8D-416F-A1E9-C85E5F9532C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6132" y="495283"/>
            <a:ext cx="4134168" cy="5167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68CC9D5-6B5D-40BE-B537-E58101E6281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18257" y="3429000"/>
            <a:ext cx="1304925" cy="1409700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30740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89563" y="4473575"/>
              <a:ext cx="4762" cy="1588"/>
            </p14:xfrm>
          </p:contentPart>
        </mc:Choice>
        <mc:Fallback>
          <p:pic>
            <p:nvPicPr>
              <p:cNvPr id="30740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382969" y="4468811"/>
                <a:ext cx="17216" cy="10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30743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27325" y="3900488"/>
              <a:ext cx="14288" cy="30162"/>
            </p14:xfrm>
          </p:contentPart>
        </mc:Choice>
        <mc:Fallback>
          <p:pic>
            <p:nvPicPr>
              <p:cNvPr id="30743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720374" y="3894101"/>
                <a:ext cx="27418" cy="42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9">
            <p14:nvContentPartPr>
              <p14:cNvPr id="30744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422688" y="23487063"/>
              <a:ext cx="0" cy="0"/>
            </p14:xfrm>
          </p:contentPart>
        </mc:Choice>
        <mc:Fallback>
          <p:pic>
            <p:nvPicPr>
              <p:cNvPr id="30744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422688" y="2348706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3">
            <p14:nvContentPartPr>
              <p14:cNvPr id="61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229725" y="5318125"/>
              <a:ext cx="36513" cy="439738"/>
            </p14:xfrm>
          </p:contentPart>
        </mc:Choice>
        <mc:Fallback>
          <p:pic>
            <p:nvPicPr>
              <p:cNvPr id="61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 cstate="print"/>
              <a:stretch>
                <a:fillRect/>
              </a:stretch>
            </p:blipFill>
            <p:spPr>
              <a:xfrm>
                <a:off x="9223153" y="5311605"/>
                <a:ext cx="48927" cy="452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5">
            <p14:nvContentPartPr>
              <p14:cNvPr id="615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236075" y="5741988"/>
              <a:ext cx="458788" cy="12700"/>
            </p14:xfrm>
          </p:contentPart>
        </mc:Choice>
        <mc:Fallback>
          <p:pic>
            <p:nvPicPr>
              <p:cNvPr id="615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 cstate="print"/>
              <a:stretch>
                <a:fillRect/>
              </a:stretch>
            </p:blipFill>
            <p:spPr>
              <a:xfrm>
                <a:off x="9229593" y="5735264"/>
                <a:ext cx="471032" cy="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7">
            <p14:nvContentPartPr>
              <p14:cNvPr id="615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183688" y="5305425"/>
              <a:ext cx="241300" cy="214313"/>
            </p14:xfrm>
          </p:contentPart>
        </mc:Choice>
        <mc:Fallback>
          <p:pic>
            <p:nvPicPr>
              <p:cNvPr id="615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 cstate="print"/>
              <a:stretch>
                <a:fillRect/>
              </a:stretch>
            </p:blipFill>
            <p:spPr>
              <a:xfrm>
                <a:off x="9177215" y="5298942"/>
                <a:ext cx="253527" cy="226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9">
            <p14:nvContentPartPr>
              <p14:cNvPr id="615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74213" y="5653088"/>
              <a:ext cx="361950" cy="155575"/>
            </p14:xfrm>
          </p:contentPart>
        </mc:Choice>
        <mc:Fallback>
          <p:pic>
            <p:nvPicPr>
              <p:cNvPr id="615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 cstate="print"/>
              <a:stretch>
                <a:fillRect/>
              </a:stretch>
            </p:blipFill>
            <p:spPr>
              <a:xfrm>
                <a:off x="9567724" y="5646591"/>
                <a:ext cx="374207" cy="167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1">
            <p14:nvContentPartPr>
              <p14:cNvPr id="615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68700" y="4506913"/>
              <a:ext cx="53975" cy="46037"/>
            </p14:xfrm>
          </p:contentPart>
        </mc:Choice>
        <mc:Fallback>
          <p:pic>
            <p:nvPicPr>
              <p:cNvPr id="615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 cstate="print"/>
              <a:stretch>
                <a:fillRect/>
              </a:stretch>
            </p:blipFill>
            <p:spPr>
              <a:xfrm>
                <a:off x="3562308" y="4500388"/>
                <a:ext cx="66048" cy="58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3">
            <p14:nvContentPartPr>
              <p14:cNvPr id="615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31988" y="5226050"/>
              <a:ext cx="79375" cy="39688"/>
            </p14:xfrm>
          </p:contentPart>
        </mc:Choice>
        <mc:Fallback>
          <p:pic>
            <p:nvPicPr>
              <p:cNvPr id="615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 cstate="print"/>
              <a:stretch>
                <a:fillRect/>
              </a:stretch>
            </p:blipFill>
            <p:spPr>
              <a:xfrm>
                <a:off x="1925464" y="5219614"/>
                <a:ext cx="91698" cy="51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5">
            <p14:nvContentPartPr>
              <p14:cNvPr id="616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582438" y="56576913"/>
              <a:ext cx="0" cy="0"/>
            </p14:xfrm>
          </p:contentPart>
        </mc:Choice>
        <mc:Fallback>
          <p:pic>
            <p:nvPicPr>
              <p:cNvPr id="616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582438" y="56576913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6">
            <p14:nvContentPartPr>
              <p14:cNvPr id="616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41575" y="5707063"/>
              <a:ext cx="79375" cy="60325"/>
            </p14:xfrm>
          </p:contentPart>
        </mc:Choice>
        <mc:Fallback>
          <p:pic>
            <p:nvPicPr>
              <p:cNvPr id="616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7" cstate="print"/>
              <a:stretch>
                <a:fillRect/>
              </a:stretch>
            </p:blipFill>
            <p:spPr>
              <a:xfrm>
                <a:off x="2435110" y="5700482"/>
                <a:ext cx="91587" cy="72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9">
            <p14:nvContentPartPr>
              <p14:cNvPr id="616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97175" y="4887913"/>
              <a:ext cx="50800" cy="55562"/>
            </p14:xfrm>
          </p:contentPart>
        </mc:Choice>
        <mc:Fallback>
          <p:pic>
            <p:nvPicPr>
              <p:cNvPr id="616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 cstate="print"/>
              <a:stretch>
                <a:fillRect/>
              </a:stretch>
            </p:blipFill>
            <p:spPr>
              <a:xfrm>
                <a:off x="2790736" y="4881290"/>
                <a:ext cx="62963" cy="68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1">
            <p14:nvContentPartPr>
              <p14:cNvPr id="6168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57525" y="4865688"/>
              <a:ext cx="139700" cy="184150"/>
            </p14:xfrm>
          </p:contentPart>
        </mc:Choice>
        <mc:Fallback>
          <p:pic>
            <p:nvPicPr>
              <p:cNvPr id="6168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 cstate="print"/>
              <a:stretch>
                <a:fillRect/>
              </a:stretch>
            </p:blipFill>
            <p:spPr>
              <a:xfrm>
                <a:off x="3050994" y="4859239"/>
                <a:ext cx="152037" cy="196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3">
            <p14:nvContentPartPr>
              <p14:cNvPr id="6172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79975" y="5256213"/>
              <a:ext cx="114300" cy="420687"/>
            </p14:xfrm>
          </p:contentPart>
        </mc:Choice>
        <mc:Fallback>
          <p:pic>
            <p:nvPicPr>
              <p:cNvPr id="6172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 cstate="print"/>
              <a:stretch>
                <a:fillRect/>
              </a:stretch>
            </p:blipFill>
            <p:spPr>
              <a:xfrm>
                <a:off x="4873525" y="5249730"/>
                <a:ext cx="126482" cy="432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5">
            <p14:nvContentPartPr>
              <p14:cNvPr id="6171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46725" y="3986213"/>
              <a:ext cx="117475" cy="534987"/>
            </p14:xfrm>
          </p:contentPart>
        </mc:Choice>
        <mc:Fallback>
          <p:pic>
            <p:nvPicPr>
              <p:cNvPr id="6171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 cstate="print"/>
              <a:stretch>
                <a:fillRect/>
              </a:stretch>
            </p:blipFill>
            <p:spPr>
              <a:xfrm>
                <a:off x="5540258" y="3979728"/>
                <a:ext cx="129690" cy="547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7">
            <p14:nvContentPartPr>
              <p14:cNvPr id="6178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19750" y="4033838"/>
              <a:ext cx="26988" cy="31750"/>
            </p14:xfrm>
          </p:contentPart>
        </mc:Choice>
        <mc:Fallback>
          <p:pic>
            <p:nvPicPr>
              <p:cNvPr id="6178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 cstate="print"/>
              <a:stretch>
                <a:fillRect/>
              </a:stretch>
            </p:blipFill>
            <p:spPr>
              <a:xfrm>
                <a:off x="5613185" y="4027488"/>
                <a:ext cx="39388" cy="43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69">
            <p14:nvContentPartPr>
              <p14:cNvPr id="6182" name="Ink 3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27625" y="4462463"/>
              <a:ext cx="279400" cy="342900"/>
            </p14:xfrm>
          </p:contentPart>
        </mc:Choice>
        <mc:Fallback>
          <p:pic>
            <p:nvPicPr>
              <p:cNvPr id="6182" name="Ink 3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0" cstate="print"/>
              <a:stretch>
                <a:fillRect/>
              </a:stretch>
            </p:blipFill>
            <p:spPr>
              <a:xfrm>
                <a:off x="5121152" y="4455980"/>
                <a:ext cx="291626" cy="355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1">
            <p14:nvContentPartPr>
              <p14:cNvPr id="6184" name="Ink 4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22863" y="4687888"/>
              <a:ext cx="147637" cy="112712"/>
            </p14:xfrm>
          </p:contentPart>
        </mc:Choice>
        <mc:Fallback>
          <p:pic>
            <p:nvPicPr>
              <p:cNvPr id="6184" name="Ink 4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2" cstate="print"/>
              <a:stretch>
                <a:fillRect/>
              </a:stretch>
            </p:blipFill>
            <p:spPr>
              <a:xfrm>
                <a:off x="5116397" y="4681406"/>
                <a:ext cx="159850" cy="124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3">
            <p14:nvContentPartPr>
              <p14:cNvPr id="6186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75075" y="4702175"/>
              <a:ext cx="117475" cy="139700"/>
            </p14:xfrm>
          </p:contentPart>
        </mc:Choice>
        <mc:Fallback>
          <p:pic>
            <p:nvPicPr>
              <p:cNvPr id="6186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4" cstate="print"/>
              <a:stretch>
                <a:fillRect/>
              </a:stretch>
            </p:blipFill>
            <p:spPr>
              <a:xfrm>
                <a:off x="3768569" y="4695694"/>
                <a:ext cx="129765" cy="151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5">
            <p14:nvContentPartPr>
              <p14:cNvPr id="6188" name="Ink 4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81163" y="5372100"/>
              <a:ext cx="120650" cy="198438"/>
            </p14:xfrm>
          </p:contentPart>
        </mc:Choice>
        <mc:Fallback>
          <p:pic>
            <p:nvPicPr>
              <p:cNvPr id="6188" name="Ink 4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6" cstate="print"/>
              <a:stretch>
                <a:fillRect/>
              </a:stretch>
            </p:blipFill>
            <p:spPr>
              <a:xfrm>
                <a:off x="1674602" y="5365498"/>
                <a:ext cx="133043" cy="210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7">
            <p14:nvContentPartPr>
              <p14:cNvPr id="6190" name="Ink 4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30463" y="5934075"/>
              <a:ext cx="134937" cy="211138"/>
            </p14:xfrm>
          </p:contentPart>
        </mc:Choice>
        <mc:Fallback>
          <p:pic>
            <p:nvPicPr>
              <p:cNvPr id="6190" name="Ink 4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8" cstate="print"/>
              <a:stretch>
                <a:fillRect/>
              </a:stretch>
            </p:blipFill>
            <p:spPr>
              <a:xfrm>
                <a:off x="2423934" y="5927601"/>
                <a:ext cx="147270" cy="223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9">
            <p14:nvContentPartPr>
              <p14:cNvPr id="6192" name="Ink 4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21388" y="3948113"/>
              <a:ext cx="512762" cy="114300"/>
            </p14:xfrm>
          </p:contentPart>
        </mc:Choice>
        <mc:Fallback>
          <p:pic>
            <p:nvPicPr>
              <p:cNvPr id="6192" name="Ink 4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0" cstate="print"/>
              <a:stretch>
                <a:fillRect/>
              </a:stretch>
            </p:blipFill>
            <p:spPr>
              <a:xfrm>
                <a:off x="6014847" y="3941663"/>
                <a:ext cx="525118" cy="1264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1">
            <p14:nvContentPartPr>
              <p14:cNvPr id="6194" name="Ink 5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65838" y="3940175"/>
              <a:ext cx="147637" cy="130175"/>
            </p14:xfrm>
          </p:contentPart>
        </mc:Choice>
        <mc:Fallback>
          <p:pic>
            <p:nvPicPr>
              <p:cNvPr id="6194" name="Ink 5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2" cstate="print"/>
              <a:stretch>
                <a:fillRect/>
              </a:stretch>
            </p:blipFill>
            <p:spPr>
              <a:xfrm>
                <a:off x="6059356" y="3933720"/>
                <a:ext cx="159880" cy="142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3">
            <p14:nvContentPartPr>
              <p14:cNvPr id="6198" name="Ink 5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68750" y="5205413"/>
              <a:ext cx="495300" cy="163512"/>
            </p14:xfrm>
          </p:contentPart>
        </mc:Choice>
        <mc:Fallback>
          <p:pic>
            <p:nvPicPr>
              <p:cNvPr id="6198" name="Ink 5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4" cstate="print"/>
              <a:stretch>
                <a:fillRect/>
              </a:stretch>
            </p:blipFill>
            <p:spPr>
              <a:xfrm>
                <a:off x="3962266" y="5198916"/>
                <a:ext cx="507547" cy="175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5">
            <p14:nvContentPartPr>
              <p14:cNvPr id="6199" name="Ink 5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06963" y="5210175"/>
              <a:ext cx="38100" cy="39688"/>
            </p14:xfrm>
          </p:contentPart>
        </mc:Choice>
        <mc:Fallback>
          <p:pic>
            <p:nvPicPr>
              <p:cNvPr id="6199" name="Ink 5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6" cstate="print"/>
              <a:stretch>
                <a:fillRect/>
              </a:stretch>
            </p:blipFill>
            <p:spPr>
              <a:xfrm>
                <a:off x="4900493" y="5203499"/>
                <a:ext cx="50321" cy="52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7">
            <p14:nvContentPartPr>
              <p14:cNvPr id="6200" name="Ink 5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02200" y="5734050"/>
              <a:ext cx="142875" cy="411163"/>
            </p14:xfrm>
          </p:contentPart>
        </mc:Choice>
        <mc:Fallback>
          <p:pic>
            <p:nvPicPr>
              <p:cNvPr id="6200" name="Ink 5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8" cstate="print"/>
              <a:stretch>
                <a:fillRect/>
              </a:stretch>
            </p:blipFill>
            <p:spPr>
              <a:xfrm>
                <a:off x="4895468" y="5727575"/>
                <a:ext cx="155592" cy="423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9">
            <p14:nvContentPartPr>
              <p14:cNvPr id="6201" name="Ink 5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80063" y="3983038"/>
              <a:ext cx="26987" cy="39687"/>
            </p14:xfrm>
          </p:contentPart>
        </mc:Choice>
        <mc:Fallback>
          <p:pic>
            <p:nvPicPr>
              <p:cNvPr id="6201" name="Ink 5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0" cstate="print"/>
              <a:stretch>
                <a:fillRect/>
              </a:stretch>
            </p:blipFill>
            <p:spPr>
              <a:xfrm>
                <a:off x="5573586" y="3976423"/>
                <a:ext cx="39221" cy="52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1">
            <p14:nvContentPartPr>
              <p14:cNvPr id="6202" name="Ink 5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34000" y="4167188"/>
              <a:ext cx="96838" cy="158750"/>
            </p14:xfrm>
          </p:contentPart>
        </mc:Choice>
        <mc:Fallback>
          <p:pic>
            <p:nvPicPr>
              <p:cNvPr id="6202" name="Ink 5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2" cstate="print"/>
              <a:stretch>
                <a:fillRect/>
              </a:stretch>
            </p:blipFill>
            <p:spPr>
              <a:xfrm>
                <a:off x="5327372" y="4160708"/>
                <a:ext cx="109357" cy="170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3">
            <p14:nvContentPartPr>
              <p14:cNvPr id="6203" name="Ink 5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59513" y="4095750"/>
              <a:ext cx="111125" cy="171450"/>
            </p14:xfrm>
          </p:contentPart>
        </mc:Choice>
        <mc:Fallback>
          <p:pic>
            <p:nvPicPr>
              <p:cNvPr id="6203" name="Ink 5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4" cstate="print"/>
              <a:stretch>
                <a:fillRect/>
              </a:stretch>
            </p:blipFill>
            <p:spPr>
              <a:xfrm>
                <a:off x="6253081" y="4089267"/>
                <a:ext cx="123274" cy="183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5">
            <p14:nvContentPartPr>
              <p14:cNvPr id="6205" name="Ink 6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11738" y="4356100"/>
              <a:ext cx="169862" cy="215900"/>
            </p14:xfrm>
          </p:contentPart>
        </mc:Choice>
        <mc:Fallback>
          <p:pic>
            <p:nvPicPr>
              <p:cNvPr id="6205" name="Ink 6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6" cstate="print"/>
              <a:stretch>
                <a:fillRect/>
              </a:stretch>
            </p:blipFill>
            <p:spPr>
              <a:xfrm>
                <a:off x="5005260" y="4349645"/>
                <a:ext cx="182098" cy="228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7">
            <p14:nvContentPartPr>
              <p14:cNvPr id="6207" name="Ink 6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96213" y="4475163"/>
              <a:ext cx="44450" cy="506412"/>
            </p14:xfrm>
          </p:contentPart>
        </mc:Choice>
        <mc:Fallback>
          <p:pic>
            <p:nvPicPr>
              <p:cNvPr id="6207" name="Ink 6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8" cstate="print"/>
              <a:stretch>
                <a:fillRect/>
              </a:stretch>
            </p:blipFill>
            <p:spPr>
              <a:xfrm>
                <a:off x="7789761" y="4468610"/>
                <a:ext cx="56638" cy="518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9">
            <p14:nvContentPartPr>
              <p14:cNvPr id="6209" name="Ink 6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87975" y="4800600"/>
              <a:ext cx="17463" cy="204788"/>
            </p14:xfrm>
          </p:contentPart>
        </mc:Choice>
        <mc:Fallback>
          <p:pic>
            <p:nvPicPr>
              <p:cNvPr id="6209" name="Ink 6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0" cstate="print"/>
              <a:stretch>
                <a:fillRect/>
              </a:stretch>
            </p:blipFill>
            <p:spPr>
              <a:xfrm>
                <a:off x="5381142" y="4794144"/>
                <a:ext cx="30370" cy="216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1">
            <p14:nvContentPartPr>
              <p14:cNvPr id="6210" name="Ink 6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19725" y="4800600"/>
              <a:ext cx="79375" cy="19050"/>
            </p14:xfrm>
          </p:contentPart>
        </mc:Choice>
        <mc:Fallback>
          <p:pic>
            <p:nvPicPr>
              <p:cNvPr id="6210" name="Ink 6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2" cstate="print"/>
              <a:stretch>
                <a:fillRect/>
              </a:stretch>
            </p:blipFill>
            <p:spPr>
              <a:xfrm>
                <a:off x="5413231" y="4794130"/>
                <a:ext cx="91642" cy="31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3">
            <p14:nvContentPartPr>
              <p14:cNvPr id="6211" name="Ink 6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00675" y="4911725"/>
              <a:ext cx="65088" cy="12700"/>
            </p14:xfrm>
          </p:contentPart>
        </mc:Choice>
        <mc:Fallback>
          <p:pic>
            <p:nvPicPr>
              <p:cNvPr id="6211" name="Ink 6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4" cstate="print"/>
              <a:stretch>
                <a:fillRect/>
              </a:stretch>
            </p:blipFill>
            <p:spPr>
              <a:xfrm>
                <a:off x="5394202" y="4905709"/>
                <a:ext cx="77314" cy="24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5">
            <p14:nvContentPartPr>
              <p14:cNvPr id="6212" name="Ink 6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94338" y="5000625"/>
              <a:ext cx="14287" cy="92075"/>
            </p14:xfrm>
          </p:contentPart>
        </mc:Choice>
        <mc:Fallback>
          <p:pic>
            <p:nvPicPr>
              <p:cNvPr id="6212" name="Ink 6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6" cstate="print"/>
              <a:stretch>
                <a:fillRect/>
              </a:stretch>
            </p:blipFill>
            <p:spPr>
              <a:xfrm>
                <a:off x="5487909" y="4994100"/>
                <a:ext cx="26431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7">
            <p14:nvContentPartPr>
              <p14:cNvPr id="6213" name="Ink 6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38788" y="4994275"/>
              <a:ext cx="23812" cy="141288"/>
            </p14:xfrm>
          </p:contentPart>
        </mc:Choice>
        <mc:Fallback>
          <p:pic>
            <p:nvPicPr>
              <p:cNvPr id="6213" name="Ink 6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8" cstate="print"/>
              <a:stretch>
                <a:fillRect/>
              </a:stretch>
            </p:blipFill>
            <p:spPr>
              <a:xfrm>
                <a:off x="5531985" y="4987582"/>
                <a:ext cx="36663" cy="153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9">
            <p14:nvContentPartPr>
              <p14:cNvPr id="6214" name="Ink 7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80050" y="5059363"/>
              <a:ext cx="52388" cy="31750"/>
            </p14:xfrm>
          </p:contentPart>
        </mc:Choice>
        <mc:Fallback>
          <p:pic>
            <p:nvPicPr>
              <p:cNvPr id="6214" name="Ink 7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0" cstate="print"/>
              <a:stretch>
                <a:fillRect/>
              </a:stretch>
            </p:blipFill>
            <p:spPr>
              <a:xfrm>
                <a:off x="5473547" y="5053151"/>
                <a:ext cx="64672" cy="43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1">
            <p14:nvContentPartPr>
              <p14:cNvPr id="6215" name="Ink 7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27625" y="4953000"/>
              <a:ext cx="26988" cy="161925"/>
            </p14:xfrm>
          </p:contentPart>
        </mc:Choice>
        <mc:Fallback>
          <p:pic>
            <p:nvPicPr>
              <p:cNvPr id="6215" name="Ink 7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2" cstate="print"/>
              <a:stretch>
                <a:fillRect/>
              </a:stretch>
            </p:blipFill>
            <p:spPr>
              <a:xfrm>
                <a:off x="5120878" y="4946537"/>
                <a:ext cx="39732" cy="174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3">
            <p14:nvContentPartPr>
              <p14:cNvPr id="6216" name="Ink 7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02238" y="4932363"/>
              <a:ext cx="22225" cy="177800"/>
            </p14:xfrm>
          </p:contentPart>
        </mc:Choice>
        <mc:Fallback>
          <p:pic>
            <p:nvPicPr>
              <p:cNvPr id="6216" name="Ink 7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4" cstate="print"/>
              <a:stretch>
                <a:fillRect/>
              </a:stretch>
            </p:blipFill>
            <p:spPr>
              <a:xfrm>
                <a:off x="5195570" y="4925845"/>
                <a:ext cx="34819" cy="190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5">
            <p14:nvContentPartPr>
              <p14:cNvPr id="6217" name="Ink 7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43500" y="5013325"/>
              <a:ext cx="61913" cy="26988"/>
            </p14:xfrm>
          </p:contentPart>
        </mc:Choice>
        <mc:Fallback>
          <p:pic>
            <p:nvPicPr>
              <p:cNvPr id="6217" name="Ink 7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6" cstate="print"/>
              <a:stretch>
                <a:fillRect/>
              </a:stretch>
            </p:blipFill>
            <p:spPr>
              <a:xfrm>
                <a:off x="5136983" y="5006848"/>
                <a:ext cx="74223" cy="39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7">
            <p14:nvContentPartPr>
              <p14:cNvPr id="6219" name="Ink 7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32638" y="5235575"/>
              <a:ext cx="127000" cy="454025"/>
            </p14:xfrm>
          </p:contentPart>
        </mc:Choice>
        <mc:Fallback>
          <p:pic>
            <p:nvPicPr>
              <p:cNvPr id="6219" name="Ink 7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8" cstate="print"/>
              <a:stretch>
                <a:fillRect/>
              </a:stretch>
            </p:blipFill>
            <p:spPr>
              <a:xfrm>
                <a:off x="7126088" y="5229094"/>
                <a:ext cx="139372" cy="466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9">
            <p14:nvContentPartPr>
              <p14:cNvPr id="6220" name="Ink 7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81925" y="4857750"/>
              <a:ext cx="100013" cy="119063"/>
            </p14:xfrm>
          </p:contentPart>
        </mc:Choice>
        <mc:Fallback>
          <p:pic>
            <p:nvPicPr>
              <p:cNvPr id="6220" name="Ink 7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0" cstate="print"/>
              <a:stretch>
                <a:fillRect/>
              </a:stretch>
            </p:blipFill>
            <p:spPr>
              <a:xfrm>
                <a:off x="7775449" y="4851314"/>
                <a:ext cx="112245" cy="131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1">
            <p14:nvContentPartPr>
              <p14:cNvPr id="6222" name="Ink 7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207375" y="4443413"/>
              <a:ext cx="358775" cy="49212"/>
            </p14:xfrm>
          </p:contentPart>
        </mc:Choice>
        <mc:Fallback>
          <p:pic>
            <p:nvPicPr>
              <p:cNvPr id="6222" name="Ink 7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2" cstate="print"/>
              <a:stretch>
                <a:fillRect/>
              </a:stretch>
            </p:blipFill>
            <p:spPr>
              <a:xfrm>
                <a:off x="8200772" y="4436753"/>
                <a:ext cx="371248" cy="61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3">
            <p14:nvContentPartPr>
              <p14:cNvPr id="6224" name="Ink 8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05650" y="5703888"/>
              <a:ext cx="117475" cy="425450"/>
            </p14:xfrm>
          </p:contentPart>
        </mc:Choice>
        <mc:Fallback>
          <p:pic>
            <p:nvPicPr>
              <p:cNvPr id="6224" name="Ink 8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4" cstate="print"/>
              <a:stretch>
                <a:fillRect/>
              </a:stretch>
            </p:blipFill>
            <p:spPr>
              <a:xfrm>
                <a:off x="7099223" y="5697370"/>
                <a:ext cx="129615" cy="437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5">
            <p14:nvContentPartPr>
              <p14:cNvPr id="6225" name="Ink 8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34113" y="5222875"/>
              <a:ext cx="455612" cy="100013"/>
            </p14:xfrm>
          </p:contentPart>
        </mc:Choice>
        <mc:Fallback>
          <p:pic>
            <p:nvPicPr>
              <p:cNvPr id="6225" name="Ink 8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6" cstate="print"/>
              <a:stretch>
                <a:fillRect/>
              </a:stretch>
            </p:blipFill>
            <p:spPr>
              <a:xfrm>
                <a:off x="6227645" y="5216423"/>
                <a:ext cx="467829" cy="112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7">
            <p14:nvContentPartPr>
              <p14:cNvPr id="6228" name="Ink 8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245475" y="4106863"/>
              <a:ext cx="436563" cy="407987"/>
            </p14:xfrm>
          </p:contentPart>
        </mc:Choice>
        <mc:Fallback>
          <p:pic>
            <p:nvPicPr>
              <p:cNvPr id="6228" name="Ink 8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8" cstate="print"/>
              <a:stretch>
                <a:fillRect/>
              </a:stretch>
            </p:blipFill>
            <p:spPr>
              <a:xfrm>
                <a:off x="8238997" y="4100410"/>
                <a:ext cx="448800" cy="420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9">
            <p14:nvContentPartPr>
              <p14:cNvPr id="6229" name="Ink 8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99125" y="4073525"/>
              <a:ext cx="160338" cy="200025"/>
            </p14:xfrm>
          </p:contentPart>
        </mc:Choice>
        <mc:Fallback>
          <p:pic>
            <p:nvPicPr>
              <p:cNvPr id="6229" name="Ink 8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0" cstate="print"/>
              <a:stretch>
                <a:fillRect/>
              </a:stretch>
            </p:blipFill>
            <p:spPr>
              <a:xfrm>
                <a:off x="5692625" y="4067049"/>
                <a:ext cx="172616" cy="212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1">
            <p14:nvContentPartPr>
              <p14:cNvPr id="6230" name="Ink 8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86513" y="3648075"/>
              <a:ext cx="320675" cy="231775"/>
            </p14:xfrm>
          </p:contentPart>
        </mc:Choice>
        <mc:Fallback>
          <p:pic>
            <p:nvPicPr>
              <p:cNvPr id="6230" name="Ink 8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2" cstate="print"/>
              <a:stretch>
                <a:fillRect/>
              </a:stretch>
            </p:blipFill>
            <p:spPr>
              <a:xfrm>
                <a:off x="6380020" y="3641587"/>
                <a:ext cx="332939" cy="244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3">
            <p14:nvContentPartPr>
              <p14:cNvPr id="6231" name="Ink 8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67163" y="5002213"/>
              <a:ext cx="223837" cy="214312"/>
            </p14:xfrm>
          </p:contentPart>
        </mc:Choice>
        <mc:Fallback>
          <p:pic>
            <p:nvPicPr>
              <p:cNvPr id="6231" name="Ink 8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4" cstate="print"/>
              <a:stretch>
                <a:fillRect/>
              </a:stretch>
            </p:blipFill>
            <p:spPr>
              <a:xfrm>
                <a:off x="3960685" y="4995686"/>
                <a:ext cx="236072" cy="226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5">
            <p14:nvContentPartPr>
              <p14:cNvPr id="6232" name="Ink 8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29100" y="5378450"/>
              <a:ext cx="100013" cy="150813"/>
            </p14:xfrm>
          </p:contentPart>
        </mc:Choice>
        <mc:Fallback>
          <p:pic>
            <p:nvPicPr>
              <p:cNvPr id="6232" name="Ink 8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6" cstate="print"/>
              <a:stretch>
                <a:fillRect/>
              </a:stretch>
            </p:blipFill>
            <p:spPr>
              <a:xfrm>
                <a:off x="4222554" y="5371971"/>
                <a:ext cx="112378" cy="163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7">
            <p14:nvContentPartPr>
              <p14:cNvPr id="6233" name="Ink 8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38725" y="5291138"/>
              <a:ext cx="160338" cy="150812"/>
            </p14:xfrm>
          </p:contentPart>
        </mc:Choice>
        <mc:Fallback>
          <p:pic>
            <p:nvPicPr>
              <p:cNvPr id="6233" name="Ink 8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8" cstate="print"/>
              <a:stretch>
                <a:fillRect/>
              </a:stretch>
            </p:blipFill>
            <p:spPr>
              <a:xfrm>
                <a:off x="5032254" y="5284644"/>
                <a:ext cx="172561" cy="16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9">
            <p14:nvContentPartPr>
              <p14:cNvPr id="6234" name="Ink 9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49850" y="5743575"/>
              <a:ext cx="228600" cy="241300"/>
            </p14:xfrm>
          </p:contentPart>
        </mc:Choice>
        <mc:Fallback>
          <p:pic>
            <p:nvPicPr>
              <p:cNvPr id="6234" name="Ink 9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0" cstate="print"/>
              <a:stretch>
                <a:fillRect/>
              </a:stretch>
            </p:blipFill>
            <p:spPr>
              <a:xfrm>
                <a:off x="5143370" y="5737073"/>
                <a:ext cx="240840" cy="253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1">
            <p14:nvContentPartPr>
              <p14:cNvPr id="6235" name="Ink 9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07125" y="4913313"/>
              <a:ext cx="241300" cy="206375"/>
            </p14:xfrm>
          </p:contentPart>
        </mc:Choice>
        <mc:Fallback>
          <p:pic>
            <p:nvPicPr>
              <p:cNvPr id="6235" name="Ink 9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2" cstate="print"/>
              <a:stretch>
                <a:fillRect/>
              </a:stretch>
            </p:blipFill>
            <p:spPr>
              <a:xfrm>
                <a:off x="6200633" y="4906853"/>
                <a:ext cx="253563" cy="218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3">
            <p14:nvContentPartPr>
              <p14:cNvPr id="6236" name="Ink 9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23138" y="5840413"/>
              <a:ext cx="106362" cy="193675"/>
            </p14:xfrm>
          </p:contentPart>
        </mc:Choice>
        <mc:Fallback>
          <p:pic>
            <p:nvPicPr>
              <p:cNvPr id="6236" name="Ink 9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4" cstate="print"/>
              <a:stretch>
                <a:fillRect/>
              </a:stretch>
            </p:blipFill>
            <p:spPr>
              <a:xfrm>
                <a:off x="7316670" y="5833933"/>
                <a:ext cx="118579" cy="205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5">
            <p14:nvContentPartPr>
              <p14:cNvPr id="6237" name="Ink 9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18400" y="5865813"/>
              <a:ext cx="109538" cy="173037"/>
            </p14:xfrm>
          </p:contentPart>
        </mc:Choice>
        <mc:Fallback>
          <p:pic>
            <p:nvPicPr>
              <p:cNvPr id="6237" name="Ink 9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6" cstate="print"/>
              <a:stretch>
                <a:fillRect/>
              </a:stretch>
            </p:blipFill>
            <p:spPr>
              <a:xfrm>
                <a:off x="7511893" y="5859378"/>
                <a:ext cx="121829" cy="185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7">
            <p14:nvContentPartPr>
              <p14:cNvPr id="6238" name="Ink 9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26225" y="6227763"/>
              <a:ext cx="479425" cy="284162"/>
            </p14:xfrm>
          </p:contentPart>
        </mc:Choice>
        <mc:Fallback>
          <p:pic>
            <p:nvPicPr>
              <p:cNvPr id="6238" name="Ink 9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8" cstate="print"/>
              <a:stretch>
                <a:fillRect/>
              </a:stretch>
            </p:blipFill>
            <p:spPr>
              <a:xfrm>
                <a:off x="6619751" y="6221264"/>
                <a:ext cx="491653" cy="296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9">
            <p14:nvContentPartPr>
              <p14:cNvPr id="6239" name="Ink 9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29475" y="6392863"/>
              <a:ext cx="53975" cy="3175"/>
            </p14:xfrm>
          </p:contentPart>
        </mc:Choice>
        <mc:Fallback>
          <p:pic>
            <p:nvPicPr>
              <p:cNvPr id="6239" name="Ink 9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0" cstate="print"/>
              <a:stretch>
                <a:fillRect/>
              </a:stretch>
            </p:blipFill>
            <p:spPr>
              <a:xfrm>
                <a:off x="7222585" y="6381433"/>
                <a:ext cx="66990" cy="24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1">
            <p14:nvContentPartPr>
              <p14:cNvPr id="6240" name="Ink 9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85050" y="6299200"/>
              <a:ext cx="136525" cy="160338"/>
            </p14:xfrm>
          </p:contentPart>
        </mc:Choice>
        <mc:Fallback>
          <p:pic>
            <p:nvPicPr>
              <p:cNvPr id="6240" name="Ink 9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2" cstate="print"/>
              <a:stretch>
                <a:fillRect/>
              </a:stretch>
            </p:blipFill>
            <p:spPr>
              <a:xfrm>
                <a:off x="7378549" y="6292656"/>
                <a:ext cx="148805" cy="17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3">
            <p14:nvContentPartPr>
              <p14:cNvPr id="6241" name="Ink 9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00525" y="6226175"/>
              <a:ext cx="168275" cy="247650"/>
            </p14:xfrm>
          </p:contentPart>
        </mc:Choice>
        <mc:Fallback>
          <p:pic>
            <p:nvPicPr>
              <p:cNvPr id="6241" name="Ink 9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4" cstate="print"/>
              <a:stretch>
                <a:fillRect/>
              </a:stretch>
            </p:blipFill>
            <p:spPr>
              <a:xfrm>
                <a:off x="4194025" y="6219705"/>
                <a:ext cx="180553" cy="259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5">
            <p14:nvContentPartPr>
              <p14:cNvPr id="6242" name="Ink 9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52938" y="6249988"/>
              <a:ext cx="263525" cy="239712"/>
            </p14:xfrm>
          </p:contentPart>
        </mc:Choice>
        <mc:Fallback>
          <p:pic>
            <p:nvPicPr>
              <p:cNvPr id="6242" name="Ink 9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6" cstate="print"/>
              <a:stretch>
                <a:fillRect/>
              </a:stretch>
            </p:blipFill>
            <p:spPr>
              <a:xfrm>
                <a:off x="4446484" y="6243470"/>
                <a:ext cx="275715" cy="252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7">
            <p14:nvContentPartPr>
              <p14:cNvPr id="6243" name="Ink 9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18063" y="6288088"/>
              <a:ext cx="200025" cy="192087"/>
            </p14:xfrm>
          </p:contentPart>
        </mc:Choice>
        <mc:Fallback>
          <p:pic>
            <p:nvPicPr>
              <p:cNvPr id="6243" name="Ink 9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8" cstate="print"/>
              <a:stretch>
                <a:fillRect/>
              </a:stretch>
            </p:blipFill>
            <p:spPr>
              <a:xfrm>
                <a:off x="4811622" y="6281601"/>
                <a:ext cx="212191" cy="204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9">
            <p14:nvContentPartPr>
              <p14:cNvPr id="6244" name="Ink 10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53600" y="4965700"/>
              <a:ext cx="742950" cy="234950"/>
            </p14:xfrm>
          </p:contentPart>
        </mc:Choice>
        <mc:Fallback>
          <p:pic>
            <p:nvPicPr>
              <p:cNvPr id="6244" name="Ink 10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0" cstate="print"/>
              <a:stretch>
                <a:fillRect/>
              </a:stretch>
            </p:blipFill>
            <p:spPr>
              <a:xfrm>
                <a:off x="9747115" y="4959233"/>
                <a:ext cx="755200" cy="2471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1">
            <p14:nvContentPartPr>
              <p14:cNvPr id="6246" name="Ink 10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37725" y="3800475"/>
              <a:ext cx="363538" cy="28575"/>
            </p14:xfrm>
          </p:contentPart>
        </mc:Choice>
        <mc:Fallback>
          <p:pic>
            <p:nvPicPr>
              <p:cNvPr id="6246" name="Ink 10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2" cstate="print"/>
              <a:stretch>
                <a:fillRect/>
              </a:stretch>
            </p:blipFill>
            <p:spPr>
              <a:xfrm>
                <a:off x="9731233" y="3793881"/>
                <a:ext cx="375800" cy="41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3">
            <p14:nvContentPartPr>
              <p14:cNvPr id="6248" name="Ink 10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961563" y="3775075"/>
              <a:ext cx="161925" cy="88900"/>
            </p14:xfrm>
          </p:contentPart>
        </mc:Choice>
        <mc:Fallback>
          <p:pic>
            <p:nvPicPr>
              <p:cNvPr id="6248" name="Ink 10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4" cstate="print"/>
              <a:stretch>
                <a:fillRect/>
              </a:stretch>
            </p:blipFill>
            <p:spPr>
              <a:xfrm>
                <a:off x="9954878" y="3768463"/>
                <a:ext cx="174552" cy="101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5">
            <p14:nvContentPartPr>
              <p14:cNvPr id="6251" name="Ink 10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98050" y="3541713"/>
              <a:ext cx="249238" cy="212725"/>
            </p14:xfrm>
          </p:contentPart>
        </mc:Choice>
        <mc:Fallback>
          <p:pic>
            <p:nvPicPr>
              <p:cNvPr id="6251" name="Ink 10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6" cstate="print"/>
              <a:stretch>
                <a:fillRect/>
              </a:stretch>
            </p:blipFill>
            <p:spPr>
              <a:xfrm>
                <a:off x="9791558" y="3535245"/>
                <a:ext cx="261502" cy="224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7">
            <p14:nvContentPartPr>
              <p14:cNvPr id="6271" name="Ink 1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428163" y="4343400"/>
              <a:ext cx="46037" cy="393700"/>
            </p14:xfrm>
          </p:contentPart>
        </mc:Choice>
        <mc:Fallback>
          <p:pic>
            <p:nvPicPr>
              <p:cNvPr id="6271" name="Ink 1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8" cstate="print"/>
              <a:stretch>
                <a:fillRect/>
              </a:stretch>
            </p:blipFill>
            <p:spPr>
              <a:xfrm>
                <a:off x="9421789" y="4336916"/>
                <a:ext cx="58077" cy="405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9">
            <p14:nvContentPartPr>
              <p14:cNvPr id="6274" name="Ink 1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428163" y="4429125"/>
              <a:ext cx="487362" cy="292100"/>
            </p14:xfrm>
          </p:contentPart>
        </mc:Choice>
        <mc:Fallback>
          <p:pic>
            <p:nvPicPr>
              <p:cNvPr id="6274" name="Ink 1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0" cstate="print"/>
              <a:stretch>
                <a:fillRect/>
              </a:stretch>
            </p:blipFill>
            <p:spPr>
              <a:xfrm>
                <a:off x="9421684" y="4422642"/>
                <a:ext cx="499600" cy="304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1">
            <p14:nvContentPartPr>
              <p14:cNvPr id="6276" name="Ink 1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958263" y="3992563"/>
              <a:ext cx="506412" cy="385762"/>
            </p14:xfrm>
          </p:contentPart>
        </mc:Choice>
        <mc:Fallback>
          <p:pic>
            <p:nvPicPr>
              <p:cNvPr id="6276" name="Ink 1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2" cstate="print"/>
              <a:stretch>
                <a:fillRect/>
              </a:stretch>
            </p:blipFill>
            <p:spPr>
              <a:xfrm>
                <a:off x="8951794" y="3986092"/>
                <a:ext cx="518632" cy="397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1E34F2-5DC1-9522-542B-F11ECE81D1A6}"/>
                  </a:ext>
                </a:extLst>
              </p14:cNvPr>
              <p14:cNvContentPartPr/>
              <p14:nvPr/>
            </p14:nvContentPartPr>
            <p14:xfrm>
              <a:off x="6265424" y="997904"/>
              <a:ext cx="596160" cy="2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81E34F2-5DC1-9522-542B-F11ECE81D1A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256784" y="989264"/>
                <a:ext cx="613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21DF84-F762-6C68-76BD-3AB196A8CEBF}"/>
                  </a:ext>
                </a:extLst>
              </p14:cNvPr>
              <p14:cNvContentPartPr/>
              <p14:nvPr/>
            </p14:nvContentPartPr>
            <p14:xfrm>
              <a:off x="2510264" y="5272544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521DF84-F762-6C68-76BD-3AB196A8CEB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501624" y="526354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38D162A-F4B0-FE8D-321C-B281997A2E85}"/>
                  </a:ext>
                </a:extLst>
              </p14:cNvPr>
              <p14:cNvContentPartPr/>
              <p14:nvPr/>
            </p14:nvContentPartPr>
            <p14:xfrm>
              <a:off x="1946144" y="5222504"/>
              <a:ext cx="28080" cy="33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38D162A-F4B0-FE8D-321C-B281997A2E8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937504" y="5213864"/>
                <a:ext cx="45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D1B0FD-A77C-F8DC-46B6-18F878129EEC}"/>
                  </a:ext>
                </a:extLst>
              </p14:cNvPr>
              <p14:cNvContentPartPr/>
              <p14:nvPr/>
            </p14:nvContentPartPr>
            <p14:xfrm>
              <a:off x="2479304" y="5740544"/>
              <a:ext cx="37440" cy="15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BD1B0FD-A77C-F8DC-46B6-18F878129EEC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470304" y="5731904"/>
                <a:ext cx="550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8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00D549-F43B-17AA-3C43-19B1EB72E636}"/>
                  </a:ext>
                </a:extLst>
              </p14:cNvPr>
              <p14:cNvContentPartPr/>
              <p14:nvPr/>
            </p14:nvContentPartPr>
            <p14:xfrm>
              <a:off x="2823464" y="4895984"/>
              <a:ext cx="27360" cy="4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E00D549-F43B-17AA-3C43-19B1EB72E63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814824" y="4887344"/>
                <a:ext cx="4500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DA8989D-F0F4-95B5-AAD5-472CE3E9145E}"/>
              </a:ext>
            </a:extLst>
          </p:cNvPr>
          <p:cNvGrpSpPr/>
          <p:nvPr/>
        </p:nvGrpSpPr>
        <p:grpSpPr>
          <a:xfrm>
            <a:off x="3616904" y="4501784"/>
            <a:ext cx="29880" cy="31680"/>
            <a:chOff x="3616904" y="4501784"/>
            <a:chExt cx="29880" cy="316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8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308B26-F70F-A56C-52F1-560DB4594924}"/>
                    </a:ext>
                  </a:extLst>
                </p14:cNvPr>
                <p14:cNvContentPartPr/>
                <p14:nvPr/>
              </p14:nvContentPartPr>
              <p14:xfrm>
                <a:off x="3637424" y="4507184"/>
                <a:ext cx="9360" cy="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D308B26-F70F-A56C-52F1-560DB459492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628424" y="4498184"/>
                  <a:ext cx="27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F24691-5F88-034E-0AB5-B393AF3D8F99}"/>
                    </a:ext>
                  </a:extLst>
                </p14:cNvPr>
                <p14:cNvContentPartPr/>
                <p14:nvPr/>
              </p14:nvContentPartPr>
              <p14:xfrm>
                <a:off x="3616904" y="4501784"/>
                <a:ext cx="25200" cy="31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DF24691-5F88-034E-0AB5-B393AF3D8F9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607904" y="4493144"/>
                  <a:ext cx="428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0A755A68-3C53-AFF5-923F-63AEAD6148A2}"/>
              </a:ext>
            </a:extLst>
          </p:cNvPr>
          <p:cNvGrpSpPr/>
          <p:nvPr/>
        </p:nvGrpSpPr>
        <p:grpSpPr>
          <a:xfrm>
            <a:off x="4242944" y="5433464"/>
            <a:ext cx="138240" cy="207000"/>
            <a:chOff x="4242944" y="5433464"/>
            <a:chExt cx="138240" cy="2070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8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2F78EA-3396-8B08-7B25-B16C4CF5A2A9}"/>
                    </a:ext>
                  </a:extLst>
                </p14:cNvPr>
                <p14:cNvContentPartPr/>
                <p14:nvPr/>
              </p14:nvContentPartPr>
              <p14:xfrm>
                <a:off x="4242944" y="5433464"/>
                <a:ext cx="123480" cy="207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C2F78EA-3396-8B08-7B25-B16C4CF5A2A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233944" y="5424824"/>
                  <a:ext cx="141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AC9D8F-2A54-755C-A521-37B6D3E64E18}"/>
                    </a:ext>
                  </a:extLst>
                </p14:cNvPr>
                <p14:cNvContentPartPr/>
                <p14:nvPr/>
              </p14:nvContentPartPr>
              <p14:xfrm>
                <a:off x="4284704" y="5567384"/>
                <a:ext cx="96480" cy="1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6AC9D8F-2A54-755C-A521-37B6D3E64E1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275704" y="5558384"/>
                  <a:ext cx="1141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8FE6504F-C502-E2A8-982F-294A9DDDB3CD}"/>
              </a:ext>
            </a:extLst>
          </p:cNvPr>
          <p:cNvGrpSpPr/>
          <p:nvPr/>
        </p:nvGrpSpPr>
        <p:grpSpPr>
          <a:xfrm>
            <a:off x="4418624" y="5244824"/>
            <a:ext cx="55800" cy="39240"/>
            <a:chOff x="4418624" y="5244824"/>
            <a:chExt cx="55800" cy="392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9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0A68E2-3B9C-B350-D8E9-C4FF6927E7AF}"/>
                    </a:ext>
                  </a:extLst>
                </p14:cNvPr>
                <p14:cNvContentPartPr/>
                <p14:nvPr/>
              </p14:nvContentPartPr>
              <p14:xfrm>
                <a:off x="4454624" y="5272904"/>
                <a:ext cx="1440" cy="2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D0A68E2-3B9C-B350-D8E9-C4FF6927E7A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45984" y="5264264"/>
                  <a:ext cx="19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F152B0-1A2A-AB30-7E3D-7F433ABA648E}"/>
                    </a:ext>
                  </a:extLst>
                </p14:cNvPr>
                <p14:cNvContentPartPr/>
                <p14:nvPr/>
              </p14:nvContentPartPr>
              <p14:xfrm>
                <a:off x="4454264" y="5244824"/>
                <a:ext cx="504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DF152B0-1A2A-AB30-7E3D-7F433ABA648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45264" y="5236184"/>
                  <a:ext cx="22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A61A6D-E89B-386D-7588-B7A998E4C422}"/>
                    </a:ext>
                  </a:extLst>
                </p14:cNvPr>
                <p14:cNvContentPartPr/>
                <p14:nvPr/>
              </p14:nvContentPartPr>
              <p14:xfrm>
                <a:off x="4468664" y="5271104"/>
                <a:ext cx="5760" cy="1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AA61A6D-E89B-386D-7588-B7A998E4C42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459664" y="5262104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3236C4-C10B-7B88-3AF3-681EF62259ED}"/>
                    </a:ext>
                  </a:extLst>
                </p14:cNvPr>
                <p14:cNvContentPartPr/>
                <p14:nvPr/>
              </p14:nvContentPartPr>
              <p14:xfrm>
                <a:off x="4418624" y="5245904"/>
                <a:ext cx="15840" cy="1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B3236C4-C10B-7B88-3AF3-681EF62259E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409984" y="5237264"/>
                  <a:ext cx="3348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9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7A99960-8B0D-FE8C-3299-66A85C4E103B}"/>
                  </a:ext>
                </a:extLst>
              </p14:cNvPr>
              <p14:cNvContentPartPr/>
              <p14:nvPr/>
            </p14:nvContentPartPr>
            <p14:xfrm>
              <a:off x="2486504" y="5727584"/>
              <a:ext cx="11880" cy="9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7A99960-8B0D-FE8C-3299-66A85C4E103B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2477504" y="5718584"/>
                <a:ext cx="295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667D75-A182-F45D-D609-6F656A943CBF}"/>
                  </a:ext>
                </a:extLst>
              </p14:cNvPr>
              <p14:cNvContentPartPr/>
              <p14:nvPr/>
            </p14:nvContentPartPr>
            <p14:xfrm>
              <a:off x="7167584" y="5256344"/>
              <a:ext cx="9000" cy="3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6667D75-A182-F45D-D609-6F656A943CBF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158944" y="5247704"/>
                <a:ext cx="266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1A1139-2925-267F-5401-CFBE8AB2F000}"/>
                  </a:ext>
                </a:extLst>
              </p14:cNvPr>
              <p14:cNvContentPartPr/>
              <p14:nvPr/>
            </p14:nvContentPartPr>
            <p14:xfrm>
              <a:off x="7824584" y="4494584"/>
              <a:ext cx="5760" cy="6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21A1139-2925-267F-5401-CFBE8AB2F00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815944" y="4485944"/>
                <a:ext cx="234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BC76513-CE78-015A-4273-2E7A10F84731}"/>
                  </a:ext>
                </a:extLst>
              </p14:cNvPr>
              <p14:cNvContentPartPr/>
              <p14:nvPr/>
            </p14:nvContentPartPr>
            <p14:xfrm>
              <a:off x="7154624" y="5243384"/>
              <a:ext cx="18000" cy="57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BC76513-CE78-015A-4273-2E7A10F84731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145624" y="5234384"/>
                <a:ext cx="356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2030078-CCD0-2E2C-3B6C-75A6A0706355}"/>
                  </a:ext>
                </a:extLst>
              </p14:cNvPr>
              <p14:cNvContentPartPr/>
              <p14:nvPr/>
            </p14:nvContentPartPr>
            <p14:xfrm>
              <a:off x="7804784" y="4482704"/>
              <a:ext cx="14760" cy="12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2030078-CCD0-2E2C-3B6C-75A6A0706355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796144" y="4474064"/>
                <a:ext cx="324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3" name="Group 6282">
            <a:extLst>
              <a:ext uri="{FF2B5EF4-FFF2-40B4-BE49-F238E27FC236}">
                <a16:creationId xmlns="" xmlns:a16="http://schemas.microsoft.com/office/drawing/2014/main" id="{45EF59EF-B962-3601-E617-A2C420D238C7}"/>
              </a:ext>
            </a:extLst>
          </p:cNvPr>
          <p:cNvGrpSpPr/>
          <p:nvPr/>
        </p:nvGrpSpPr>
        <p:grpSpPr>
          <a:xfrm>
            <a:off x="10282664" y="3216584"/>
            <a:ext cx="947880" cy="241560"/>
            <a:chOff x="10282664" y="3216584"/>
            <a:chExt cx="947880" cy="2415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0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957D1B-8DC4-D523-E153-8DCB711872C8}"/>
                    </a:ext>
                  </a:extLst>
                </p14:cNvPr>
                <p14:cNvContentPartPr/>
                <p14:nvPr/>
              </p14:nvContentPartPr>
              <p14:xfrm>
                <a:off x="10282664" y="3362024"/>
                <a:ext cx="291240" cy="96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0957D1B-8DC4-D523-E153-8DCB711872C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74024" y="3353384"/>
                  <a:ext cx="308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5B937B-064F-F3EA-EA2F-FF6BA489A349}"/>
                    </a:ext>
                  </a:extLst>
                </p14:cNvPr>
                <p14:cNvContentPartPr/>
                <p14:nvPr/>
              </p14:nvContentPartPr>
              <p14:xfrm>
                <a:off x="10490744" y="3333944"/>
                <a:ext cx="90000" cy="69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25B937B-064F-F3EA-EA2F-FF6BA489A34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482104" y="3324944"/>
                  <a:ext cx="107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458528-673A-332C-3A32-20E4098D9D13}"/>
                    </a:ext>
                  </a:extLst>
                </p14:cNvPr>
                <p14:cNvContentPartPr/>
                <p14:nvPr/>
              </p14:nvContentPartPr>
              <p14:xfrm>
                <a:off x="10718624" y="3266264"/>
                <a:ext cx="22320" cy="159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9458528-673A-332C-3A32-20E4098D9D1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09624" y="3257624"/>
                  <a:ext cx="39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B5EF56-6761-EDEC-BCC4-C48F63F185DB}"/>
                    </a:ext>
                  </a:extLst>
                </p14:cNvPr>
                <p14:cNvContentPartPr/>
                <p14:nvPr/>
              </p14:nvContentPartPr>
              <p14:xfrm>
                <a:off x="10721504" y="3253664"/>
                <a:ext cx="126000" cy="6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6B5EF56-6761-EDEC-BCC4-C48F63F185D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712864" y="3245024"/>
                  <a:ext cx="143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89BDF8-3BE3-94AB-5B28-1CAA57D6A22A}"/>
                    </a:ext>
                  </a:extLst>
                </p14:cNvPr>
                <p14:cNvContentPartPr/>
                <p14:nvPr/>
              </p14:nvContentPartPr>
              <p14:xfrm>
                <a:off x="10923464" y="3232064"/>
                <a:ext cx="19080" cy="143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289BDF8-3BE3-94AB-5B28-1CAA57D6A22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914824" y="3223424"/>
                  <a:ext cx="36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9">
              <p14:nvContentPartPr>
                <p14:cNvPr id="6272" name="Ink 6271">
                  <a:extLst>
                    <a:ext uri="{FF2B5EF4-FFF2-40B4-BE49-F238E27FC236}">
                      <a16:creationId xmlns:a16="http://schemas.microsoft.com/office/drawing/2014/main" id="{092CF35D-E7A8-FD07-F324-B8A9BD3BFEF8}"/>
                    </a:ext>
                  </a:extLst>
                </p14:cNvPr>
                <p14:cNvContentPartPr/>
                <p14:nvPr/>
              </p14:nvContentPartPr>
              <p14:xfrm>
                <a:off x="10929944" y="3232064"/>
                <a:ext cx="78480" cy="137880"/>
              </p14:xfrm>
            </p:contentPart>
          </mc:Choice>
          <mc:Fallback>
            <p:pic>
              <p:nvPicPr>
                <p:cNvPr id="6272" name="Ink 627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92CF35D-E7A8-FD07-F324-B8A9BD3BFEF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921304" y="3223064"/>
                  <a:ext cx="96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1">
              <p14:nvContentPartPr>
                <p14:cNvPr id="6273" name="Ink 6272">
                  <a:extLst>
                    <a:ext uri="{FF2B5EF4-FFF2-40B4-BE49-F238E27FC236}">
                      <a16:creationId xmlns:a16="http://schemas.microsoft.com/office/drawing/2014/main" id="{2CEF89E0-D02B-5FB6-33A7-02FB0F5E2347}"/>
                    </a:ext>
                  </a:extLst>
                </p14:cNvPr>
                <p14:cNvContentPartPr/>
                <p14:nvPr/>
              </p14:nvContentPartPr>
              <p14:xfrm>
                <a:off x="11110304" y="3223784"/>
                <a:ext cx="22680" cy="116640"/>
              </p14:xfrm>
            </p:contentPart>
          </mc:Choice>
          <mc:Fallback>
            <p:pic>
              <p:nvPicPr>
                <p:cNvPr id="6273" name="Ink 627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CEF89E0-D02B-5FB6-33A7-02FB0F5E234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101664" y="3214784"/>
                  <a:ext cx="40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3">
              <p14:nvContentPartPr>
                <p14:cNvPr id="6275" name="Ink 6274">
                  <a:extLst>
                    <a:ext uri="{FF2B5EF4-FFF2-40B4-BE49-F238E27FC236}">
                      <a16:creationId xmlns:a16="http://schemas.microsoft.com/office/drawing/2014/main" id="{F9927E38-0C3C-3D42-E9A2-C79C2ADDD3FF}"/>
                    </a:ext>
                  </a:extLst>
                </p14:cNvPr>
                <p14:cNvContentPartPr/>
                <p14:nvPr/>
              </p14:nvContentPartPr>
              <p14:xfrm>
                <a:off x="11107424" y="3216584"/>
                <a:ext cx="123120" cy="137160"/>
              </p14:xfrm>
            </p:contentPart>
          </mc:Choice>
          <mc:Fallback>
            <p:pic>
              <p:nvPicPr>
                <p:cNvPr id="6275" name="Ink 627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9927E38-0C3C-3D42-E9A2-C79C2ADDD3F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98424" y="3207584"/>
                  <a:ext cx="14076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82" name="Group 6281">
            <a:extLst>
              <a:ext uri="{FF2B5EF4-FFF2-40B4-BE49-F238E27FC236}">
                <a16:creationId xmlns="" xmlns:a16="http://schemas.microsoft.com/office/drawing/2014/main" id="{5B57F183-837F-237F-5763-85E50C41BAEF}"/>
              </a:ext>
            </a:extLst>
          </p:cNvPr>
          <p:cNvGrpSpPr/>
          <p:nvPr/>
        </p:nvGrpSpPr>
        <p:grpSpPr>
          <a:xfrm>
            <a:off x="10545824" y="3664424"/>
            <a:ext cx="993600" cy="201960"/>
            <a:chOff x="10545824" y="3664424"/>
            <a:chExt cx="993600" cy="2019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25">
              <p14:nvContentPartPr>
                <p14:cNvPr id="6277" name="Ink 6276">
                  <a:extLst>
                    <a:ext uri="{FF2B5EF4-FFF2-40B4-BE49-F238E27FC236}">
                      <a16:creationId xmlns:a16="http://schemas.microsoft.com/office/drawing/2014/main" id="{C5C1B194-54B6-87EB-2F9E-46C2E6F49270}"/>
                    </a:ext>
                  </a:extLst>
                </p14:cNvPr>
                <p14:cNvContentPartPr/>
                <p14:nvPr/>
              </p14:nvContentPartPr>
              <p14:xfrm>
                <a:off x="10545824" y="3664424"/>
                <a:ext cx="403200" cy="201960"/>
              </p14:xfrm>
            </p:contentPart>
          </mc:Choice>
          <mc:Fallback>
            <p:pic>
              <p:nvPicPr>
                <p:cNvPr id="6277" name="Ink 627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5C1B194-54B6-87EB-2F9E-46C2E6F4927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37184" y="3655784"/>
                  <a:ext cx="420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7">
              <p14:nvContentPartPr>
                <p14:cNvPr id="6278" name="Ink 6277">
                  <a:extLst>
                    <a:ext uri="{FF2B5EF4-FFF2-40B4-BE49-F238E27FC236}">
                      <a16:creationId xmlns:a16="http://schemas.microsoft.com/office/drawing/2014/main" id="{80CCD369-5499-BFD1-A3C9-839233C8EFBB}"/>
                    </a:ext>
                  </a:extLst>
                </p14:cNvPr>
                <p14:cNvContentPartPr/>
                <p14:nvPr/>
              </p14:nvContentPartPr>
              <p14:xfrm>
                <a:off x="10877384" y="3751544"/>
                <a:ext cx="97200" cy="13320"/>
              </p14:xfrm>
            </p:contentPart>
          </mc:Choice>
          <mc:Fallback>
            <p:pic>
              <p:nvPicPr>
                <p:cNvPr id="6278" name="Ink 627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0CCD369-5499-BFD1-A3C9-839233C8EFB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868384" y="3742544"/>
                  <a:ext cx="11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9">
              <p14:nvContentPartPr>
                <p14:cNvPr id="6279" name="Ink 6278">
                  <a:extLst>
                    <a:ext uri="{FF2B5EF4-FFF2-40B4-BE49-F238E27FC236}">
                      <a16:creationId xmlns:a16="http://schemas.microsoft.com/office/drawing/2014/main" id="{91617192-7B67-1FA2-998E-A7E1C9666569}"/>
                    </a:ext>
                  </a:extLst>
                </p14:cNvPr>
                <p14:cNvContentPartPr/>
                <p14:nvPr/>
              </p14:nvContentPartPr>
              <p14:xfrm>
                <a:off x="10976384" y="3765584"/>
                <a:ext cx="171360" cy="75240"/>
              </p14:xfrm>
            </p:contentPart>
          </mc:Choice>
          <mc:Fallback>
            <p:pic>
              <p:nvPicPr>
                <p:cNvPr id="6279" name="Ink 627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1617192-7B67-1FA2-998E-A7E1C96665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67744" y="3756944"/>
                  <a:ext cx="189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1">
              <p14:nvContentPartPr>
                <p14:cNvPr id="6280" name="Ink 6279">
                  <a:extLst>
                    <a:ext uri="{FF2B5EF4-FFF2-40B4-BE49-F238E27FC236}">
                      <a16:creationId xmlns:a16="http://schemas.microsoft.com/office/drawing/2014/main" id="{50DA14A3-73AD-5F1E-0254-D7DCEF6AD7CB}"/>
                    </a:ext>
                  </a:extLst>
                </p14:cNvPr>
                <p14:cNvContentPartPr/>
                <p14:nvPr/>
              </p14:nvContentPartPr>
              <p14:xfrm>
                <a:off x="11118224" y="3689984"/>
                <a:ext cx="14760" cy="11880"/>
              </p14:xfrm>
            </p:contentPart>
          </mc:Choice>
          <mc:Fallback>
            <p:pic>
              <p:nvPicPr>
                <p:cNvPr id="6280" name="Ink 627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0DA14A3-73AD-5F1E-0254-D7DCEF6AD7C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109224" y="3680984"/>
                  <a:ext cx="32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3">
              <p14:nvContentPartPr>
                <p14:cNvPr id="6281" name="Ink 6280">
                  <a:extLst>
                    <a:ext uri="{FF2B5EF4-FFF2-40B4-BE49-F238E27FC236}">
                      <a16:creationId xmlns:a16="http://schemas.microsoft.com/office/drawing/2014/main" id="{F5088215-A681-A8B9-6131-2E836442EDE1}"/>
                    </a:ext>
                  </a:extLst>
                </p14:cNvPr>
                <p14:cNvContentPartPr/>
                <p14:nvPr/>
              </p14:nvContentPartPr>
              <p14:xfrm>
                <a:off x="11190224" y="3720224"/>
                <a:ext cx="349200" cy="94320"/>
              </p14:xfrm>
            </p:contentPart>
          </mc:Choice>
          <mc:Fallback>
            <p:pic>
              <p:nvPicPr>
                <p:cNvPr id="6281" name="Ink 628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5088215-A681-A8B9-6131-2E836442EDE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181224" y="3711224"/>
                  <a:ext cx="36684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35">
            <p14:nvContentPartPr>
              <p14:cNvPr id="6284" name="Ink 6283">
                <a:extLst>
                  <a:ext uri="{FF2B5EF4-FFF2-40B4-BE49-F238E27FC236}">
                    <a16:creationId xmlns:a16="http://schemas.microsoft.com/office/drawing/2014/main" id="{7938A388-7F46-84F3-1889-A913490D568F}"/>
                  </a:ext>
                </a:extLst>
              </p14:cNvPr>
              <p14:cNvContentPartPr/>
              <p14:nvPr/>
            </p14:nvContentPartPr>
            <p14:xfrm>
              <a:off x="6804344" y="5246984"/>
              <a:ext cx="3960" cy="6840"/>
            </p14:xfrm>
          </p:contentPart>
        </mc:Choice>
        <mc:Fallback>
          <p:pic>
            <p:nvPicPr>
              <p:cNvPr id="6284" name="Ink 628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938A388-7F46-84F3-1889-A913490D568F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795704" y="5238344"/>
                <a:ext cx="21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C1937F1-3E16-DD20-7A47-867D5A400565}"/>
                  </a:ext>
                </a:extLst>
              </p14:cNvPr>
              <p14:cNvContentPartPr/>
              <p14:nvPr/>
            </p14:nvContentPartPr>
            <p14:xfrm>
              <a:off x="1962704" y="5254184"/>
              <a:ext cx="2880" cy="5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C1937F1-3E16-DD20-7A47-867D5A400565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1954064" y="5245184"/>
                <a:ext cx="205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9">
            <p14:nvContentPartPr>
              <p14:cNvPr id="6285" name="Ink 6284">
                <a:extLst>
                  <a:ext uri="{FF2B5EF4-FFF2-40B4-BE49-F238E27FC236}">
                    <a16:creationId xmlns:a16="http://schemas.microsoft.com/office/drawing/2014/main" id="{88EB24A0-106D-C70C-6860-90F80885EC29}"/>
                  </a:ext>
                </a:extLst>
              </p14:cNvPr>
              <p14:cNvContentPartPr/>
              <p14:nvPr/>
            </p14:nvContentPartPr>
            <p14:xfrm>
              <a:off x="3682424" y="4492424"/>
              <a:ext cx="11160" cy="3960"/>
            </p14:xfrm>
          </p:contentPart>
        </mc:Choice>
        <mc:Fallback>
          <p:pic>
            <p:nvPicPr>
              <p:cNvPr id="6285" name="Ink 628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8EB24A0-106D-C70C-6860-90F80885EC29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673424" y="4483424"/>
                <a:ext cx="288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1">
            <p14:nvContentPartPr>
              <p14:cNvPr id="6286" name="Ink 6285">
                <a:extLst>
                  <a:ext uri="{FF2B5EF4-FFF2-40B4-BE49-F238E27FC236}">
                    <a16:creationId xmlns:a16="http://schemas.microsoft.com/office/drawing/2014/main" id="{A9C5F65F-EFE9-9FBF-E65F-A874D68CB161}"/>
                  </a:ext>
                </a:extLst>
              </p14:cNvPr>
              <p14:cNvContentPartPr/>
              <p14:nvPr/>
            </p14:nvContentPartPr>
            <p14:xfrm>
              <a:off x="1969544" y="4571984"/>
              <a:ext cx="4320" cy="6120"/>
            </p14:xfrm>
          </p:contentPart>
        </mc:Choice>
        <mc:Fallback>
          <p:pic>
            <p:nvPicPr>
              <p:cNvPr id="6286" name="Ink 628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9C5F65F-EFE9-9FBF-E65F-A874D68CB161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1960904" y="4563344"/>
                <a:ext cx="219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3">
            <p14:nvContentPartPr>
              <p14:cNvPr id="6287" name="Ink 6286">
                <a:extLst>
                  <a:ext uri="{FF2B5EF4-FFF2-40B4-BE49-F238E27FC236}">
                    <a16:creationId xmlns:a16="http://schemas.microsoft.com/office/drawing/2014/main" id="{981C181D-DB1E-AB49-32C1-662502BD60F6}"/>
                  </a:ext>
                </a:extLst>
              </p14:cNvPr>
              <p14:cNvContentPartPr/>
              <p14:nvPr/>
            </p14:nvContentPartPr>
            <p14:xfrm>
              <a:off x="1946504" y="5351024"/>
              <a:ext cx="4680" cy="2520"/>
            </p14:xfrm>
          </p:contentPart>
        </mc:Choice>
        <mc:Fallback>
          <p:pic>
            <p:nvPicPr>
              <p:cNvPr id="6287" name="Ink 628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81C181D-DB1E-AB49-32C1-662502BD60F6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937864" y="5342024"/>
                <a:ext cx="223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5">
            <p14:nvContentPartPr>
              <p14:cNvPr id="6288" name="Ink 6287">
                <a:extLst>
                  <a:ext uri="{FF2B5EF4-FFF2-40B4-BE49-F238E27FC236}">
                    <a16:creationId xmlns:a16="http://schemas.microsoft.com/office/drawing/2014/main" id="{29288E2C-8CBF-36D2-4C95-0B8397F0FCAF}"/>
                  </a:ext>
                </a:extLst>
              </p14:cNvPr>
              <p14:cNvContentPartPr/>
              <p14:nvPr/>
            </p14:nvContentPartPr>
            <p14:xfrm>
              <a:off x="2551304" y="5644784"/>
              <a:ext cx="32760" cy="12960"/>
            </p14:xfrm>
          </p:contentPart>
        </mc:Choice>
        <mc:Fallback>
          <p:pic>
            <p:nvPicPr>
              <p:cNvPr id="6288" name="Ink 628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9288E2C-8CBF-36D2-4C95-0B8397F0FCAF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542304" y="5635784"/>
                <a:ext cx="50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7">
            <p14:nvContentPartPr>
              <p14:cNvPr id="6289" name="Ink 6288">
                <a:extLst>
                  <a:ext uri="{FF2B5EF4-FFF2-40B4-BE49-F238E27FC236}">
                    <a16:creationId xmlns:a16="http://schemas.microsoft.com/office/drawing/2014/main" id="{48A1D39C-F5E1-EDD9-B14C-3882CE8047BB}"/>
                  </a:ext>
                </a:extLst>
              </p14:cNvPr>
              <p14:cNvContentPartPr/>
              <p14:nvPr/>
            </p14:nvContentPartPr>
            <p14:xfrm>
              <a:off x="9785864" y="4744424"/>
              <a:ext cx="61200" cy="21960"/>
            </p14:xfrm>
          </p:contentPart>
        </mc:Choice>
        <mc:Fallback>
          <p:pic>
            <p:nvPicPr>
              <p:cNvPr id="6289" name="Ink 628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8A1D39C-F5E1-EDD9-B14C-3882CE8047BB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776864" y="4735784"/>
                <a:ext cx="78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9">
            <p14:nvContentPartPr>
              <p14:cNvPr id="6290" name="Ink 6289">
                <a:extLst>
                  <a:ext uri="{FF2B5EF4-FFF2-40B4-BE49-F238E27FC236}">
                    <a16:creationId xmlns:a16="http://schemas.microsoft.com/office/drawing/2014/main" id="{958328A5-A70E-6611-97A8-0718FDADBFE8}"/>
                  </a:ext>
                </a:extLst>
              </p14:cNvPr>
              <p14:cNvContentPartPr/>
              <p14:nvPr/>
            </p14:nvContentPartPr>
            <p14:xfrm>
              <a:off x="7153904" y="5243384"/>
              <a:ext cx="12240" cy="14400"/>
            </p14:xfrm>
          </p:contentPart>
        </mc:Choice>
        <mc:Fallback>
          <p:pic>
            <p:nvPicPr>
              <p:cNvPr id="6290" name="Ink 628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58328A5-A70E-6611-97A8-0718FDADBFE8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144904" y="5234384"/>
                <a:ext cx="298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1">
            <p14:nvContentPartPr>
              <p14:cNvPr id="6291" name="Ink 6290">
                <a:extLst>
                  <a:ext uri="{FF2B5EF4-FFF2-40B4-BE49-F238E27FC236}">
                    <a16:creationId xmlns:a16="http://schemas.microsoft.com/office/drawing/2014/main" id="{74B5364E-3333-2629-31A0-558C83F23746}"/>
                  </a:ext>
                </a:extLst>
              </p14:cNvPr>
              <p14:cNvContentPartPr/>
              <p14:nvPr/>
            </p14:nvContentPartPr>
            <p14:xfrm>
              <a:off x="7811264" y="4478744"/>
              <a:ext cx="7200" cy="3240"/>
            </p14:xfrm>
          </p:contentPart>
        </mc:Choice>
        <mc:Fallback>
          <p:pic>
            <p:nvPicPr>
              <p:cNvPr id="6291" name="Ink 629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4B5364E-3333-2629-31A0-558C83F23746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802624" y="4469744"/>
                <a:ext cx="2484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496018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9179CB5-DA86-4F9E-82B6-A86A5C87B6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9489" y="904244"/>
            <a:ext cx="7429343" cy="5049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4278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4F04883-2F61-46B6-A762-60FD391C4E9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0277" y="643466"/>
            <a:ext cx="10511446" cy="55710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33376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2336B5-6BD4-45BB-BF1D-FC44ECB3F8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518" y="643466"/>
            <a:ext cx="8842964" cy="557106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542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64363" y="2940050"/>
              <a:ext cx="160337" cy="203200"/>
            </p14:xfrm>
          </p:contentPart>
        </mc:Choice>
        <mc:Fallback>
          <p:pic>
            <p:nvPicPr>
              <p:cNvPr id="542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957892" y="2933542"/>
                <a:ext cx="172560" cy="215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42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13600" y="3255963"/>
              <a:ext cx="1817688" cy="1839912"/>
            </p14:xfrm>
          </p:contentPart>
        </mc:Choice>
        <mc:Fallback>
          <p:pic>
            <p:nvPicPr>
              <p:cNvPr id="542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207119" y="3249484"/>
                <a:ext cx="1829931" cy="1852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542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43400" y="5592763"/>
              <a:ext cx="727075" cy="14287"/>
            </p14:xfrm>
          </p:contentPart>
        </mc:Choice>
        <mc:Fallback>
          <p:pic>
            <p:nvPicPr>
              <p:cNvPr id="542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336921" y="5586491"/>
                <a:ext cx="739313" cy="26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542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639175" y="4916488"/>
              <a:ext cx="330200" cy="193675"/>
            </p14:xfrm>
          </p:contentPart>
        </mc:Choice>
        <mc:Fallback>
          <p:pic>
            <p:nvPicPr>
              <p:cNvPr id="542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632700" y="4909984"/>
                <a:ext cx="342430" cy="2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542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75025" y="5741988"/>
              <a:ext cx="15875" cy="6350"/>
            </p14:xfrm>
          </p:contentPart>
        </mc:Choice>
        <mc:Fallback>
          <p:pic>
            <p:nvPicPr>
              <p:cNvPr id="542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368945" y="5735638"/>
                <a:ext cx="27359" cy="18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542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17725" y="5657850"/>
              <a:ext cx="1601788" cy="333375"/>
            </p14:xfrm>
          </p:contentPart>
        </mc:Choice>
        <mc:Fallback>
          <p:pic>
            <p:nvPicPr>
              <p:cNvPr id="542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111247" y="5651370"/>
                <a:ext cx="1614024" cy="345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">
            <p14:nvContentPartPr>
              <p14:cNvPr id="5428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83400" y="5746750"/>
              <a:ext cx="279400" cy="93663"/>
            </p14:xfrm>
          </p:contentPart>
        </mc:Choice>
        <mc:Fallback>
          <p:pic>
            <p:nvPicPr>
              <p:cNvPr id="5428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6876902" y="5740215"/>
                <a:ext cx="291673" cy="1060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E0F120-2FCD-F2D7-2569-FFA4716E7590}"/>
                  </a:ext>
                </a:extLst>
              </p14:cNvPr>
              <p14:cNvContentPartPr/>
              <p14:nvPr/>
            </p14:nvContentPartPr>
            <p14:xfrm>
              <a:off x="9405517" y="3493675"/>
              <a:ext cx="207000" cy="10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6E0F120-2FCD-F2D7-2569-FFA4716E759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96877" y="3485035"/>
                <a:ext cx="2246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73EE02-B16C-7DAD-E99D-0A5393553288}"/>
                  </a:ext>
                </a:extLst>
              </p14:cNvPr>
              <p14:cNvContentPartPr/>
              <p14:nvPr/>
            </p14:nvContentPartPr>
            <p14:xfrm>
              <a:off x="6459997" y="3368395"/>
              <a:ext cx="171720" cy="11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D73EE02-B16C-7DAD-E99D-0A539355328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51357" y="3359395"/>
                <a:ext cx="1893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5AA3C5-B79C-223B-86DB-F45C95604841}"/>
                  </a:ext>
                </a:extLst>
              </p14:cNvPr>
              <p14:cNvContentPartPr/>
              <p14:nvPr/>
            </p14:nvContentPartPr>
            <p14:xfrm>
              <a:off x="7014757" y="3647755"/>
              <a:ext cx="117720" cy="68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25AA3C5-B79C-223B-86DB-F45C9560484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06117" y="3639115"/>
                <a:ext cx="135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ED4DCE-9129-64D2-1251-47ED3AF60A80}"/>
                  </a:ext>
                </a:extLst>
              </p14:cNvPr>
              <p14:cNvContentPartPr/>
              <p14:nvPr/>
            </p14:nvContentPartPr>
            <p14:xfrm>
              <a:off x="3827317" y="4976875"/>
              <a:ext cx="27720" cy="17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7ED4DCE-9129-64D2-1251-47ED3AF60A8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18677" y="4968235"/>
                <a:ext cx="453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A3D713-E1AF-7EB3-3172-86690F3B3078}"/>
                  </a:ext>
                </a:extLst>
              </p14:cNvPr>
              <p14:cNvContentPartPr/>
              <p14:nvPr/>
            </p14:nvContentPartPr>
            <p14:xfrm>
              <a:off x="7993237" y="4616155"/>
              <a:ext cx="6480" cy="4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7A3D713-E1AF-7EB3-3172-86690F3B307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984597" y="4607155"/>
                <a:ext cx="24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287A763-920E-122B-A5E9-A8EF13D7603B}"/>
                  </a:ext>
                </a:extLst>
              </p14:cNvPr>
              <p14:cNvContentPartPr/>
              <p14:nvPr/>
            </p14:nvContentPartPr>
            <p14:xfrm>
              <a:off x="2069077" y="4987315"/>
              <a:ext cx="168120" cy="56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287A763-920E-122B-A5E9-A8EF13D7603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060077" y="4978315"/>
                <a:ext cx="185760" cy="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727196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1CDFD9E-2D3C-43E3-889D-E906578DD9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91813" y="643466"/>
            <a:ext cx="9208374" cy="557106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532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23200" y="1747838"/>
              <a:ext cx="230188" cy="193675"/>
            </p14:xfrm>
          </p:contentPart>
        </mc:Choice>
        <mc:Fallback>
          <p:pic>
            <p:nvPicPr>
              <p:cNvPr id="532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816665" y="1741235"/>
                <a:ext cx="242532" cy="206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32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86725" y="1898650"/>
              <a:ext cx="11113" cy="7938"/>
            </p14:xfrm>
          </p:contentPart>
        </mc:Choice>
        <mc:Fallback>
          <p:pic>
            <p:nvPicPr>
              <p:cNvPr id="532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080057" y="1887659"/>
                <a:ext cx="23708" cy="28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532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023350" y="1963738"/>
              <a:ext cx="185738" cy="222250"/>
            </p14:xfrm>
          </p:contentPart>
        </mc:Choice>
        <mc:Fallback>
          <p:pic>
            <p:nvPicPr>
              <p:cNvPr id="532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016858" y="1957254"/>
                <a:ext cx="198000" cy="2344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998993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098EE5B-C7A1-44FC-8AF5-91C59B55CB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3467" y="1125304"/>
            <a:ext cx="10905066" cy="4607391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1048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277088" y="18821400"/>
              <a:ext cx="0" cy="0"/>
            </p14:xfrm>
          </p:contentPart>
        </mc:Choice>
        <mc:Fallback>
          <p:pic>
            <p:nvPicPr>
              <p:cNvPr id="1048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77088" y="1882140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1049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683500" y="3317875"/>
              <a:ext cx="3532188" cy="450850"/>
            </p14:xfrm>
          </p:contentPart>
        </mc:Choice>
        <mc:Fallback>
          <p:pic>
            <p:nvPicPr>
              <p:cNvPr id="1049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77020" y="3311393"/>
                <a:ext cx="3544429" cy="463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1053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77213" y="4583113"/>
              <a:ext cx="174625" cy="150812"/>
            </p14:xfrm>
          </p:contentPart>
        </mc:Choice>
        <mc:Fallback>
          <p:pic>
            <p:nvPicPr>
              <p:cNvPr id="1053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70745" y="4576619"/>
                <a:ext cx="186842" cy="163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1055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09125" y="4221163"/>
              <a:ext cx="12700" cy="6350"/>
            </p14:xfrm>
          </p:contentPart>
        </mc:Choice>
        <mc:Fallback>
          <p:pic>
            <p:nvPicPr>
              <p:cNvPr id="1055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02594" y="4213543"/>
                <a:ext cx="25037" cy="20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1057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74013" y="5789613"/>
              <a:ext cx="1157287" cy="284162"/>
            </p14:xfrm>
          </p:contentPart>
        </mc:Choice>
        <mc:Fallback>
          <p:pic>
            <p:nvPicPr>
              <p:cNvPr id="1057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67526" y="5783097"/>
                <a:ext cx="1169541" cy="296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1058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377363" y="5697538"/>
              <a:ext cx="2005012" cy="438150"/>
            </p14:xfrm>
          </p:contentPart>
        </mc:Choice>
        <mc:Fallback>
          <p:pic>
            <p:nvPicPr>
              <p:cNvPr id="1058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70881" y="5691015"/>
                <a:ext cx="2017255" cy="450472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5CA8FC55-607D-255C-A634-EEE169559BFB}"/>
              </a:ext>
            </a:extLst>
          </p:cNvPr>
          <p:cNvGrpSpPr/>
          <p:nvPr/>
        </p:nvGrpSpPr>
        <p:grpSpPr>
          <a:xfrm>
            <a:off x="9034544" y="3035144"/>
            <a:ext cx="71280" cy="265680"/>
            <a:chOff x="9034544" y="3035144"/>
            <a:chExt cx="71280" cy="2656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8B1EFB1-6784-1BD5-6529-DC393A034CB8}"/>
                    </a:ext>
                  </a:extLst>
                </p14:cNvPr>
                <p14:cNvContentPartPr/>
                <p14:nvPr/>
              </p14:nvContentPartPr>
              <p14:xfrm>
                <a:off x="9081344" y="3035144"/>
                <a:ext cx="24480" cy="265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8B1EFB1-6784-1BD5-6529-DC393A034CB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72704" y="3026144"/>
                  <a:ext cx="42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45BF1A6-5714-9B6F-EAF9-D4B89D94842C}"/>
                    </a:ext>
                  </a:extLst>
                </p14:cNvPr>
                <p14:cNvContentPartPr/>
                <p14:nvPr/>
              </p14:nvContentPartPr>
              <p14:xfrm>
                <a:off x="9034544" y="3063224"/>
                <a:ext cx="69480" cy="8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45BF1A6-5714-9B6F-EAF9-D4B89D9484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5544" y="3054584"/>
                  <a:ext cx="871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4DAD42C-9235-6D25-2447-0C48FF855514}"/>
              </a:ext>
            </a:extLst>
          </p:cNvPr>
          <p:cNvGrpSpPr/>
          <p:nvPr/>
        </p:nvGrpSpPr>
        <p:grpSpPr>
          <a:xfrm>
            <a:off x="8494904" y="2917424"/>
            <a:ext cx="300960" cy="37080"/>
            <a:chOff x="8494904" y="2917424"/>
            <a:chExt cx="300960" cy="370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5E8FA5-36CD-53DA-BF13-806E7F3384F0}"/>
                    </a:ext>
                  </a:extLst>
                </p14:cNvPr>
                <p14:cNvContentPartPr/>
                <p14:nvPr/>
              </p14:nvContentPartPr>
              <p14:xfrm>
                <a:off x="8494904" y="2931464"/>
                <a:ext cx="300960" cy="13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B5E8FA5-36CD-53DA-BF13-806E7F3384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85904" y="2922464"/>
                  <a:ext cx="318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C86F2C-CCA9-400A-2243-2F3D113B20E7}"/>
                    </a:ext>
                  </a:extLst>
                </p14:cNvPr>
                <p14:cNvContentPartPr/>
                <p14:nvPr/>
              </p14:nvContentPartPr>
              <p14:xfrm>
                <a:off x="8683544" y="2917424"/>
                <a:ext cx="70920" cy="37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5C86F2C-CCA9-400A-2243-2F3D113B20E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74544" y="2908784"/>
                  <a:ext cx="885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BEA07F-CCD8-1361-29E6-B4889B29201A}"/>
                  </a:ext>
                </a:extLst>
              </p14:cNvPr>
              <p14:cNvContentPartPr/>
              <p14:nvPr/>
            </p14:nvContentPartPr>
            <p14:xfrm>
              <a:off x="8188544" y="4173104"/>
              <a:ext cx="215280" cy="286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BBEA07F-CCD8-1361-29E6-B4889B29201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79544" y="4164104"/>
                <a:ext cx="2329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B00803-BA4D-4D12-E6B5-51F486DCF037}"/>
                  </a:ext>
                </a:extLst>
              </p14:cNvPr>
              <p14:cNvContentPartPr/>
              <p14:nvPr/>
            </p14:nvContentPartPr>
            <p14:xfrm>
              <a:off x="8298704" y="4115504"/>
              <a:ext cx="173520" cy="128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BB00803-BA4D-4D12-E6B5-51F486DCF03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89704" y="4106864"/>
                <a:ext cx="191160" cy="1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858478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259416C-2A05-4866-9A25-85C4F1EB527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39057" y="510872"/>
            <a:ext cx="8124668" cy="6154436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86650" y="2443163"/>
              <a:ext cx="2528888" cy="122237"/>
            </p14:xfrm>
          </p:contentPart>
        </mc:Choice>
        <mc:Fallback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0168" y="2436595"/>
                <a:ext cx="2541131" cy="134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40525" y="2371725"/>
              <a:ext cx="1154113" cy="293688"/>
            </p14:xfrm>
          </p:contentPart>
        </mc:Choice>
        <mc:Fallback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4051" y="2365255"/>
                <a:ext cx="1166341" cy="305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64513" y="2341563"/>
              <a:ext cx="779462" cy="303212"/>
            </p14:xfrm>
          </p:contentPart>
        </mc:Choice>
        <mc:Fallback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58020" y="2335089"/>
                <a:ext cx="791726" cy="3154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205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34588" y="2374900"/>
              <a:ext cx="4762" cy="9525"/>
            </p14:xfrm>
          </p:contentPart>
        </mc:Choice>
        <mc:Fallback>
          <p:pic>
            <p:nvPicPr>
              <p:cNvPr id="205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28874" y="2367107"/>
                <a:ext cx="15556" cy="24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205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151938" y="2444750"/>
              <a:ext cx="1255712" cy="344488"/>
            </p14:xfrm>
          </p:contentPart>
        </mc:Choice>
        <mc:Fallback>
          <p:pic>
            <p:nvPicPr>
              <p:cNvPr id="205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45460" y="2438271"/>
                <a:ext cx="1267949" cy="356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206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23438" y="4760913"/>
              <a:ext cx="642937" cy="290512"/>
            </p14:xfrm>
          </p:contentPart>
        </mc:Choice>
        <mc:Fallback>
          <p:pic>
            <p:nvPicPr>
              <p:cNvPr id="206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16958" y="4754376"/>
                <a:ext cx="655177" cy="302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">
            <p14:nvContentPartPr>
              <p14:cNvPr id="205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588375" y="4298950"/>
              <a:ext cx="2862263" cy="628650"/>
            </p14:xfrm>
          </p:contentPart>
        </mc:Choice>
        <mc:Fallback>
          <p:pic>
            <p:nvPicPr>
              <p:cNvPr id="205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81895" y="4292469"/>
                <a:ext cx="2874503" cy="640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">
            <p14:nvContentPartPr>
              <p14:cNvPr id="206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06113" y="4857750"/>
              <a:ext cx="12700" cy="4763"/>
            </p14:xfrm>
          </p:contentPart>
        </mc:Choice>
        <mc:Fallback>
          <p:pic>
            <p:nvPicPr>
              <p:cNvPr id="206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799935" y="4851155"/>
                <a:ext cx="24370" cy="17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2065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23538" y="4860925"/>
              <a:ext cx="1133475" cy="428625"/>
            </p14:xfrm>
          </p:contentPart>
        </mc:Choice>
        <mc:Fallback>
          <p:pic>
            <p:nvPicPr>
              <p:cNvPr id="2065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17061" y="4854447"/>
                <a:ext cx="1145709" cy="440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2066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534650" y="5757863"/>
              <a:ext cx="42863" cy="425450"/>
            </p14:xfrm>
          </p:contentPart>
        </mc:Choice>
        <mc:Fallback>
          <p:pic>
            <p:nvPicPr>
              <p:cNvPr id="2066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28326" y="5751390"/>
                <a:ext cx="54808" cy="4376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2067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45663" y="5589588"/>
              <a:ext cx="1252537" cy="341312"/>
            </p14:xfrm>
          </p:contentPart>
        </mc:Choice>
        <mc:Fallback>
          <p:pic>
            <p:nvPicPr>
              <p:cNvPr id="2067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739177" y="5583038"/>
                <a:ext cx="1264789" cy="353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2068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244263" y="5611813"/>
              <a:ext cx="620712" cy="260350"/>
            </p14:xfrm>
          </p:contentPart>
        </mc:Choice>
        <mc:Fallback>
          <p:pic>
            <p:nvPicPr>
              <p:cNvPr id="2068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237778" y="5605358"/>
                <a:ext cx="632961" cy="272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7">
            <p14:nvContentPartPr>
              <p14:cNvPr id="2069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807575" y="6213475"/>
              <a:ext cx="1216025" cy="327025"/>
            </p14:xfrm>
          </p:contentPart>
        </mc:Choice>
        <mc:Fallback>
          <p:pic>
            <p:nvPicPr>
              <p:cNvPr id="2069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01093" y="6206985"/>
                <a:ext cx="1228268" cy="339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E7D14C-CB36-063F-41A3-FE9792121E81}"/>
                  </a:ext>
                </a:extLst>
              </p14:cNvPr>
              <p14:cNvContentPartPr/>
              <p14:nvPr/>
            </p14:nvContentPartPr>
            <p14:xfrm>
              <a:off x="4959517" y="2172835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0E7D14C-CB36-063F-41A3-FE9792121E8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50517" y="216419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9F498AE7-C4B5-627F-8DD5-9B73CCC9E33C}"/>
              </a:ext>
            </a:extLst>
          </p:cNvPr>
          <p:cNvGrpSpPr/>
          <p:nvPr/>
        </p:nvGrpSpPr>
        <p:grpSpPr>
          <a:xfrm>
            <a:off x="7977397" y="2158795"/>
            <a:ext cx="42840" cy="194400"/>
            <a:chOff x="7977397" y="2158795"/>
            <a:chExt cx="42840" cy="194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DAB888-40D8-534E-2894-ECFC5E39C83C}"/>
                    </a:ext>
                  </a:extLst>
                </p14:cNvPr>
                <p14:cNvContentPartPr/>
                <p14:nvPr/>
              </p14:nvContentPartPr>
              <p14:xfrm>
                <a:off x="7995037" y="2158795"/>
                <a:ext cx="8280" cy="194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1DAB888-40D8-534E-2894-ECFC5E39C83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86037" y="2149795"/>
                  <a:ext cx="25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2525E0-75EA-DF32-4E6B-48450F38C42B}"/>
                    </a:ext>
                  </a:extLst>
                </p14:cNvPr>
                <p14:cNvContentPartPr/>
                <p14:nvPr/>
              </p14:nvContentPartPr>
              <p14:xfrm>
                <a:off x="7977397" y="2173555"/>
                <a:ext cx="42840" cy="47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02525E0-75EA-DF32-4E6B-48450F38C4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68757" y="2164915"/>
                  <a:ext cx="604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EC3CB9D8-B523-023F-F419-7364777426D5}"/>
              </a:ext>
            </a:extLst>
          </p:cNvPr>
          <p:cNvGrpSpPr/>
          <p:nvPr/>
        </p:nvGrpSpPr>
        <p:grpSpPr>
          <a:xfrm>
            <a:off x="7592557" y="2106235"/>
            <a:ext cx="209880" cy="61920"/>
            <a:chOff x="7592557" y="2106235"/>
            <a:chExt cx="209880" cy="619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73A832-CFA0-8EAA-0609-8592F2CA1551}"/>
                    </a:ext>
                  </a:extLst>
                </p14:cNvPr>
                <p14:cNvContentPartPr/>
                <p14:nvPr/>
              </p14:nvContentPartPr>
              <p14:xfrm>
                <a:off x="7592557" y="2113435"/>
                <a:ext cx="208440" cy="20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B73A832-CFA0-8EAA-0609-8592F2CA15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83557" y="2104795"/>
                  <a:ext cx="226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363966-A131-9735-09E8-57C0F0EF0E45}"/>
                    </a:ext>
                  </a:extLst>
                </p14:cNvPr>
                <p14:cNvContentPartPr/>
                <p14:nvPr/>
              </p14:nvContentPartPr>
              <p14:xfrm>
                <a:off x="7725397" y="2106235"/>
                <a:ext cx="77040" cy="61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7363966-A131-9735-09E8-57C0F0EF0E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16397" y="2097595"/>
                  <a:ext cx="946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3A990AFF-A9D8-3A8D-3167-9B7DF87A1692}"/>
              </a:ext>
            </a:extLst>
          </p:cNvPr>
          <p:cNvGrpSpPr/>
          <p:nvPr/>
        </p:nvGrpSpPr>
        <p:grpSpPr>
          <a:xfrm>
            <a:off x="8949037" y="3572875"/>
            <a:ext cx="528480" cy="102960"/>
            <a:chOff x="8949037" y="3572875"/>
            <a:chExt cx="528480" cy="1029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1D8323-7E11-0EB1-63DC-A4A42CAAAB40}"/>
                    </a:ext>
                  </a:extLst>
                </p14:cNvPr>
                <p14:cNvContentPartPr/>
                <p14:nvPr/>
              </p14:nvContentPartPr>
              <p14:xfrm>
                <a:off x="8949037" y="3604195"/>
                <a:ext cx="528480" cy="34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B1D8323-7E11-0EB1-63DC-A4A42CAAAB4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40037" y="3595195"/>
                  <a:ext cx="546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E404D7-12BE-69A4-C38A-96FEE2679A35}"/>
                    </a:ext>
                  </a:extLst>
                </p14:cNvPr>
                <p14:cNvContentPartPr/>
                <p14:nvPr/>
              </p14:nvContentPartPr>
              <p14:xfrm>
                <a:off x="9323797" y="3572875"/>
                <a:ext cx="132120" cy="102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2E404D7-12BE-69A4-C38A-96FEE2679A3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15157" y="3563875"/>
                  <a:ext cx="1497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B23F4B2C-D418-9448-49BB-F56C58CB279E}"/>
              </a:ext>
            </a:extLst>
          </p:cNvPr>
          <p:cNvGrpSpPr/>
          <p:nvPr/>
        </p:nvGrpSpPr>
        <p:grpSpPr>
          <a:xfrm>
            <a:off x="8565277" y="4207195"/>
            <a:ext cx="406440" cy="88560"/>
            <a:chOff x="8565277" y="4207195"/>
            <a:chExt cx="406440" cy="8856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4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C23C08-F187-8AA6-F7B2-56168891FE6D}"/>
                    </a:ext>
                  </a:extLst>
                </p14:cNvPr>
                <p14:cNvContentPartPr/>
                <p14:nvPr/>
              </p14:nvContentPartPr>
              <p14:xfrm>
                <a:off x="8579317" y="4246795"/>
                <a:ext cx="392400" cy="1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5C23C08-F187-8AA6-F7B2-56168891FE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70317" y="4237795"/>
                  <a:ext cx="410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9B1928-CB06-05D8-3708-04C96E32C875}"/>
                    </a:ext>
                  </a:extLst>
                </p14:cNvPr>
                <p14:cNvContentPartPr/>
                <p14:nvPr/>
              </p14:nvContentPartPr>
              <p14:xfrm>
                <a:off x="8565277" y="4207195"/>
                <a:ext cx="177120" cy="88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59B1928-CB06-05D8-3708-04C96E32C8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56637" y="4198555"/>
                  <a:ext cx="194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07DEC3F-8699-ABAD-6938-EC7A6F77149B}"/>
                    </a:ext>
                  </a:extLst>
                </p14:cNvPr>
                <p14:cNvContentPartPr/>
                <p14:nvPr/>
              </p14:nvContentPartPr>
              <p14:xfrm>
                <a:off x="8761837" y="4258675"/>
                <a:ext cx="5760" cy="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07DEC3F-8699-ABAD-6938-EC7A6F77149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53197" y="4249675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966621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6C506F1-8BD0-B961-F2B3-710395358147}"/>
              </a:ext>
            </a:extLst>
          </p:cNvPr>
          <p:cNvSpPr txBox="1"/>
          <p:nvPr/>
        </p:nvSpPr>
        <p:spPr>
          <a:xfrm>
            <a:off x="3187083" y="2814221"/>
            <a:ext cx="74306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00FF"/>
                </a:solidFill>
              </a:rPr>
              <a:t>Practice Problems</a:t>
            </a:r>
            <a:endParaRPr lang="en-IN" sz="4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5743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BB443B9-5219-E9E1-7F89-0A3272CE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94" y="444670"/>
            <a:ext cx="10722809" cy="3798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078B2E-2AD7-8A8A-61C8-2FB2D125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36" y="4350058"/>
            <a:ext cx="4868986" cy="22827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89299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55DB51F-703B-0073-E9AF-699C67980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83" y="379612"/>
            <a:ext cx="7805472" cy="5799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C755E37-BAF0-5E43-04A1-7B9043BD9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280" y="555871"/>
            <a:ext cx="3068511" cy="2107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CFC7C70-7098-09DB-6C69-AFA5320DA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55" y="2928659"/>
            <a:ext cx="2968017" cy="28507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7702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8FFB35A-FE49-4313-885D-08AD9BBC7359}"/>
              </a:ext>
            </a:extLst>
          </p:cNvPr>
          <p:cNvSpPr txBox="1"/>
          <p:nvPr/>
        </p:nvSpPr>
        <p:spPr>
          <a:xfrm>
            <a:off x="320039" y="283728"/>
            <a:ext cx="115115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2.30</a:t>
            </a:r>
            <a:r>
              <a:rPr lang="en-US" dirty="0"/>
              <a:t>. Two cylinders, A of weight 4000 N and B of weight 2000 N rest on smooth inclines as shown in Fig. 2.45(a). They are connected by a bar of negligible weight hinged to each cylinder at its geometric </a:t>
            </a:r>
            <a:r>
              <a:rPr lang="en-US" dirty="0" err="1"/>
              <a:t>centre</a:t>
            </a:r>
            <a:r>
              <a:rPr lang="en-US" dirty="0"/>
              <a:t> by smooth pins. Find the force P to be applied as shown in the figure such that it will hold the system in the given position.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A5D48EA-97C1-4730-AAFC-D77EAD68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774" y="1581771"/>
            <a:ext cx="5067300" cy="2581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C5D1F7F-BF8E-406B-8946-1735F287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695" y="3984389"/>
            <a:ext cx="5429250" cy="2276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5BFAFC2-AE5F-4C81-A793-CCB674776E50}"/>
              </a:ext>
            </a:extLst>
          </p:cNvPr>
          <p:cNvSpPr txBox="1"/>
          <p:nvPr/>
        </p:nvSpPr>
        <p:spPr>
          <a:xfrm>
            <a:off x="8006962" y="3706695"/>
            <a:ext cx="207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FBD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2917958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8F5F5CD-0E80-40C3-AD27-084B6875A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72" y="2645803"/>
            <a:ext cx="10159945" cy="4060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85E5EE7-5007-44F7-9B62-503D6606F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41" y="271131"/>
            <a:ext cx="5429250" cy="2276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9430AF6-DC14-4555-B272-96B599C58BF4}"/>
              </a:ext>
            </a:extLst>
          </p:cNvPr>
          <p:cNvSpPr txBox="1"/>
          <p:nvPr/>
        </p:nvSpPr>
        <p:spPr>
          <a:xfrm>
            <a:off x="614072" y="151861"/>
            <a:ext cx="207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FBD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1831110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BB5ED04-A74A-55A2-B1A1-1FAD1E2C2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906" y="1438275"/>
            <a:ext cx="3752850" cy="3981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381E096-21B9-4CE7-D7F7-7EC7605B2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6" y="134923"/>
            <a:ext cx="6705600" cy="1543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910E096-E6C2-5C3B-37E0-19D72C22C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906" y="5624605"/>
            <a:ext cx="1362075" cy="3714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60048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9CE735B-0A84-BDF6-1302-3251DE87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1" y="363613"/>
            <a:ext cx="7631546" cy="5122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B6255B5-E73F-A866-0C64-A1CCD8A42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57" y="451235"/>
            <a:ext cx="3520042" cy="37011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88708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247DC22-8A1A-4AD6-999A-0FC447684C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7883" y="434716"/>
            <a:ext cx="7688429" cy="44373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3040AA3-F009-4A6F-9631-AEE701421A46}"/>
              </a:ext>
            </a:extLst>
          </p:cNvPr>
          <p:cNvSpPr txBox="1"/>
          <p:nvPr/>
        </p:nvSpPr>
        <p:spPr>
          <a:xfrm>
            <a:off x="590843" y="309489"/>
            <a:ext cx="3432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Illustrative Example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6041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442525" y="21253450"/>
              <a:ext cx="0" cy="0"/>
            </p14:xfrm>
          </p:contentPart>
        </mc:Choice>
        <mc:Fallback>
          <p:pic>
            <p:nvPicPr>
              <p:cNvPr id="6041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42525" y="2125345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837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91213" y="3122613"/>
              <a:ext cx="88900" cy="80962"/>
            </p14:xfrm>
          </p:contentPart>
        </mc:Choice>
        <mc:Fallback>
          <p:pic>
            <p:nvPicPr>
              <p:cNvPr id="5837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884786" y="3116078"/>
                <a:ext cx="101039" cy="93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5837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89900" y="2162175"/>
              <a:ext cx="53975" cy="52388"/>
            </p14:xfrm>
          </p:contentPart>
        </mc:Choice>
        <mc:Fallback>
          <p:pic>
            <p:nvPicPr>
              <p:cNvPr id="5837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083335" y="2155888"/>
                <a:ext cx="66375" cy="64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C3C6E5-F2C8-1B59-E283-3F9F1C525CB3}"/>
                  </a:ext>
                </a:extLst>
              </p14:cNvPr>
              <p14:cNvContentPartPr/>
              <p14:nvPr/>
            </p14:nvContentPartPr>
            <p14:xfrm>
              <a:off x="7000544" y="2614664"/>
              <a:ext cx="43200" cy="41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AC3C6E5-F2C8-1B59-E283-3F9F1C525C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91904" y="2605664"/>
                <a:ext cx="6084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7717927-4188-8027-7EEE-0146F20F9643}"/>
              </a:ext>
            </a:extLst>
          </p:cNvPr>
          <p:cNvGrpSpPr/>
          <p:nvPr/>
        </p:nvGrpSpPr>
        <p:grpSpPr>
          <a:xfrm>
            <a:off x="6666464" y="2360144"/>
            <a:ext cx="884160" cy="577440"/>
            <a:chOff x="6666464" y="2360144"/>
            <a:chExt cx="884160" cy="5774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5974BB-72FE-EF7F-D25E-21278B47A44F}"/>
                    </a:ext>
                  </a:extLst>
                </p14:cNvPr>
                <p14:cNvContentPartPr/>
                <p14:nvPr/>
              </p14:nvContentPartPr>
              <p14:xfrm>
                <a:off x="6666464" y="2581904"/>
                <a:ext cx="24480" cy="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A5974BB-72FE-EF7F-D25E-21278B47A4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57464" y="2573264"/>
                  <a:ext cx="42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95E4E5-DFC1-B5D7-FC24-12F83E0B8D76}"/>
                    </a:ext>
                  </a:extLst>
                </p14:cNvPr>
                <p14:cNvContentPartPr/>
                <p14:nvPr/>
              </p14:nvContentPartPr>
              <p14:xfrm>
                <a:off x="6711824" y="2465264"/>
                <a:ext cx="457200" cy="47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B95E4E5-DFC1-B5D7-FC24-12F83E0B8D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03184" y="2456264"/>
                  <a:ext cx="4748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F55151-B5DA-8BA8-84F5-F61CFC853833}"/>
                    </a:ext>
                  </a:extLst>
                </p14:cNvPr>
                <p14:cNvContentPartPr/>
                <p14:nvPr/>
              </p14:nvContentPartPr>
              <p14:xfrm>
                <a:off x="7107824" y="2383544"/>
                <a:ext cx="109080" cy="135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1F55151-B5DA-8BA8-84F5-F61CFC8538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98824" y="2374544"/>
                  <a:ext cx="126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0B2CF4-830C-55E8-52B7-8BD638CEE625}"/>
                    </a:ext>
                  </a:extLst>
                </p14:cNvPr>
                <p14:cNvContentPartPr/>
                <p14:nvPr/>
              </p14:nvContentPartPr>
              <p14:xfrm>
                <a:off x="6837104" y="2652824"/>
                <a:ext cx="592560" cy="1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70B2CF4-830C-55E8-52B7-8BD638CEE6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28464" y="2644184"/>
                  <a:ext cx="610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B6C365-9244-A253-3911-88CEFB210A27}"/>
                    </a:ext>
                  </a:extLst>
                </p14:cNvPr>
                <p14:cNvContentPartPr/>
                <p14:nvPr/>
              </p14:nvContentPartPr>
              <p14:xfrm>
                <a:off x="7100264" y="2540504"/>
                <a:ext cx="116280" cy="103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BB6C365-9244-A253-3911-88CEFB210A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91624" y="2531504"/>
                  <a:ext cx="133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6B5380-943D-DA04-ED6B-B63D47F539A0}"/>
                    </a:ext>
                  </a:extLst>
                </p14:cNvPr>
                <p14:cNvContentPartPr/>
                <p14:nvPr/>
              </p14:nvContentPartPr>
              <p14:xfrm>
                <a:off x="7293944" y="2430704"/>
                <a:ext cx="57240" cy="153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26B5380-943D-DA04-ED6B-B63D47F539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84944" y="2421704"/>
                  <a:ext cx="748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B04740-417F-8E86-A1F0-4F1D7F4AAFB6}"/>
                    </a:ext>
                  </a:extLst>
                </p14:cNvPr>
                <p14:cNvContentPartPr/>
                <p14:nvPr/>
              </p14:nvContentPartPr>
              <p14:xfrm>
                <a:off x="7413104" y="2454104"/>
                <a:ext cx="46800" cy="90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2B04740-417F-8E86-A1F0-4F1D7F4AAF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04104" y="2445464"/>
                  <a:ext cx="64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B6FE42-1B31-964C-6629-6C9C66B383B4}"/>
                    </a:ext>
                  </a:extLst>
                </p14:cNvPr>
                <p14:cNvContentPartPr/>
                <p14:nvPr/>
              </p14:nvContentPartPr>
              <p14:xfrm>
                <a:off x="7457384" y="2429984"/>
                <a:ext cx="24480" cy="1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9B6FE42-1B31-964C-6629-6C9C66B383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48744" y="2421344"/>
                  <a:ext cx="421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3FECB5-5056-8A8F-1029-96F1CA0DAFC9}"/>
                    </a:ext>
                  </a:extLst>
                </p14:cNvPr>
                <p14:cNvContentPartPr/>
                <p14:nvPr/>
              </p14:nvContentPartPr>
              <p14:xfrm>
                <a:off x="7494104" y="2360144"/>
                <a:ext cx="56520" cy="49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F3FECB5-5056-8A8F-1029-96F1CA0DAF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85104" y="2351504"/>
                  <a:ext cx="7416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B86240-926C-F586-1CE5-3C8FD3214202}"/>
                  </a:ext>
                </a:extLst>
              </p14:cNvPr>
              <p14:cNvContentPartPr/>
              <p14:nvPr/>
            </p14:nvContentPartPr>
            <p14:xfrm>
              <a:off x="5919464" y="3149984"/>
              <a:ext cx="18000" cy="16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9B86240-926C-F586-1CE5-3C8FD32142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10464" y="3141344"/>
                <a:ext cx="356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71B89C-0F4A-725F-41BA-ED75023CA92C}"/>
                  </a:ext>
                </a:extLst>
              </p14:cNvPr>
              <p14:cNvContentPartPr/>
              <p14:nvPr/>
            </p14:nvContentPartPr>
            <p14:xfrm>
              <a:off x="6563864" y="3742544"/>
              <a:ext cx="27000" cy="40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E71B89C-0F4A-725F-41BA-ED75023CA92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54864" y="3733544"/>
                <a:ext cx="446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08DF302-A6A6-779B-AF29-E136F820F25D}"/>
                  </a:ext>
                </a:extLst>
              </p14:cNvPr>
              <p14:cNvContentPartPr/>
              <p14:nvPr/>
            </p14:nvContentPartPr>
            <p14:xfrm>
              <a:off x="8174864" y="2189864"/>
              <a:ext cx="2160" cy="9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08DF302-A6A6-779B-AF29-E136F820F25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66224" y="2181224"/>
                <a:ext cx="1980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26346459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46B888E-8C0C-4AD8-A526-47BC8010756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9214" y="503850"/>
            <a:ext cx="5133428" cy="5032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8B762A8-78AE-43E0-8326-2A6A0604C6C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78726" y="2572749"/>
            <a:ext cx="2667234" cy="3505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4C9FF92-F31C-462E-A438-C1020A656C5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78726" y="528341"/>
            <a:ext cx="2099990" cy="1889991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573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43913" y="4479925"/>
              <a:ext cx="6350" cy="36513"/>
            </p14:xfrm>
          </p:contentPart>
        </mc:Choice>
        <mc:Fallback>
          <p:pic>
            <p:nvPicPr>
              <p:cNvPr id="573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437563" y="4473544"/>
                <a:ext cx="18344" cy="4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5734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153525" y="3689350"/>
              <a:ext cx="74613" cy="311150"/>
            </p14:xfrm>
          </p:contentPart>
        </mc:Choice>
        <mc:Fallback>
          <p:pic>
            <p:nvPicPr>
              <p:cNvPr id="5734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147068" y="3682927"/>
                <a:ext cx="86809" cy="323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5734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393113" y="4518025"/>
              <a:ext cx="107950" cy="311150"/>
            </p14:xfrm>
          </p:contentPart>
        </mc:Choice>
        <mc:Fallback>
          <p:pic>
            <p:nvPicPr>
              <p:cNvPr id="5734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386593" y="4511573"/>
                <a:ext cx="120266" cy="323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5C51A6-027A-A42E-A41F-E19F00F84225}"/>
                  </a:ext>
                </a:extLst>
              </p14:cNvPr>
              <p14:cNvContentPartPr/>
              <p14:nvPr/>
            </p14:nvContentPartPr>
            <p14:xfrm>
              <a:off x="9423157" y="2523835"/>
              <a:ext cx="720" cy="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85C51A6-027A-A42E-A41F-E19F00F842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14157" y="2515195"/>
                <a:ext cx="183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6963BF-0C80-305C-DDC4-24A114B3D639}"/>
                  </a:ext>
                </a:extLst>
              </p14:cNvPr>
              <p14:cNvContentPartPr/>
              <p14:nvPr/>
            </p14:nvContentPartPr>
            <p14:xfrm>
              <a:off x="7429477" y="2508715"/>
              <a:ext cx="34560" cy="1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56963BF-0C80-305C-DDC4-24A114B3D63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20837" y="2499715"/>
                <a:ext cx="522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40C4CCD-9338-D94F-8FA9-ACCF0648A3B2}"/>
                  </a:ext>
                </a:extLst>
              </p14:cNvPr>
              <p14:cNvContentPartPr/>
              <p14:nvPr/>
            </p14:nvContentPartPr>
            <p14:xfrm>
              <a:off x="9850477" y="3992275"/>
              <a:ext cx="191520" cy="21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40C4CCD-9338-D94F-8FA9-ACCF0648A3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41477" y="3983275"/>
                <a:ext cx="2091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92090E-7A76-B307-530E-993D78170767}"/>
                  </a:ext>
                </a:extLst>
              </p14:cNvPr>
              <p14:cNvContentPartPr/>
              <p14:nvPr/>
            </p14:nvContentPartPr>
            <p14:xfrm>
              <a:off x="7548997" y="4693915"/>
              <a:ext cx="178200" cy="2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992090E-7A76-B307-530E-993D7817076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40357" y="4684915"/>
                <a:ext cx="1958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E1392E-AB42-42B5-58AF-126B5933CF5C}"/>
                  </a:ext>
                </a:extLst>
              </p14:cNvPr>
              <p14:cNvContentPartPr/>
              <p14:nvPr/>
            </p14:nvContentPartPr>
            <p14:xfrm>
              <a:off x="8373757" y="5242915"/>
              <a:ext cx="78480" cy="32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2E1392E-AB42-42B5-58AF-126B5933CF5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64757" y="5234275"/>
                <a:ext cx="9612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162218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81FF07C-E09B-4A19-BB5E-7AB6047025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233" y="937670"/>
            <a:ext cx="4209269" cy="3730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9BD5196-13AE-4EF5-99D3-2C45ABF77D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5769" y="5177619"/>
            <a:ext cx="1205468" cy="1088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ED8DCFD-7DA4-4214-A60B-57E174DC689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43165" y="380141"/>
            <a:ext cx="4410029" cy="6991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5E9FC0DD-A7EB-4099-B8E4-6F1CCE6F889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43571" y="4175840"/>
            <a:ext cx="6610662" cy="2203554"/>
          </a:xfrm>
          <a:prstGeom prst="rect">
            <a:avLst/>
          </a:prstGeom>
        </p:spPr>
      </p:pic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6909" y="1098778"/>
            <a:ext cx="4071543" cy="1631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38826" y="3581537"/>
            <a:ext cx="1578156" cy="685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387737" y="2860766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Taking moments about </a:t>
            </a:r>
            <a:r>
              <a:rPr lang="en-IN" sz="2400" b="1" i="1" dirty="0">
                <a:solidFill>
                  <a:srgbClr val="0000FF"/>
                </a:solidFill>
              </a:rPr>
              <a:t>E</a:t>
            </a:r>
            <a:endParaRPr lang="en-US" sz="2400" b="1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33824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50400" y="1760538"/>
              <a:ext cx="1268413" cy="793750"/>
            </p14:xfrm>
          </p:contentPart>
        </mc:Choice>
        <mc:Fallback>
          <p:pic>
            <p:nvPicPr>
              <p:cNvPr id="33824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543917" y="1754050"/>
                <a:ext cx="1280658" cy="8060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">
            <p14:nvContentPartPr>
              <p14:cNvPr id="33826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08475" y="6191250"/>
              <a:ext cx="4083050" cy="112713"/>
            </p14:xfrm>
          </p:contentPart>
        </mc:Choice>
        <mc:Fallback>
          <p:pic>
            <p:nvPicPr>
              <p:cNvPr id="33826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301994" y="6184789"/>
                <a:ext cx="4095292" cy="1249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1">
            <p14:nvContentPartPr>
              <p14:cNvPr id="33834" name="Ink 4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702925" y="1414463"/>
              <a:ext cx="382588" cy="150812"/>
            </p14:xfrm>
          </p:contentPart>
        </mc:Choice>
        <mc:Fallback>
          <p:pic>
            <p:nvPicPr>
              <p:cNvPr id="33834" name="Ink 4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0696440" y="1407937"/>
                <a:ext cx="394837" cy="163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3">
            <p14:nvContentPartPr>
              <p14:cNvPr id="56330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75488" y="1849438"/>
              <a:ext cx="1273175" cy="15875"/>
            </p14:xfrm>
          </p:contentPart>
        </mc:Choice>
        <mc:Fallback>
          <p:pic>
            <p:nvPicPr>
              <p:cNvPr id="56330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7069012" y="1842793"/>
                <a:ext cx="1285407" cy="28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27A3F4-109E-7559-E90F-14CFFC8FF71C}"/>
                  </a:ext>
                </a:extLst>
              </p:cNvPr>
              <p:cNvSpPr txBox="1"/>
              <p:nvPr/>
            </p:nvSpPr>
            <p:spPr>
              <a:xfrm>
                <a:off x="9472139" y="5513000"/>
                <a:ext cx="212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8227A3F4-109E-7559-E90F-14CFFC8FF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139" y="5513000"/>
                <a:ext cx="2127698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B7620F8-81AF-9FCB-5ABF-300D8839FD82}"/>
              </a:ext>
            </a:extLst>
          </p:cNvPr>
          <p:cNvSpPr txBox="1"/>
          <p:nvPr/>
        </p:nvSpPr>
        <p:spPr>
          <a:xfrm>
            <a:off x="2615381" y="144941"/>
            <a:ext cx="1986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FBD</a:t>
            </a:r>
            <a:endParaRPr lang="en-IN" sz="3200" b="1" dirty="0"/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B9E9CC-ED36-51F0-D1D6-E3FE89CCB836}"/>
                  </a:ext>
                </a:extLst>
              </p14:cNvPr>
              <p14:cNvContentPartPr/>
              <p14:nvPr/>
            </p14:nvContentPartPr>
            <p14:xfrm>
              <a:off x="9514597" y="1415755"/>
              <a:ext cx="4680" cy="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8B9E9CC-ED36-51F0-D1D6-E3FE89CCB83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05597" y="1406755"/>
                <a:ext cx="223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07B4DB-DF85-5000-6A16-6122ACAAE336}"/>
                  </a:ext>
                </a:extLst>
              </p14:cNvPr>
              <p14:cNvContentPartPr/>
              <p14:nvPr/>
            </p14:nvContentPartPr>
            <p14:xfrm>
              <a:off x="7288717" y="1844515"/>
              <a:ext cx="140400" cy="24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B07B4DB-DF85-5000-6A16-6122ACAAE33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280077" y="1835875"/>
                <a:ext cx="158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712C0B-C212-FDCC-339C-7F33241D7CBF}"/>
                  </a:ext>
                </a:extLst>
              </p14:cNvPr>
              <p14:cNvContentPartPr/>
              <p14:nvPr/>
            </p14:nvContentPartPr>
            <p14:xfrm>
              <a:off x="8076397" y="1835875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B712C0B-C212-FDCC-339C-7F33241D7CB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067397" y="18268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485669-7544-AB21-C271-E41714A03B4B}"/>
                  </a:ext>
                </a:extLst>
              </p14:cNvPr>
              <p14:cNvContentPartPr/>
              <p14:nvPr/>
            </p14:nvContentPartPr>
            <p14:xfrm>
              <a:off x="1345477" y="3231595"/>
              <a:ext cx="7200" cy="15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B485669-7544-AB21-C271-E41714A03B4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336477" y="3222955"/>
                <a:ext cx="248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2DEF7E2-023C-F4FE-B82C-F17909533AF2}"/>
                  </a:ext>
                </a:extLst>
              </p14:cNvPr>
              <p14:cNvContentPartPr/>
              <p14:nvPr/>
            </p14:nvContentPartPr>
            <p14:xfrm>
              <a:off x="5368117" y="1572355"/>
              <a:ext cx="6480" cy="3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2DEF7E2-023C-F4FE-B82C-F17909533AF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359117" y="1563715"/>
                <a:ext cx="241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BD3C1FD-3FAF-77D8-69FA-82FE9CA2E7A4}"/>
                  </a:ext>
                </a:extLst>
              </p14:cNvPr>
              <p14:cNvContentPartPr/>
              <p14:nvPr/>
            </p14:nvContentPartPr>
            <p14:xfrm>
              <a:off x="10304437" y="1574155"/>
              <a:ext cx="3600" cy="2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BD3C1FD-3FAF-77D8-69FA-82FE9CA2E7A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295797" y="1565155"/>
                <a:ext cx="212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CB805E4-CB93-70F1-6145-38CECC22E7BE}"/>
                  </a:ext>
                </a:extLst>
              </p14:cNvPr>
              <p14:cNvContentPartPr/>
              <p14:nvPr/>
            </p14:nvContentPartPr>
            <p14:xfrm>
              <a:off x="2754877" y="3969595"/>
              <a:ext cx="5040" cy="9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CB805E4-CB93-70F1-6145-38CECC22E7B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745877" y="3960955"/>
                <a:ext cx="22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79616F-F9A6-4126-D69D-3994196D58A3}"/>
                  </a:ext>
                </a:extLst>
              </p14:cNvPr>
              <p14:cNvContentPartPr/>
              <p14:nvPr/>
            </p14:nvContentPartPr>
            <p14:xfrm>
              <a:off x="2782957" y="3380275"/>
              <a:ext cx="324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979616F-F9A6-4126-D69D-3994196D58A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74317" y="3371275"/>
                <a:ext cx="208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8C42DA05-4D90-6617-26FA-A1E9FCC01EDC}"/>
              </a:ext>
            </a:extLst>
          </p:cNvPr>
          <p:cNvGrpSpPr/>
          <p:nvPr/>
        </p:nvGrpSpPr>
        <p:grpSpPr>
          <a:xfrm>
            <a:off x="7976317" y="2643355"/>
            <a:ext cx="473760" cy="293040"/>
            <a:chOff x="7976317" y="2643355"/>
            <a:chExt cx="473760" cy="2930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5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F21C90-F908-5E99-C1D0-FC7534AD4BFE}"/>
                    </a:ext>
                  </a:extLst>
                </p14:cNvPr>
                <p14:cNvContentPartPr/>
                <p14:nvPr/>
              </p14:nvContentPartPr>
              <p14:xfrm>
                <a:off x="7976317" y="2686915"/>
                <a:ext cx="23760" cy="180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EF21C90-F908-5E99-C1D0-FC7534AD4BF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67677" y="2678275"/>
                  <a:ext cx="41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8BFDF5-2246-6FBB-AF54-F0D385057D35}"/>
                    </a:ext>
                  </a:extLst>
                </p14:cNvPr>
                <p14:cNvContentPartPr/>
                <p14:nvPr/>
              </p14:nvContentPartPr>
              <p14:xfrm>
                <a:off x="7990717" y="2643355"/>
                <a:ext cx="140040" cy="40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B8BFDF5-2246-6FBB-AF54-F0D385057D3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82077" y="2634715"/>
                  <a:ext cx="157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35E092-8575-583C-DE47-9CCAC69E5BF9}"/>
                    </a:ext>
                  </a:extLst>
                </p14:cNvPr>
                <p14:cNvContentPartPr/>
                <p14:nvPr/>
              </p14:nvContentPartPr>
              <p14:xfrm>
                <a:off x="7986757" y="2732275"/>
                <a:ext cx="115200" cy="9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535E092-8575-583C-DE47-9CCAC69E5BF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77757" y="2723275"/>
                  <a:ext cx="132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C66735-5809-FCB9-7C98-20E674E7DDDD}"/>
                    </a:ext>
                  </a:extLst>
                </p14:cNvPr>
                <p14:cNvContentPartPr/>
                <p14:nvPr/>
              </p14:nvContentPartPr>
              <p14:xfrm>
                <a:off x="8130397" y="2795995"/>
                <a:ext cx="7560" cy="10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5C66735-5809-FCB9-7C98-20E674E7DDD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21397" y="2786995"/>
                  <a:ext cx="25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3400F4-1655-9366-A066-31EE66EE01AE}"/>
                    </a:ext>
                  </a:extLst>
                </p14:cNvPr>
                <p14:cNvContentPartPr/>
                <p14:nvPr/>
              </p14:nvContentPartPr>
              <p14:xfrm>
                <a:off x="8127157" y="2798155"/>
                <a:ext cx="95040" cy="138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C3400F4-1655-9366-A066-31EE66EE01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18157" y="2789515"/>
                  <a:ext cx="112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94E586-FC95-EFFB-B269-35396A54625C}"/>
                    </a:ext>
                  </a:extLst>
                </p14:cNvPr>
                <p14:cNvContentPartPr/>
                <p14:nvPr/>
              </p14:nvContentPartPr>
              <p14:xfrm>
                <a:off x="8332357" y="2771155"/>
                <a:ext cx="104040" cy="9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194E586-FC95-EFFB-B269-35396A54625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3357" y="2762515"/>
                  <a:ext cx="121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5D54AD-80C4-DF51-B57C-580443634787}"/>
                    </a:ext>
                  </a:extLst>
                </p14:cNvPr>
                <p14:cNvContentPartPr/>
                <p14:nvPr/>
              </p14:nvContentPartPr>
              <p14:xfrm>
                <a:off x="8352157" y="2830195"/>
                <a:ext cx="97920" cy="2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35D54AD-80C4-DF51-B57C-58044363478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43157" y="2821195"/>
                  <a:ext cx="1155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4C3AB382-547D-F42E-A8C2-1DDF7822823C}"/>
              </a:ext>
            </a:extLst>
          </p:cNvPr>
          <p:cNvGrpSpPr/>
          <p:nvPr/>
        </p:nvGrpSpPr>
        <p:grpSpPr>
          <a:xfrm>
            <a:off x="8589397" y="2683315"/>
            <a:ext cx="252000" cy="187920"/>
            <a:chOff x="8589397" y="2683315"/>
            <a:chExt cx="252000" cy="1879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6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49F5D3-2D26-83B0-2D20-02857A8C2EEC}"/>
                    </a:ext>
                  </a:extLst>
                </p14:cNvPr>
                <p14:cNvContentPartPr/>
                <p14:nvPr/>
              </p14:nvContentPartPr>
              <p14:xfrm>
                <a:off x="8589397" y="2683315"/>
                <a:ext cx="43560" cy="187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D49F5D3-2D26-83B0-2D20-02857A8C2E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80757" y="2674315"/>
                  <a:ext cx="61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5D07F47-3DE7-9D81-6793-187851F49D87}"/>
                    </a:ext>
                  </a:extLst>
                </p14:cNvPr>
                <p14:cNvContentPartPr/>
                <p14:nvPr/>
              </p14:nvContentPartPr>
              <p14:xfrm>
                <a:off x="8683717" y="2723635"/>
                <a:ext cx="39960" cy="10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5D07F47-3DE7-9D81-6793-187851F49D8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74717" y="2714635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8225A11-5761-4322-FDF6-DE997E9489B5}"/>
                    </a:ext>
                  </a:extLst>
                </p14:cNvPr>
                <p14:cNvContentPartPr/>
                <p14:nvPr/>
              </p14:nvContentPartPr>
              <p14:xfrm>
                <a:off x="8790277" y="2738755"/>
                <a:ext cx="51120" cy="105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8225A11-5761-4322-FDF6-DE997E9489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81637" y="2729755"/>
                  <a:ext cx="687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31" name="Group 33830">
            <a:extLst>
              <a:ext uri="{FF2B5EF4-FFF2-40B4-BE49-F238E27FC236}">
                <a16:creationId xmlns="" xmlns:a16="http://schemas.microsoft.com/office/drawing/2014/main" id="{BDF3DA8E-1958-96CA-7CBE-37A272BA403F}"/>
              </a:ext>
            </a:extLst>
          </p:cNvPr>
          <p:cNvGrpSpPr/>
          <p:nvPr/>
        </p:nvGrpSpPr>
        <p:grpSpPr>
          <a:xfrm>
            <a:off x="8992237" y="2718235"/>
            <a:ext cx="547920" cy="145440"/>
            <a:chOff x="8992237" y="2718235"/>
            <a:chExt cx="547920" cy="1454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7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815F01-4D37-200B-183A-E31EBFF4E730}"/>
                    </a:ext>
                  </a:extLst>
                </p14:cNvPr>
                <p14:cNvContentPartPr/>
                <p14:nvPr/>
              </p14:nvContentPartPr>
              <p14:xfrm>
                <a:off x="9043717" y="2722915"/>
                <a:ext cx="18360" cy="135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7815F01-4D37-200B-183A-E31EBFF4E7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35077" y="2714275"/>
                  <a:ext cx="36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0D67D9-71CE-0CD0-638F-DFD779D7C92B}"/>
                    </a:ext>
                  </a:extLst>
                </p14:cNvPr>
                <p14:cNvContentPartPr/>
                <p14:nvPr/>
              </p14:nvContentPartPr>
              <p14:xfrm>
                <a:off x="8992237" y="2785195"/>
                <a:ext cx="148320" cy="23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40D67D9-71CE-0CD0-638F-DFD779D7C92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83237" y="2776195"/>
                  <a:ext cx="165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CC0358-563C-9058-B253-702240A1730C}"/>
                    </a:ext>
                  </a:extLst>
                </p14:cNvPr>
                <p14:cNvContentPartPr/>
                <p14:nvPr/>
              </p14:nvContentPartPr>
              <p14:xfrm>
                <a:off x="9227317" y="2718235"/>
                <a:ext cx="22680" cy="145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FCC0358-563C-9058-B253-702240A173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218317" y="2709235"/>
                  <a:ext cx="40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1">
              <p14:nvContentPartPr>
                <p14:cNvPr id="33825" name="Ink 33824">
                  <a:extLst>
                    <a:ext uri="{FF2B5EF4-FFF2-40B4-BE49-F238E27FC236}">
                      <a16:creationId xmlns:a16="http://schemas.microsoft.com/office/drawing/2014/main" id="{130C7952-A97C-2BA9-3BB0-1CF71E004D17}"/>
                    </a:ext>
                  </a:extLst>
                </p14:cNvPr>
                <p14:cNvContentPartPr/>
                <p14:nvPr/>
              </p14:nvContentPartPr>
              <p14:xfrm>
                <a:off x="9321997" y="2749195"/>
                <a:ext cx="65880" cy="98280"/>
              </p14:xfrm>
            </p:contentPart>
          </mc:Choice>
          <mc:Fallback>
            <p:pic>
              <p:nvPicPr>
                <p:cNvPr id="33825" name="Ink 338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30C7952-A97C-2BA9-3BB0-1CF71E004D1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313357" y="2740555"/>
                  <a:ext cx="83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3">
              <p14:nvContentPartPr>
                <p14:cNvPr id="33827" name="Ink 33826">
                  <a:extLst>
                    <a:ext uri="{FF2B5EF4-FFF2-40B4-BE49-F238E27FC236}">
                      <a16:creationId xmlns:a16="http://schemas.microsoft.com/office/drawing/2014/main" id="{FA6C3828-CD18-AD66-9550-B2AD9027CA28}"/>
                    </a:ext>
                  </a:extLst>
                </p14:cNvPr>
                <p14:cNvContentPartPr/>
                <p14:nvPr/>
              </p14:nvContentPartPr>
              <p14:xfrm>
                <a:off x="9483637" y="2726155"/>
                <a:ext cx="56520" cy="109440"/>
              </p14:xfrm>
            </p:contentPart>
          </mc:Choice>
          <mc:Fallback>
            <p:pic>
              <p:nvPicPr>
                <p:cNvPr id="33827" name="Ink 338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A6C3828-CD18-AD66-9550-B2AD9027CA2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74997" y="2717155"/>
                  <a:ext cx="7416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30" name="Group 33829">
            <a:extLst>
              <a:ext uri="{FF2B5EF4-FFF2-40B4-BE49-F238E27FC236}">
                <a16:creationId xmlns="" xmlns:a16="http://schemas.microsoft.com/office/drawing/2014/main" id="{2A975EDA-7CDA-6286-4EDB-18000B7B1388}"/>
              </a:ext>
            </a:extLst>
          </p:cNvPr>
          <p:cNvGrpSpPr/>
          <p:nvPr/>
        </p:nvGrpSpPr>
        <p:grpSpPr>
          <a:xfrm>
            <a:off x="9703597" y="2763235"/>
            <a:ext cx="124200" cy="57240"/>
            <a:chOff x="9703597" y="2763235"/>
            <a:chExt cx="124200" cy="572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5">
              <p14:nvContentPartPr>
                <p14:cNvPr id="33828" name="Ink 33827">
                  <a:extLst>
                    <a:ext uri="{FF2B5EF4-FFF2-40B4-BE49-F238E27FC236}">
                      <a16:creationId xmlns:a16="http://schemas.microsoft.com/office/drawing/2014/main" id="{99ED2804-FA2C-8EA8-1099-83A6A8DC8843}"/>
                    </a:ext>
                  </a:extLst>
                </p14:cNvPr>
                <p14:cNvContentPartPr/>
                <p14:nvPr/>
              </p14:nvContentPartPr>
              <p14:xfrm>
                <a:off x="9703597" y="2763235"/>
                <a:ext cx="76320" cy="4320"/>
              </p14:xfrm>
            </p:contentPart>
          </mc:Choice>
          <mc:Fallback>
            <p:pic>
              <p:nvPicPr>
                <p:cNvPr id="33828" name="Ink 338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9ED2804-FA2C-8EA8-1099-83A6A8DC884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94957" y="2754595"/>
                  <a:ext cx="93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7">
              <p14:nvContentPartPr>
                <p14:cNvPr id="33829" name="Ink 33828">
                  <a:extLst>
                    <a:ext uri="{FF2B5EF4-FFF2-40B4-BE49-F238E27FC236}">
                      <a16:creationId xmlns:a16="http://schemas.microsoft.com/office/drawing/2014/main" id="{D6B203C9-9D7E-2769-5508-2427353B4702}"/>
                    </a:ext>
                  </a:extLst>
                </p14:cNvPr>
                <p14:cNvContentPartPr/>
                <p14:nvPr/>
              </p14:nvContentPartPr>
              <p14:xfrm>
                <a:off x="9743917" y="2810755"/>
                <a:ext cx="83880" cy="9720"/>
              </p14:xfrm>
            </p:contentPart>
          </mc:Choice>
          <mc:Fallback>
            <p:pic>
              <p:nvPicPr>
                <p:cNvPr id="33829" name="Ink 338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6B203C9-9D7E-2769-5508-2427353B470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35277" y="2801755"/>
                  <a:ext cx="1015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37" name="Group 33836">
            <a:extLst>
              <a:ext uri="{FF2B5EF4-FFF2-40B4-BE49-F238E27FC236}">
                <a16:creationId xmlns="" xmlns:a16="http://schemas.microsoft.com/office/drawing/2014/main" id="{B1735FF7-F325-456A-FA54-C662BC507185}"/>
              </a:ext>
            </a:extLst>
          </p:cNvPr>
          <p:cNvGrpSpPr/>
          <p:nvPr/>
        </p:nvGrpSpPr>
        <p:grpSpPr>
          <a:xfrm>
            <a:off x="9958477" y="2707075"/>
            <a:ext cx="527760" cy="140040"/>
            <a:chOff x="9958477" y="2707075"/>
            <a:chExt cx="527760" cy="1400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9">
              <p14:nvContentPartPr>
                <p14:cNvPr id="33832" name="Ink 33831">
                  <a:extLst>
                    <a:ext uri="{FF2B5EF4-FFF2-40B4-BE49-F238E27FC236}">
                      <a16:creationId xmlns:a16="http://schemas.microsoft.com/office/drawing/2014/main" id="{93DD6E62-B971-7BAF-811D-92D6AF95B59E}"/>
                    </a:ext>
                  </a:extLst>
                </p14:cNvPr>
                <p14:cNvContentPartPr/>
                <p14:nvPr/>
              </p14:nvContentPartPr>
              <p14:xfrm>
                <a:off x="9958477" y="2707075"/>
                <a:ext cx="72000" cy="140040"/>
              </p14:xfrm>
            </p:contentPart>
          </mc:Choice>
          <mc:Fallback>
            <p:pic>
              <p:nvPicPr>
                <p:cNvPr id="33832" name="Ink 3383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3DD6E62-B971-7BAF-811D-92D6AF95B59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49837" y="2698435"/>
                  <a:ext cx="89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1">
              <p14:nvContentPartPr>
                <p14:cNvPr id="33833" name="Ink 33832">
                  <a:extLst>
                    <a:ext uri="{FF2B5EF4-FFF2-40B4-BE49-F238E27FC236}">
                      <a16:creationId xmlns:a16="http://schemas.microsoft.com/office/drawing/2014/main" id="{A6DD734E-B55E-A459-BD65-2D3158709810}"/>
                    </a:ext>
                  </a:extLst>
                </p14:cNvPr>
                <p14:cNvContentPartPr/>
                <p14:nvPr/>
              </p14:nvContentPartPr>
              <p14:xfrm>
                <a:off x="10105717" y="2738035"/>
                <a:ext cx="52920" cy="95760"/>
              </p14:xfrm>
            </p:contentPart>
          </mc:Choice>
          <mc:Fallback>
            <p:pic>
              <p:nvPicPr>
                <p:cNvPr id="33833" name="Ink 3383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6DD734E-B55E-A459-BD65-2D315870981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96717" y="2729395"/>
                  <a:ext cx="70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3">
              <p14:nvContentPartPr>
                <p14:cNvPr id="33835" name="Ink 33834">
                  <a:extLst>
                    <a:ext uri="{FF2B5EF4-FFF2-40B4-BE49-F238E27FC236}">
                      <a16:creationId xmlns:a16="http://schemas.microsoft.com/office/drawing/2014/main" id="{B5CEDFB0-6FA7-989C-A7BA-90CA35CA37CB}"/>
                    </a:ext>
                  </a:extLst>
                </p14:cNvPr>
                <p14:cNvContentPartPr/>
                <p14:nvPr/>
              </p14:nvContentPartPr>
              <p14:xfrm>
                <a:off x="10210477" y="2746675"/>
                <a:ext cx="49680" cy="90000"/>
              </p14:xfrm>
            </p:contentPart>
          </mc:Choice>
          <mc:Fallback>
            <p:pic>
              <p:nvPicPr>
                <p:cNvPr id="33835" name="Ink 3383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5CEDFB0-6FA7-989C-A7BA-90CA35CA37C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01477" y="2738035"/>
                  <a:ext cx="67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5">
              <p14:nvContentPartPr>
                <p14:cNvPr id="33836" name="Ink 33835">
                  <a:extLst>
                    <a:ext uri="{FF2B5EF4-FFF2-40B4-BE49-F238E27FC236}">
                      <a16:creationId xmlns:a16="http://schemas.microsoft.com/office/drawing/2014/main" id="{D9B60BB0-8A73-4D6B-C22D-C0D728869BA2}"/>
                    </a:ext>
                  </a:extLst>
                </p14:cNvPr>
                <p14:cNvContentPartPr/>
                <p14:nvPr/>
              </p14:nvContentPartPr>
              <p14:xfrm>
                <a:off x="10367077" y="2722555"/>
                <a:ext cx="119160" cy="119880"/>
              </p14:xfrm>
            </p:contentPart>
          </mc:Choice>
          <mc:Fallback>
            <p:pic>
              <p:nvPicPr>
                <p:cNvPr id="33836" name="Ink 3383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9B60BB0-8A73-4D6B-C22D-C0D728869B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58437" y="2713555"/>
                  <a:ext cx="13680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97">
            <p14:nvContentPartPr>
              <p14:cNvPr id="33845" name="Ink 33844">
                <a:extLst>
                  <a:ext uri="{FF2B5EF4-FFF2-40B4-BE49-F238E27FC236}">
                    <a16:creationId xmlns:a16="http://schemas.microsoft.com/office/drawing/2014/main" id="{81115815-3B62-9313-72E2-413380B31859}"/>
                  </a:ext>
                </a:extLst>
              </p14:cNvPr>
              <p14:cNvContentPartPr/>
              <p14:nvPr/>
            </p14:nvContentPartPr>
            <p14:xfrm>
              <a:off x="3869077" y="1699075"/>
              <a:ext cx="6840" cy="7200"/>
            </p14:xfrm>
          </p:contentPart>
        </mc:Choice>
        <mc:Fallback>
          <p:pic>
            <p:nvPicPr>
              <p:cNvPr id="33845" name="Ink 3384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1115815-3B62-9313-72E2-413380B3185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60437" y="1690075"/>
                <a:ext cx="244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9">
            <p14:nvContentPartPr>
              <p14:cNvPr id="33846" name="Ink 33845">
                <a:extLst>
                  <a:ext uri="{FF2B5EF4-FFF2-40B4-BE49-F238E27FC236}">
                    <a16:creationId xmlns:a16="http://schemas.microsoft.com/office/drawing/2014/main" id="{EB82A9BA-2129-FB61-5C9B-49001DF90A79}"/>
                  </a:ext>
                </a:extLst>
              </p14:cNvPr>
              <p14:cNvContentPartPr/>
              <p14:nvPr/>
            </p14:nvContentPartPr>
            <p14:xfrm>
              <a:off x="3933877" y="1771075"/>
              <a:ext cx="360" cy="360"/>
            </p14:xfrm>
          </p:contentPart>
        </mc:Choice>
        <mc:Fallback>
          <p:pic>
            <p:nvPicPr>
              <p:cNvPr id="33846" name="Ink 3384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B82A9BA-2129-FB61-5C9B-49001DF90A7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25237" y="17620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0">
            <p14:nvContentPartPr>
              <p14:cNvPr id="33847" name="Ink 33846">
                <a:extLst>
                  <a:ext uri="{FF2B5EF4-FFF2-40B4-BE49-F238E27FC236}">
                    <a16:creationId xmlns:a16="http://schemas.microsoft.com/office/drawing/2014/main" id="{6D535F8E-F9C8-C2C3-2D1B-E1DED4EE9DD9}"/>
                  </a:ext>
                </a:extLst>
              </p14:cNvPr>
              <p14:cNvContentPartPr/>
              <p14:nvPr/>
            </p14:nvContentPartPr>
            <p14:xfrm>
              <a:off x="3932797" y="3015955"/>
              <a:ext cx="10800" cy="4320"/>
            </p14:xfrm>
          </p:contentPart>
        </mc:Choice>
        <mc:Fallback>
          <p:pic>
            <p:nvPicPr>
              <p:cNvPr id="33847" name="Ink 3384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D535F8E-F9C8-C2C3-2D1B-E1DED4EE9DD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24157" y="3007315"/>
                <a:ext cx="28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2">
            <p14:nvContentPartPr>
              <p14:cNvPr id="33848" name="Ink 33847">
                <a:extLst>
                  <a:ext uri="{FF2B5EF4-FFF2-40B4-BE49-F238E27FC236}">
                    <a16:creationId xmlns:a16="http://schemas.microsoft.com/office/drawing/2014/main" id="{75ABF094-F184-34BA-8C87-612DC151EA76}"/>
                  </a:ext>
                </a:extLst>
              </p14:cNvPr>
              <p14:cNvContentPartPr/>
              <p14:nvPr/>
            </p14:nvContentPartPr>
            <p14:xfrm>
              <a:off x="5438317" y="6284755"/>
              <a:ext cx="12960" cy="3600"/>
            </p14:xfrm>
          </p:contentPart>
        </mc:Choice>
        <mc:Fallback>
          <p:pic>
            <p:nvPicPr>
              <p:cNvPr id="33848" name="Ink 3384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5ABF094-F184-34BA-8C87-612DC151EA7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29677" y="6276115"/>
                <a:ext cx="306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4">
            <p14:nvContentPartPr>
              <p14:cNvPr id="33849" name="Ink 33848">
                <a:extLst>
                  <a:ext uri="{FF2B5EF4-FFF2-40B4-BE49-F238E27FC236}">
                    <a16:creationId xmlns:a16="http://schemas.microsoft.com/office/drawing/2014/main" id="{B3B82B18-E75E-7405-E0C2-C3E807C2B3AC}"/>
                  </a:ext>
                </a:extLst>
              </p14:cNvPr>
              <p14:cNvContentPartPr/>
              <p14:nvPr/>
            </p14:nvContentPartPr>
            <p14:xfrm>
              <a:off x="2794117" y="3006955"/>
              <a:ext cx="32400" cy="37080"/>
            </p14:xfrm>
          </p:contentPart>
        </mc:Choice>
        <mc:Fallback>
          <p:pic>
            <p:nvPicPr>
              <p:cNvPr id="33849" name="Ink 3384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3B82B18-E75E-7405-E0C2-C3E807C2B3A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85477" y="2997955"/>
                <a:ext cx="500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6">
            <p14:nvContentPartPr>
              <p14:cNvPr id="33852" name="Ink 33851">
                <a:extLst>
                  <a:ext uri="{FF2B5EF4-FFF2-40B4-BE49-F238E27FC236}">
                    <a16:creationId xmlns:a16="http://schemas.microsoft.com/office/drawing/2014/main" id="{122DE5C4-B003-4B4C-1E8F-5CFB6DD38E1B}"/>
                  </a:ext>
                </a:extLst>
              </p14:cNvPr>
              <p14:cNvContentPartPr/>
              <p14:nvPr/>
            </p14:nvContentPartPr>
            <p14:xfrm>
              <a:off x="3952597" y="3074995"/>
              <a:ext cx="4680" cy="4320"/>
            </p14:xfrm>
          </p:contentPart>
        </mc:Choice>
        <mc:Fallback>
          <p:pic>
            <p:nvPicPr>
              <p:cNvPr id="33852" name="Ink 3385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22DE5C4-B003-4B4C-1E8F-5CFB6DD38E1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943957" y="3066355"/>
                <a:ext cx="223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55" name="Group 33854">
            <a:extLst>
              <a:ext uri="{FF2B5EF4-FFF2-40B4-BE49-F238E27FC236}">
                <a16:creationId xmlns="" xmlns:a16="http://schemas.microsoft.com/office/drawing/2014/main" id="{ECAB2929-E263-25AA-8FC4-764E0E192C4B}"/>
              </a:ext>
            </a:extLst>
          </p:cNvPr>
          <p:cNvGrpSpPr/>
          <p:nvPr/>
        </p:nvGrpSpPr>
        <p:grpSpPr>
          <a:xfrm>
            <a:off x="3932797" y="1812475"/>
            <a:ext cx="29880" cy="64800"/>
            <a:chOff x="3932797" y="1812475"/>
            <a:chExt cx="29880" cy="648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08">
              <p14:nvContentPartPr>
                <p14:cNvPr id="33850" name="Ink 33849">
                  <a:extLst>
                    <a:ext uri="{FF2B5EF4-FFF2-40B4-BE49-F238E27FC236}">
                      <a16:creationId xmlns:a16="http://schemas.microsoft.com/office/drawing/2014/main" id="{30966BF3-B5B5-8A55-2E94-D99E09E82923}"/>
                    </a:ext>
                  </a:extLst>
                </p14:cNvPr>
                <p14:cNvContentPartPr/>
                <p14:nvPr/>
              </p14:nvContentPartPr>
              <p14:xfrm>
                <a:off x="3932797" y="1812475"/>
                <a:ext cx="13680" cy="23040"/>
              </p14:xfrm>
            </p:contentPart>
          </mc:Choice>
          <mc:Fallback>
            <p:pic>
              <p:nvPicPr>
                <p:cNvPr id="33850" name="Ink 3384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0966BF3-B5B5-8A55-2E94-D99E09E829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24157" y="1803835"/>
                  <a:ext cx="3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0">
              <p14:nvContentPartPr>
                <p14:cNvPr id="33853" name="Ink 33852">
                  <a:extLst>
                    <a:ext uri="{FF2B5EF4-FFF2-40B4-BE49-F238E27FC236}">
                      <a16:creationId xmlns:a16="http://schemas.microsoft.com/office/drawing/2014/main" id="{8015411F-749B-EE86-0832-AFFBCFACF374}"/>
                    </a:ext>
                  </a:extLst>
                </p14:cNvPr>
                <p14:cNvContentPartPr/>
                <p14:nvPr/>
              </p14:nvContentPartPr>
              <p14:xfrm>
                <a:off x="3956917" y="1856395"/>
                <a:ext cx="5760" cy="20880"/>
              </p14:xfrm>
            </p:contentPart>
          </mc:Choice>
          <mc:Fallback>
            <p:pic>
              <p:nvPicPr>
                <p:cNvPr id="33853" name="Ink 3385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015411F-749B-EE86-0832-AFFBCFACF3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47917" y="1847755"/>
                  <a:ext cx="2340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12">
            <p14:nvContentPartPr>
              <p14:cNvPr id="33854" name="Ink 33853">
                <a:extLst>
                  <a:ext uri="{FF2B5EF4-FFF2-40B4-BE49-F238E27FC236}">
                    <a16:creationId xmlns:a16="http://schemas.microsoft.com/office/drawing/2014/main" id="{8DB8AF1B-BFDA-187D-7262-EA9FB92F2448}"/>
                  </a:ext>
                </a:extLst>
              </p14:cNvPr>
              <p14:cNvContentPartPr/>
              <p14:nvPr/>
            </p14:nvContentPartPr>
            <p14:xfrm>
              <a:off x="3997597" y="2945395"/>
              <a:ext cx="1080" cy="2160"/>
            </p14:xfrm>
          </p:contentPart>
        </mc:Choice>
        <mc:Fallback>
          <p:pic>
            <p:nvPicPr>
              <p:cNvPr id="33854" name="Ink 3385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DB8AF1B-BFDA-187D-7262-EA9FB92F24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88957" y="2936395"/>
                <a:ext cx="187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4">
            <p14:nvContentPartPr>
              <p14:cNvPr id="41984" name="Ink 41983">
                <a:extLst>
                  <a:ext uri="{FF2B5EF4-FFF2-40B4-BE49-F238E27FC236}">
                    <a16:creationId xmlns:a16="http://schemas.microsoft.com/office/drawing/2014/main" id="{0CA1B3C7-FE51-7716-8679-EC5B4824CD29}"/>
                  </a:ext>
                </a:extLst>
              </p14:cNvPr>
              <p14:cNvContentPartPr/>
              <p14:nvPr/>
            </p14:nvContentPartPr>
            <p14:xfrm>
              <a:off x="2775757" y="3024595"/>
              <a:ext cx="84960" cy="8640"/>
            </p14:xfrm>
          </p:contentPart>
        </mc:Choice>
        <mc:Fallback>
          <p:pic>
            <p:nvPicPr>
              <p:cNvPr id="41984" name="Ink 4198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CA1B3C7-FE51-7716-8679-EC5B4824CD2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767117" y="3015595"/>
                <a:ext cx="1026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6">
            <p14:nvContentPartPr>
              <p14:cNvPr id="41985" name="Ink 41984">
                <a:extLst>
                  <a:ext uri="{FF2B5EF4-FFF2-40B4-BE49-F238E27FC236}">
                    <a16:creationId xmlns:a16="http://schemas.microsoft.com/office/drawing/2014/main" id="{21C150C7-C8BA-16CE-8666-1AF5AAD0CA85}"/>
                  </a:ext>
                </a:extLst>
              </p14:cNvPr>
              <p14:cNvContentPartPr/>
              <p14:nvPr/>
            </p14:nvContentPartPr>
            <p14:xfrm>
              <a:off x="3872677" y="3006955"/>
              <a:ext cx="360" cy="360"/>
            </p14:xfrm>
          </p:contentPart>
        </mc:Choice>
        <mc:Fallback>
          <p:pic>
            <p:nvPicPr>
              <p:cNvPr id="41985" name="Ink 4198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1C150C7-C8BA-16CE-8666-1AF5AAD0CA8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64037" y="29979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7">
            <p14:nvContentPartPr>
              <p14:cNvPr id="41989" name="Ink 41988">
                <a:extLst>
                  <a:ext uri="{FF2B5EF4-FFF2-40B4-BE49-F238E27FC236}">
                    <a16:creationId xmlns:a16="http://schemas.microsoft.com/office/drawing/2014/main" id="{DB044985-469A-5D68-161C-9B41C071FE1A}"/>
                  </a:ext>
                </a:extLst>
              </p14:cNvPr>
              <p14:cNvContentPartPr/>
              <p14:nvPr/>
            </p14:nvContentPartPr>
            <p14:xfrm>
              <a:off x="5277757" y="1371115"/>
              <a:ext cx="122400" cy="73080"/>
            </p14:xfrm>
          </p:contentPart>
        </mc:Choice>
        <mc:Fallback>
          <p:pic>
            <p:nvPicPr>
              <p:cNvPr id="41989" name="Ink 4198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DB044985-469A-5D68-161C-9B41C071FE1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269117" y="1362475"/>
                <a:ext cx="1400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9">
            <p14:nvContentPartPr>
              <p14:cNvPr id="41990" name="Ink 41989">
                <a:extLst>
                  <a:ext uri="{FF2B5EF4-FFF2-40B4-BE49-F238E27FC236}">
                    <a16:creationId xmlns:a16="http://schemas.microsoft.com/office/drawing/2014/main" id="{9162BDCC-942F-D769-DB07-6D66A8B45978}"/>
                  </a:ext>
                </a:extLst>
              </p14:cNvPr>
              <p14:cNvContentPartPr/>
              <p14:nvPr/>
            </p14:nvContentPartPr>
            <p14:xfrm>
              <a:off x="4310437" y="1837675"/>
              <a:ext cx="101880" cy="42120"/>
            </p14:xfrm>
          </p:contentPart>
        </mc:Choice>
        <mc:Fallback>
          <p:pic>
            <p:nvPicPr>
              <p:cNvPr id="41990" name="Ink 4198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162BDCC-942F-D769-DB07-6D66A8B4597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301797" y="1829035"/>
                <a:ext cx="11952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92" name="Group 41991">
            <a:extLst>
              <a:ext uri="{FF2B5EF4-FFF2-40B4-BE49-F238E27FC236}">
                <a16:creationId xmlns="" xmlns:a16="http://schemas.microsoft.com/office/drawing/2014/main" id="{7B1F27B2-28F3-D13E-0E11-D83512FEEA0B}"/>
              </a:ext>
            </a:extLst>
          </p:cNvPr>
          <p:cNvGrpSpPr/>
          <p:nvPr/>
        </p:nvGrpSpPr>
        <p:grpSpPr>
          <a:xfrm>
            <a:off x="2726797" y="2903635"/>
            <a:ext cx="108720" cy="133920"/>
            <a:chOff x="2726797" y="2903635"/>
            <a:chExt cx="108720" cy="1339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21">
              <p14:nvContentPartPr>
                <p14:cNvPr id="33838" name="Ink 33837">
                  <a:extLst>
                    <a:ext uri="{FF2B5EF4-FFF2-40B4-BE49-F238E27FC236}">
                      <a16:creationId xmlns:a16="http://schemas.microsoft.com/office/drawing/2014/main" id="{F266EB23-09B9-9AF9-E857-D9FE4A22901D}"/>
                    </a:ext>
                  </a:extLst>
                </p14:cNvPr>
                <p14:cNvContentPartPr/>
                <p14:nvPr/>
              </p14:nvContentPartPr>
              <p14:xfrm>
                <a:off x="2742997" y="2903635"/>
                <a:ext cx="21240" cy="81360"/>
              </p14:xfrm>
            </p:contentPart>
          </mc:Choice>
          <mc:Fallback>
            <p:pic>
              <p:nvPicPr>
                <p:cNvPr id="33838" name="Ink 3383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266EB23-09B9-9AF9-E857-D9FE4A22901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34357" y="2894995"/>
                  <a:ext cx="38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3">
              <p14:nvContentPartPr>
                <p14:cNvPr id="33839" name="Ink 33838">
                  <a:extLst>
                    <a:ext uri="{FF2B5EF4-FFF2-40B4-BE49-F238E27FC236}">
                      <a16:creationId xmlns:a16="http://schemas.microsoft.com/office/drawing/2014/main" id="{990E5F5C-7406-5F07-DBD0-C3AF9DA46818}"/>
                    </a:ext>
                  </a:extLst>
                </p14:cNvPr>
                <p14:cNvContentPartPr/>
                <p14:nvPr/>
              </p14:nvContentPartPr>
              <p14:xfrm>
                <a:off x="2809597" y="2979235"/>
                <a:ext cx="8640" cy="3240"/>
              </p14:xfrm>
            </p:contentPart>
          </mc:Choice>
          <mc:Fallback>
            <p:pic>
              <p:nvPicPr>
                <p:cNvPr id="33839" name="Ink 3383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90E5F5C-7406-5F07-DBD0-C3AF9DA4681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800597" y="2970595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5">
              <p14:nvContentPartPr>
                <p14:cNvPr id="33841" name="Ink 33840">
                  <a:extLst>
                    <a:ext uri="{FF2B5EF4-FFF2-40B4-BE49-F238E27FC236}">
                      <a16:creationId xmlns:a16="http://schemas.microsoft.com/office/drawing/2014/main" id="{55DD705D-6B3D-C4CC-CC49-B35340CFD176}"/>
                    </a:ext>
                  </a:extLst>
                </p14:cNvPr>
                <p14:cNvContentPartPr/>
                <p14:nvPr/>
              </p14:nvContentPartPr>
              <p14:xfrm>
                <a:off x="2778277" y="3013435"/>
                <a:ext cx="3960" cy="720"/>
              </p14:xfrm>
            </p:contentPart>
          </mc:Choice>
          <mc:Fallback>
            <p:pic>
              <p:nvPicPr>
                <p:cNvPr id="33841" name="Ink 3384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5DD705D-6B3D-C4CC-CC49-B35340CFD17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69637" y="3004795"/>
                  <a:ext cx="21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7">
              <p14:nvContentPartPr>
                <p14:cNvPr id="33843" name="Ink 33842">
                  <a:extLst>
                    <a:ext uri="{FF2B5EF4-FFF2-40B4-BE49-F238E27FC236}">
                      <a16:creationId xmlns:a16="http://schemas.microsoft.com/office/drawing/2014/main" id="{C9F328CB-829F-381D-7C9C-4DCEF68A2757}"/>
                    </a:ext>
                  </a:extLst>
                </p14:cNvPr>
                <p14:cNvContentPartPr/>
                <p14:nvPr/>
              </p14:nvContentPartPr>
              <p14:xfrm>
                <a:off x="2726797" y="3012355"/>
                <a:ext cx="29160" cy="25200"/>
              </p14:xfrm>
            </p:contentPart>
          </mc:Choice>
          <mc:Fallback>
            <p:pic>
              <p:nvPicPr>
                <p:cNvPr id="33843" name="Ink 3384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9F328CB-829F-381D-7C9C-4DCEF68A275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17797" y="3003355"/>
                  <a:ext cx="46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9">
              <p14:nvContentPartPr>
                <p14:cNvPr id="41991" name="Ink 41990">
                  <a:extLst>
                    <a:ext uri="{FF2B5EF4-FFF2-40B4-BE49-F238E27FC236}">
                      <a16:creationId xmlns:a16="http://schemas.microsoft.com/office/drawing/2014/main" id="{C9F823EE-E4CD-6D5B-68AE-1D623A2A693B}"/>
                    </a:ext>
                  </a:extLst>
                </p14:cNvPr>
                <p14:cNvContentPartPr/>
                <p14:nvPr/>
              </p14:nvContentPartPr>
              <p14:xfrm>
                <a:off x="2813557" y="3005875"/>
                <a:ext cx="21960" cy="2520"/>
              </p14:xfrm>
            </p:contentPart>
          </mc:Choice>
          <mc:Fallback>
            <p:pic>
              <p:nvPicPr>
                <p:cNvPr id="41991" name="Ink 4199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9F823EE-E4CD-6D5B-68AE-1D623A2A693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04917" y="2996875"/>
                  <a:ext cx="3960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31">
            <p14:nvContentPartPr>
              <p14:cNvPr id="41993" name="Ink 41992">
                <a:extLst>
                  <a:ext uri="{FF2B5EF4-FFF2-40B4-BE49-F238E27FC236}">
                    <a16:creationId xmlns:a16="http://schemas.microsoft.com/office/drawing/2014/main" id="{19090991-6CEB-87A6-1F65-C9EDF0815A26}"/>
                  </a:ext>
                </a:extLst>
              </p14:cNvPr>
              <p14:cNvContentPartPr/>
              <p14:nvPr/>
            </p14:nvContentPartPr>
            <p14:xfrm>
              <a:off x="5396917" y="6008275"/>
              <a:ext cx="360" cy="360"/>
            </p14:xfrm>
          </p:contentPart>
        </mc:Choice>
        <mc:Fallback>
          <p:pic>
            <p:nvPicPr>
              <p:cNvPr id="41993" name="Ink 4199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9090991-6CEB-87A6-1F65-C9EDF0815A2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87917" y="59996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2">
            <p14:nvContentPartPr>
              <p14:cNvPr id="41994" name="Ink 41993">
                <a:extLst>
                  <a:ext uri="{FF2B5EF4-FFF2-40B4-BE49-F238E27FC236}">
                    <a16:creationId xmlns:a16="http://schemas.microsoft.com/office/drawing/2014/main" id="{518EFAFA-7CE3-55B1-25EC-6FCE795CB432}"/>
                  </a:ext>
                </a:extLst>
              </p14:cNvPr>
              <p14:cNvContentPartPr/>
              <p14:nvPr/>
            </p14:nvContentPartPr>
            <p14:xfrm>
              <a:off x="4145917" y="2251315"/>
              <a:ext cx="146160" cy="20880"/>
            </p14:xfrm>
          </p:contentPart>
        </mc:Choice>
        <mc:Fallback>
          <p:pic>
            <p:nvPicPr>
              <p:cNvPr id="41994" name="Ink 4199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18EFAFA-7CE3-55B1-25EC-6FCE795CB43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36917" y="2242315"/>
                <a:ext cx="163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4">
            <p14:nvContentPartPr>
              <p14:cNvPr id="41995" name="Ink 41994">
                <a:extLst>
                  <a:ext uri="{FF2B5EF4-FFF2-40B4-BE49-F238E27FC236}">
                    <a16:creationId xmlns:a16="http://schemas.microsoft.com/office/drawing/2014/main" id="{C5B3EA76-683E-6FD3-6732-C97D3C3550A1}"/>
                  </a:ext>
                </a:extLst>
              </p14:cNvPr>
              <p14:cNvContentPartPr/>
              <p14:nvPr/>
            </p14:nvContentPartPr>
            <p14:xfrm>
              <a:off x="5370997" y="1735795"/>
              <a:ext cx="360" cy="360"/>
            </p14:xfrm>
          </p:contentPart>
        </mc:Choice>
        <mc:Fallback>
          <p:pic>
            <p:nvPicPr>
              <p:cNvPr id="41995" name="Ink 4199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5B3EA76-683E-6FD3-6732-C97D3C3550A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62357" y="172715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011" name="Group 42010">
            <a:extLst>
              <a:ext uri="{FF2B5EF4-FFF2-40B4-BE49-F238E27FC236}">
                <a16:creationId xmlns="" xmlns:a16="http://schemas.microsoft.com/office/drawing/2014/main" id="{FC830FF2-7C6B-0CC2-6751-9B834C7FB80B}"/>
              </a:ext>
            </a:extLst>
          </p:cNvPr>
          <p:cNvGrpSpPr/>
          <p:nvPr/>
        </p:nvGrpSpPr>
        <p:grpSpPr>
          <a:xfrm>
            <a:off x="9084757" y="6338755"/>
            <a:ext cx="1546560" cy="297720"/>
            <a:chOff x="9084757" y="6338755"/>
            <a:chExt cx="1546560" cy="2977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35">
              <p14:nvContentPartPr>
                <p14:cNvPr id="41996" name="Ink 41995">
                  <a:extLst>
                    <a:ext uri="{FF2B5EF4-FFF2-40B4-BE49-F238E27FC236}">
                      <a16:creationId xmlns:a16="http://schemas.microsoft.com/office/drawing/2014/main" id="{1A072B10-462D-B75D-043A-E725C8D01A8D}"/>
                    </a:ext>
                  </a:extLst>
                </p14:cNvPr>
                <p14:cNvContentPartPr/>
                <p14:nvPr/>
              </p14:nvContentPartPr>
              <p14:xfrm>
                <a:off x="9084757" y="6352075"/>
                <a:ext cx="100080" cy="236160"/>
              </p14:xfrm>
            </p:contentPart>
          </mc:Choice>
          <mc:Fallback>
            <p:pic>
              <p:nvPicPr>
                <p:cNvPr id="41996" name="Ink 4199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A072B10-462D-B75D-043A-E725C8D01A8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076117" y="6343435"/>
                  <a:ext cx="1177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7">
              <p14:nvContentPartPr>
                <p14:cNvPr id="41997" name="Ink 41996">
                  <a:extLst>
                    <a:ext uri="{FF2B5EF4-FFF2-40B4-BE49-F238E27FC236}">
                      <a16:creationId xmlns:a16="http://schemas.microsoft.com/office/drawing/2014/main" id="{C19FE782-2443-2A56-BC77-CDD5B019BE27}"/>
                    </a:ext>
                  </a:extLst>
                </p14:cNvPr>
                <p14:cNvContentPartPr/>
                <p14:nvPr/>
              </p14:nvContentPartPr>
              <p14:xfrm>
                <a:off x="9139477" y="6338755"/>
                <a:ext cx="152280" cy="27360"/>
              </p14:xfrm>
            </p:contentPart>
          </mc:Choice>
          <mc:Fallback>
            <p:pic>
              <p:nvPicPr>
                <p:cNvPr id="41997" name="Ink 4199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19FE782-2443-2A56-BC77-CDD5B019BE2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30477" y="6330115"/>
                  <a:ext cx="169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9">
              <p14:nvContentPartPr>
                <p14:cNvPr id="41998" name="Ink 41997">
                  <a:extLst>
                    <a:ext uri="{FF2B5EF4-FFF2-40B4-BE49-F238E27FC236}">
                      <a16:creationId xmlns:a16="http://schemas.microsoft.com/office/drawing/2014/main" id="{5B565CDA-FB2F-5DB1-D5C4-EA77342F4A57}"/>
                    </a:ext>
                  </a:extLst>
                </p14:cNvPr>
                <p14:cNvContentPartPr/>
                <p14:nvPr/>
              </p14:nvContentPartPr>
              <p14:xfrm>
                <a:off x="9117157" y="6447835"/>
                <a:ext cx="107640" cy="6120"/>
              </p14:xfrm>
            </p:contentPart>
          </mc:Choice>
          <mc:Fallback>
            <p:pic>
              <p:nvPicPr>
                <p:cNvPr id="41998" name="Ink 4199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B565CDA-FB2F-5DB1-D5C4-EA77342F4A5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108517" y="6438835"/>
                  <a:ext cx="125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1">
              <p14:nvContentPartPr>
                <p14:cNvPr id="41999" name="Ink 41998">
                  <a:extLst>
                    <a:ext uri="{FF2B5EF4-FFF2-40B4-BE49-F238E27FC236}">
                      <a16:creationId xmlns:a16="http://schemas.microsoft.com/office/drawing/2014/main" id="{BCEAA1D8-5B3C-4F65-1C72-E236703F8F87}"/>
                    </a:ext>
                  </a:extLst>
                </p14:cNvPr>
                <p14:cNvContentPartPr/>
                <p14:nvPr/>
              </p14:nvContentPartPr>
              <p14:xfrm>
                <a:off x="9209317" y="6513715"/>
                <a:ext cx="105840" cy="122760"/>
              </p14:xfrm>
            </p:contentPart>
          </mc:Choice>
          <mc:Fallback>
            <p:pic>
              <p:nvPicPr>
                <p:cNvPr id="41999" name="Ink 4199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CEAA1D8-5B3C-4F65-1C72-E236703F8F8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200317" y="6505075"/>
                  <a:ext cx="123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3">
              <p14:nvContentPartPr>
                <p14:cNvPr id="42000" name="Ink 41999">
                  <a:extLst>
                    <a:ext uri="{FF2B5EF4-FFF2-40B4-BE49-F238E27FC236}">
                      <a16:creationId xmlns:a16="http://schemas.microsoft.com/office/drawing/2014/main" id="{93D194FC-CFDD-B153-D527-75CA5EBE2517}"/>
                    </a:ext>
                  </a:extLst>
                </p14:cNvPr>
                <p14:cNvContentPartPr/>
                <p14:nvPr/>
              </p14:nvContentPartPr>
              <p14:xfrm>
                <a:off x="9233077" y="6562315"/>
                <a:ext cx="84600" cy="29520"/>
              </p14:xfrm>
            </p:contentPart>
          </mc:Choice>
          <mc:Fallback>
            <p:pic>
              <p:nvPicPr>
                <p:cNvPr id="42000" name="Ink 4199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3D194FC-CFDD-B153-D527-75CA5EBE251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24437" y="6553315"/>
                  <a:ext cx="102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5">
              <p14:nvContentPartPr>
                <p14:cNvPr id="42001" name="Ink 42000">
                  <a:extLst>
                    <a:ext uri="{FF2B5EF4-FFF2-40B4-BE49-F238E27FC236}">
                      <a16:creationId xmlns:a16="http://schemas.microsoft.com/office/drawing/2014/main" id="{62018113-2F11-1A42-694A-47112991F848}"/>
                    </a:ext>
                  </a:extLst>
                </p14:cNvPr>
                <p14:cNvContentPartPr/>
                <p14:nvPr/>
              </p14:nvContentPartPr>
              <p14:xfrm>
                <a:off x="9401557" y="6456115"/>
                <a:ext cx="101880" cy="41760"/>
              </p14:xfrm>
            </p:contentPart>
          </mc:Choice>
          <mc:Fallback>
            <p:pic>
              <p:nvPicPr>
                <p:cNvPr id="42001" name="Ink 4200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2018113-2F11-1A42-694A-47112991F84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92557" y="6447115"/>
                  <a:ext cx="119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7">
              <p14:nvContentPartPr>
                <p14:cNvPr id="42002" name="Ink 42001">
                  <a:extLst>
                    <a:ext uri="{FF2B5EF4-FFF2-40B4-BE49-F238E27FC236}">
                      <a16:creationId xmlns:a16="http://schemas.microsoft.com/office/drawing/2014/main" id="{07866E07-D7C5-3772-39D9-46E2908398D4}"/>
                    </a:ext>
                  </a:extLst>
                </p14:cNvPr>
                <p14:cNvContentPartPr/>
                <p14:nvPr/>
              </p14:nvContentPartPr>
              <p14:xfrm>
                <a:off x="9550237" y="6409675"/>
                <a:ext cx="32400" cy="149760"/>
              </p14:xfrm>
            </p:contentPart>
          </mc:Choice>
          <mc:Fallback>
            <p:pic>
              <p:nvPicPr>
                <p:cNvPr id="42002" name="Ink 4200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7866E07-D7C5-3772-39D9-46E2908398D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41597" y="6401035"/>
                  <a:ext cx="50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9">
              <p14:nvContentPartPr>
                <p14:cNvPr id="42003" name="Ink 42002">
                  <a:extLst>
                    <a:ext uri="{FF2B5EF4-FFF2-40B4-BE49-F238E27FC236}">
                      <a16:creationId xmlns:a16="http://schemas.microsoft.com/office/drawing/2014/main" id="{A2095C91-5187-B158-6FBE-470971ED64BB}"/>
                    </a:ext>
                  </a:extLst>
                </p14:cNvPr>
                <p14:cNvContentPartPr/>
                <p14:nvPr/>
              </p14:nvContentPartPr>
              <p14:xfrm>
                <a:off x="9582277" y="6371875"/>
                <a:ext cx="131040" cy="74880"/>
              </p14:xfrm>
            </p:contentPart>
          </mc:Choice>
          <mc:Fallback>
            <p:pic>
              <p:nvPicPr>
                <p:cNvPr id="42003" name="Ink 4200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2095C91-5187-B158-6FBE-470971ED64B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73637" y="6363235"/>
                  <a:ext cx="148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1">
              <p14:nvContentPartPr>
                <p14:cNvPr id="42004" name="Ink 42003">
                  <a:extLst>
                    <a:ext uri="{FF2B5EF4-FFF2-40B4-BE49-F238E27FC236}">
                      <a16:creationId xmlns:a16="http://schemas.microsoft.com/office/drawing/2014/main" id="{DB838D52-4DB8-72EE-FD30-3F2B5DB37000}"/>
                    </a:ext>
                  </a:extLst>
                </p14:cNvPr>
                <p14:cNvContentPartPr/>
                <p14:nvPr/>
              </p14:nvContentPartPr>
              <p14:xfrm>
                <a:off x="9662557" y="6547915"/>
                <a:ext cx="88560" cy="78480"/>
              </p14:xfrm>
            </p:contentPart>
          </mc:Choice>
          <mc:Fallback>
            <p:pic>
              <p:nvPicPr>
                <p:cNvPr id="42004" name="Ink 4200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B838D52-4DB8-72EE-FD30-3F2B5DB3700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53557" y="6539275"/>
                  <a:ext cx="106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3">
              <p14:nvContentPartPr>
                <p14:cNvPr id="42005" name="Ink 42004">
                  <a:extLst>
                    <a:ext uri="{FF2B5EF4-FFF2-40B4-BE49-F238E27FC236}">
                      <a16:creationId xmlns:a16="http://schemas.microsoft.com/office/drawing/2014/main" id="{8268E602-ED3A-F41C-66D9-3E42E524BA1E}"/>
                    </a:ext>
                  </a:extLst>
                </p14:cNvPr>
                <p14:cNvContentPartPr/>
                <p14:nvPr/>
              </p14:nvContentPartPr>
              <p14:xfrm>
                <a:off x="9891877" y="6461155"/>
                <a:ext cx="62280" cy="2880"/>
              </p14:xfrm>
            </p:contentPart>
          </mc:Choice>
          <mc:Fallback>
            <p:pic>
              <p:nvPicPr>
                <p:cNvPr id="42005" name="Ink 4200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268E602-ED3A-F41C-66D9-3E42E524BA1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83237" y="6452515"/>
                  <a:ext cx="79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5">
              <p14:nvContentPartPr>
                <p14:cNvPr id="42006" name="Ink 42005">
                  <a:extLst>
                    <a:ext uri="{FF2B5EF4-FFF2-40B4-BE49-F238E27FC236}">
                      <a16:creationId xmlns:a16="http://schemas.microsoft.com/office/drawing/2014/main" id="{31ACB746-8F97-A7AC-B3BA-B61758ACB870}"/>
                    </a:ext>
                  </a:extLst>
                </p14:cNvPr>
                <p14:cNvContentPartPr/>
                <p14:nvPr/>
              </p14:nvContentPartPr>
              <p14:xfrm>
                <a:off x="9912397" y="6498955"/>
                <a:ext cx="65880" cy="2880"/>
              </p14:xfrm>
            </p:contentPart>
          </mc:Choice>
          <mc:Fallback>
            <p:pic>
              <p:nvPicPr>
                <p:cNvPr id="42006" name="Ink 4200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1ACB746-8F97-A7AC-B3BA-B61758ACB87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903397" y="6490315"/>
                  <a:ext cx="83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7">
              <p14:nvContentPartPr>
                <p14:cNvPr id="42007" name="Ink 42006">
                  <a:extLst>
                    <a:ext uri="{FF2B5EF4-FFF2-40B4-BE49-F238E27FC236}">
                      <a16:creationId xmlns:a16="http://schemas.microsoft.com/office/drawing/2014/main" id="{A178D795-CF44-9284-434A-BA7C32D73B46}"/>
                    </a:ext>
                  </a:extLst>
                </p14:cNvPr>
                <p14:cNvContentPartPr/>
                <p14:nvPr/>
              </p14:nvContentPartPr>
              <p14:xfrm>
                <a:off x="10093117" y="6382675"/>
                <a:ext cx="49680" cy="167400"/>
              </p14:xfrm>
            </p:contentPart>
          </mc:Choice>
          <mc:Fallback>
            <p:pic>
              <p:nvPicPr>
                <p:cNvPr id="42007" name="Ink 4200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178D795-CF44-9284-434A-BA7C32D73B4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084477" y="6374035"/>
                  <a:ext cx="67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9">
              <p14:nvContentPartPr>
                <p14:cNvPr id="42008" name="Ink 42007">
                  <a:extLst>
                    <a:ext uri="{FF2B5EF4-FFF2-40B4-BE49-F238E27FC236}">
                      <a16:creationId xmlns:a16="http://schemas.microsoft.com/office/drawing/2014/main" id="{A484931B-E9D5-4CB9-5E80-705A8C54B52D}"/>
                    </a:ext>
                  </a:extLst>
                </p14:cNvPr>
                <p14:cNvContentPartPr/>
                <p14:nvPr/>
              </p14:nvContentPartPr>
              <p14:xfrm>
                <a:off x="10212637" y="6417235"/>
                <a:ext cx="54720" cy="106200"/>
              </p14:xfrm>
            </p:contentPart>
          </mc:Choice>
          <mc:Fallback>
            <p:pic>
              <p:nvPicPr>
                <p:cNvPr id="42008" name="Ink 4200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484931B-E9D5-4CB9-5E80-705A8C54B52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03637" y="6408595"/>
                  <a:ext cx="72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1">
              <p14:nvContentPartPr>
                <p14:cNvPr id="42009" name="Ink 42008">
                  <a:extLst>
                    <a:ext uri="{FF2B5EF4-FFF2-40B4-BE49-F238E27FC236}">
                      <a16:creationId xmlns:a16="http://schemas.microsoft.com/office/drawing/2014/main" id="{069A53B0-68A1-2880-6EED-D6DF1973AB49}"/>
                    </a:ext>
                  </a:extLst>
                </p14:cNvPr>
                <p14:cNvContentPartPr/>
                <p14:nvPr/>
              </p14:nvContentPartPr>
              <p14:xfrm>
                <a:off x="10333957" y="6416155"/>
                <a:ext cx="70920" cy="99000"/>
              </p14:xfrm>
            </p:contentPart>
          </mc:Choice>
          <mc:Fallback>
            <p:pic>
              <p:nvPicPr>
                <p:cNvPr id="42009" name="Ink 4200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69A53B0-68A1-2880-6EED-D6DF1973AB4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325317" y="6407515"/>
                  <a:ext cx="88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3">
              <p14:nvContentPartPr>
                <p14:cNvPr id="42010" name="Ink 42009">
                  <a:extLst>
                    <a:ext uri="{FF2B5EF4-FFF2-40B4-BE49-F238E27FC236}">
                      <a16:creationId xmlns:a16="http://schemas.microsoft.com/office/drawing/2014/main" id="{D1F7F64D-3386-D6ED-BA4D-C9B295E055E6}"/>
                    </a:ext>
                  </a:extLst>
                </p14:cNvPr>
                <p14:cNvContentPartPr/>
                <p14:nvPr/>
              </p14:nvContentPartPr>
              <p14:xfrm>
                <a:off x="10483357" y="6344155"/>
                <a:ext cx="147960" cy="163080"/>
              </p14:xfrm>
            </p:contentPart>
          </mc:Choice>
          <mc:Fallback>
            <p:pic>
              <p:nvPicPr>
                <p:cNvPr id="42010" name="Ink 4200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1F7F64D-3386-D6ED-BA4D-C9B295E055E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474357" y="6335515"/>
                  <a:ext cx="16560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65">
            <p14:nvContentPartPr>
              <p14:cNvPr id="42012" name="Ink 42011">
                <a:extLst>
                  <a:ext uri="{FF2B5EF4-FFF2-40B4-BE49-F238E27FC236}">
                    <a16:creationId xmlns:a16="http://schemas.microsoft.com/office/drawing/2014/main" id="{8EE1BD90-8621-EDCB-FF73-017257B970D0}"/>
                  </a:ext>
                </a:extLst>
              </p14:cNvPr>
              <p14:cNvContentPartPr/>
              <p14:nvPr/>
            </p14:nvContentPartPr>
            <p14:xfrm>
              <a:off x="3954397" y="1786555"/>
              <a:ext cx="4680" cy="4680"/>
            </p14:xfrm>
          </p:contentPart>
        </mc:Choice>
        <mc:Fallback>
          <p:pic>
            <p:nvPicPr>
              <p:cNvPr id="42012" name="Ink 4201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EE1BD90-8621-EDCB-FF73-017257B970D0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945757" y="1777915"/>
                <a:ext cx="223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7">
            <p14:nvContentPartPr>
              <p14:cNvPr id="42013" name="Ink 42012">
                <a:extLst>
                  <a:ext uri="{FF2B5EF4-FFF2-40B4-BE49-F238E27FC236}">
                    <a16:creationId xmlns:a16="http://schemas.microsoft.com/office/drawing/2014/main" id="{9CACD9DD-FD4B-9F4A-ECF2-254100008BA1}"/>
                  </a:ext>
                </a:extLst>
              </p14:cNvPr>
              <p14:cNvContentPartPr/>
              <p14:nvPr/>
            </p14:nvContentPartPr>
            <p14:xfrm>
              <a:off x="4257517" y="1422235"/>
              <a:ext cx="15120" cy="5760"/>
            </p14:xfrm>
          </p:contentPart>
        </mc:Choice>
        <mc:Fallback>
          <p:pic>
            <p:nvPicPr>
              <p:cNvPr id="42013" name="Ink 4201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CACD9DD-FD4B-9F4A-ECF2-254100008BA1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248517" y="1413595"/>
                <a:ext cx="327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9">
            <p14:nvContentPartPr>
              <p14:cNvPr id="33840" name="Ink 33839">
                <a:extLst>
                  <a:ext uri="{FF2B5EF4-FFF2-40B4-BE49-F238E27FC236}">
                    <a16:creationId xmlns:a16="http://schemas.microsoft.com/office/drawing/2014/main" id="{3B2AF2EF-51A2-45F7-4FDB-5D2C16A78DC0}"/>
                  </a:ext>
                </a:extLst>
              </p14:cNvPr>
              <p14:cNvContentPartPr/>
              <p14:nvPr/>
            </p14:nvContentPartPr>
            <p14:xfrm>
              <a:off x="4199557" y="1240435"/>
              <a:ext cx="107280" cy="69840"/>
            </p14:xfrm>
          </p:contentPart>
        </mc:Choice>
        <mc:Fallback>
          <p:pic>
            <p:nvPicPr>
              <p:cNvPr id="33840" name="Ink 3383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B2AF2EF-51A2-45F7-4FDB-5D2C16A78DC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190917" y="1231435"/>
                <a:ext cx="1249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1">
            <p14:nvContentPartPr>
              <p14:cNvPr id="33842" name="Ink 33841">
                <a:extLst>
                  <a:ext uri="{FF2B5EF4-FFF2-40B4-BE49-F238E27FC236}">
                    <a16:creationId xmlns:a16="http://schemas.microsoft.com/office/drawing/2014/main" id="{C2F690A2-FC07-5D14-37E8-07A3779525E0}"/>
                  </a:ext>
                </a:extLst>
              </p14:cNvPr>
              <p14:cNvContentPartPr/>
              <p14:nvPr/>
            </p14:nvContentPartPr>
            <p14:xfrm>
              <a:off x="4820557" y="1815355"/>
              <a:ext cx="5040" cy="5400"/>
            </p14:xfrm>
          </p:contentPart>
        </mc:Choice>
        <mc:Fallback>
          <p:pic>
            <p:nvPicPr>
              <p:cNvPr id="33842" name="Ink 3384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2F690A2-FC07-5D14-37E8-07A3779525E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811557" y="1806355"/>
                <a:ext cx="226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73">
            <p14:nvContentPartPr>
              <p14:cNvPr id="33844" name="Ink 33843">
                <a:extLst>
                  <a:ext uri="{FF2B5EF4-FFF2-40B4-BE49-F238E27FC236}">
                    <a16:creationId xmlns:a16="http://schemas.microsoft.com/office/drawing/2014/main" id="{E9873DA4-3F76-E10C-AE75-6FCDEF3F813B}"/>
                  </a:ext>
                </a:extLst>
              </p14:cNvPr>
              <p14:cNvContentPartPr/>
              <p14:nvPr/>
            </p14:nvContentPartPr>
            <p14:xfrm>
              <a:off x="1869997" y="3061675"/>
              <a:ext cx="2880" cy="2520"/>
            </p14:xfrm>
          </p:contentPart>
        </mc:Choice>
        <mc:Fallback>
          <p:pic>
            <p:nvPicPr>
              <p:cNvPr id="33844" name="Ink 3384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9873DA4-3F76-E10C-AE75-6FCDEF3F813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861357" y="3052675"/>
                <a:ext cx="205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329" name="Group 56328">
            <a:extLst>
              <a:ext uri="{FF2B5EF4-FFF2-40B4-BE49-F238E27FC236}">
                <a16:creationId xmlns="" xmlns:a16="http://schemas.microsoft.com/office/drawing/2014/main" id="{38F629DF-A6AE-8897-84F9-50C7DCF9782E}"/>
              </a:ext>
            </a:extLst>
          </p:cNvPr>
          <p:cNvGrpSpPr/>
          <p:nvPr/>
        </p:nvGrpSpPr>
        <p:grpSpPr>
          <a:xfrm>
            <a:off x="9188077" y="987715"/>
            <a:ext cx="1066320" cy="221400"/>
            <a:chOff x="9188077" y="987715"/>
            <a:chExt cx="1066320" cy="221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75">
              <p14:nvContentPartPr>
                <p14:cNvPr id="33851" name="Ink 33850">
                  <a:extLst>
                    <a:ext uri="{FF2B5EF4-FFF2-40B4-BE49-F238E27FC236}">
                      <a16:creationId xmlns:a16="http://schemas.microsoft.com/office/drawing/2014/main" id="{B84E45D6-DDE1-39EB-8CB1-39ABFB002ECC}"/>
                    </a:ext>
                  </a:extLst>
                </p14:cNvPr>
                <p14:cNvContentPartPr/>
                <p14:nvPr/>
              </p14:nvContentPartPr>
              <p14:xfrm>
                <a:off x="9188077" y="1019035"/>
                <a:ext cx="34200" cy="145800"/>
              </p14:xfrm>
            </p:contentPart>
          </mc:Choice>
          <mc:Fallback>
            <p:pic>
              <p:nvPicPr>
                <p:cNvPr id="33851" name="Ink 3385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84E45D6-DDE1-39EB-8CB1-39ABFB002EC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79437" y="1010035"/>
                  <a:ext cx="51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7">
              <p14:nvContentPartPr>
                <p14:cNvPr id="41988" name="Ink 41987">
                  <a:extLst>
                    <a:ext uri="{FF2B5EF4-FFF2-40B4-BE49-F238E27FC236}">
                      <a16:creationId xmlns:a16="http://schemas.microsoft.com/office/drawing/2014/main" id="{4F232751-0E1B-111B-F118-DF58F9F89FEB}"/>
                    </a:ext>
                  </a:extLst>
                </p14:cNvPr>
                <p14:cNvContentPartPr/>
                <p14:nvPr/>
              </p14:nvContentPartPr>
              <p14:xfrm>
                <a:off x="9214357" y="987715"/>
                <a:ext cx="152640" cy="22680"/>
              </p14:xfrm>
            </p:contentPart>
          </mc:Choice>
          <mc:Fallback>
            <p:pic>
              <p:nvPicPr>
                <p:cNvPr id="41988" name="Ink 4198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F232751-0E1B-111B-F118-DF58F9F89FE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05717" y="979075"/>
                  <a:ext cx="170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9">
              <p14:nvContentPartPr>
                <p14:cNvPr id="42014" name="Ink 42013">
                  <a:extLst>
                    <a:ext uri="{FF2B5EF4-FFF2-40B4-BE49-F238E27FC236}">
                      <a16:creationId xmlns:a16="http://schemas.microsoft.com/office/drawing/2014/main" id="{039CE670-347E-7B92-0A31-2568BE379645}"/>
                    </a:ext>
                  </a:extLst>
                </p14:cNvPr>
                <p14:cNvContentPartPr/>
                <p14:nvPr/>
              </p14:nvContentPartPr>
              <p14:xfrm>
                <a:off x="9249277" y="1078435"/>
                <a:ext cx="63360" cy="8640"/>
              </p14:xfrm>
            </p:contentPart>
          </mc:Choice>
          <mc:Fallback>
            <p:pic>
              <p:nvPicPr>
                <p:cNvPr id="42014" name="Ink 420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39CE670-347E-7B92-0A31-2568BE37964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40637" y="1069795"/>
                  <a:ext cx="81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1">
              <p14:nvContentPartPr>
                <p14:cNvPr id="42015" name="Ink 42014">
                  <a:extLst>
                    <a:ext uri="{FF2B5EF4-FFF2-40B4-BE49-F238E27FC236}">
                      <a16:creationId xmlns:a16="http://schemas.microsoft.com/office/drawing/2014/main" id="{54315FDE-EAE4-8031-D200-B2169EB865D4}"/>
                    </a:ext>
                  </a:extLst>
                </p14:cNvPr>
                <p14:cNvContentPartPr/>
                <p14:nvPr/>
              </p14:nvContentPartPr>
              <p14:xfrm>
                <a:off x="9311917" y="1110475"/>
                <a:ext cx="91080" cy="98640"/>
              </p14:xfrm>
            </p:contentPart>
          </mc:Choice>
          <mc:Fallback>
            <p:pic>
              <p:nvPicPr>
                <p:cNvPr id="42015" name="Ink 420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4315FDE-EAE4-8031-D200-B2169EB865D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303277" y="1101835"/>
                  <a:ext cx="108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3">
              <p14:nvContentPartPr>
                <p14:cNvPr id="56320" name="Ink 56319">
                  <a:extLst>
                    <a:ext uri="{FF2B5EF4-FFF2-40B4-BE49-F238E27FC236}">
                      <a16:creationId xmlns:a16="http://schemas.microsoft.com/office/drawing/2014/main" id="{802B44E9-5E8E-391C-75C2-BC4A9D2178DC}"/>
                    </a:ext>
                  </a:extLst>
                </p14:cNvPr>
                <p14:cNvContentPartPr/>
                <p14:nvPr/>
              </p14:nvContentPartPr>
              <p14:xfrm>
                <a:off x="9372037" y="1160155"/>
                <a:ext cx="49680" cy="3600"/>
              </p14:xfrm>
            </p:contentPart>
          </mc:Choice>
          <mc:Fallback>
            <p:pic>
              <p:nvPicPr>
                <p:cNvPr id="56320" name="Ink 563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02B44E9-5E8E-391C-75C2-BC4A9D2178D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363037" y="1151515"/>
                  <a:ext cx="67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5">
              <p14:nvContentPartPr>
                <p14:cNvPr id="56321" name="Ink 56320">
                  <a:extLst>
                    <a:ext uri="{FF2B5EF4-FFF2-40B4-BE49-F238E27FC236}">
                      <a16:creationId xmlns:a16="http://schemas.microsoft.com/office/drawing/2014/main" id="{B3168B09-736E-79E3-5675-3E9E488606E9}"/>
                    </a:ext>
                  </a:extLst>
                </p14:cNvPr>
                <p14:cNvContentPartPr/>
                <p14:nvPr/>
              </p14:nvContentPartPr>
              <p14:xfrm>
                <a:off x="9495157" y="1088515"/>
                <a:ext cx="86760" cy="3960"/>
              </p14:xfrm>
            </p:contentPart>
          </mc:Choice>
          <mc:Fallback>
            <p:pic>
              <p:nvPicPr>
                <p:cNvPr id="56321" name="Ink 563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3168B09-736E-79E3-5675-3E9E488606E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486517" y="1079515"/>
                  <a:ext cx="104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7">
              <p14:nvContentPartPr>
                <p14:cNvPr id="56322" name="Ink 56321">
                  <a:extLst>
                    <a:ext uri="{FF2B5EF4-FFF2-40B4-BE49-F238E27FC236}">
                      <a16:creationId xmlns:a16="http://schemas.microsoft.com/office/drawing/2014/main" id="{F3FBD5AF-8F0D-EFFC-60BA-ED6E2814868C}"/>
                    </a:ext>
                  </a:extLst>
                </p14:cNvPr>
                <p14:cNvContentPartPr/>
                <p14:nvPr/>
              </p14:nvContentPartPr>
              <p14:xfrm>
                <a:off x="9707557" y="999235"/>
                <a:ext cx="22320" cy="199440"/>
              </p14:xfrm>
            </p:contentPart>
          </mc:Choice>
          <mc:Fallback>
            <p:pic>
              <p:nvPicPr>
                <p:cNvPr id="56322" name="Ink 563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3FBD5AF-8F0D-EFFC-60BA-ED6E2814868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698557" y="990235"/>
                  <a:ext cx="39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9">
              <p14:nvContentPartPr>
                <p14:cNvPr id="56323" name="Ink 56322">
                  <a:extLst>
                    <a:ext uri="{FF2B5EF4-FFF2-40B4-BE49-F238E27FC236}">
                      <a16:creationId xmlns:a16="http://schemas.microsoft.com/office/drawing/2014/main" id="{C08B933E-21F0-ECF9-FA16-86E8FB65A57F}"/>
                    </a:ext>
                  </a:extLst>
                </p14:cNvPr>
                <p14:cNvContentPartPr/>
                <p14:nvPr/>
              </p14:nvContentPartPr>
              <p14:xfrm>
                <a:off x="9737437" y="1001395"/>
                <a:ext cx="101880" cy="14400"/>
              </p14:xfrm>
            </p:contentPart>
          </mc:Choice>
          <mc:Fallback>
            <p:pic>
              <p:nvPicPr>
                <p:cNvPr id="56323" name="Ink 563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08B933E-21F0-ECF9-FA16-86E8FB65A5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728797" y="992395"/>
                  <a:ext cx="119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1">
              <p14:nvContentPartPr>
                <p14:cNvPr id="56324" name="Ink 56323">
                  <a:extLst>
                    <a:ext uri="{FF2B5EF4-FFF2-40B4-BE49-F238E27FC236}">
                      <a16:creationId xmlns:a16="http://schemas.microsoft.com/office/drawing/2014/main" id="{2DE4FD75-4C1E-6FDD-840B-99AF22B4891D}"/>
                    </a:ext>
                  </a:extLst>
                </p14:cNvPr>
                <p14:cNvContentPartPr/>
                <p14:nvPr/>
              </p14:nvContentPartPr>
              <p14:xfrm>
                <a:off x="9727717" y="1092115"/>
                <a:ext cx="64080" cy="4320"/>
              </p14:xfrm>
            </p:contentPart>
          </mc:Choice>
          <mc:Fallback>
            <p:pic>
              <p:nvPicPr>
                <p:cNvPr id="56324" name="Ink 563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DE4FD75-4C1E-6FDD-840B-99AF22B4891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19077" y="1083475"/>
                  <a:ext cx="81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3">
              <p14:nvContentPartPr>
                <p14:cNvPr id="56325" name="Ink 56324">
                  <a:extLst>
                    <a:ext uri="{FF2B5EF4-FFF2-40B4-BE49-F238E27FC236}">
                      <a16:creationId xmlns:a16="http://schemas.microsoft.com/office/drawing/2014/main" id="{6AE24B14-747B-A434-49B4-5D4AA31EC9CC}"/>
                    </a:ext>
                  </a:extLst>
                </p14:cNvPr>
                <p14:cNvContentPartPr/>
                <p14:nvPr/>
              </p14:nvContentPartPr>
              <p14:xfrm>
                <a:off x="9807277" y="1129915"/>
                <a:ext cx="77400" cy="66600"/>
              </p14:xfrm>
            </p:contentPart>
          </mc:Choice>
          <mc:Fallback>
            <p:pic>
              <p:nvPicPr>
                <p:cNvPr id="56325" name="Ink 563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AE24B14-747B-A434-49B4-5D4AA31EC9C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798277" y="1120915"/>
                  <a:ext cx="95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5">
              <p14:nvContentPartPr>
                <p14:cNvPr id="56326" name="Ink 56325">
                  <a:extLst>
                    <a:ext uri="{FF2B5EF4-FFF2-40B4-BE49-F238E27FC236}">
                      <a16:creationId xmlns:a16="http://schemas.microsoft.com/office/drawing/2014/main" id="{C8A7F54D-3437-7EC9-EA50-2D1E1EE37AFD}"/>
                    </a:ext>
                  </a:extLst>
                </p14:cNvPr>
                <p14:cNvContentPartPr/>
                <p14:nvPr/>
              </p14:nvContentPartPr>
              <p14:xfrm>
                <a:off x="10004197" y="1074835"/>
                <a:ext cx="64800" cy="2160"/>
              </p14:xfrm>
            </p:contentPart>
          </mc:Choice>
          <mc:Fallback>
            <p:pic>
              <p:nvPicPr>
                <p:cNvPr id="56326" name="Ink 563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8A7F54D-3437-7EC9-EA50-2D1E1EE37AF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95557" y="1065835"/>
                  <a:ext cx="82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7">
              <p14:nvContentPartPr>
                <p14:cNvPr id="56327" name="Ink 56326">
                  <a:extLst>
                    <a:ext uri="{FF2B5EF4-FFF2-40B4-BE49-F238E27FC236}">
                      <a16:creationId xmlns:a16="http://schemas.microsoft.com/office/drawing/2014/main" id="{63E37E1B-0118-E3DD-65C1-C23FE1D17173}"/>
                    </a:ext>
                  </a:extLst>
                </p14:cNvPr>
                <p14:cNvContentPartPr/>
                <p14:nvPr/>
              </p14:nvContentPartPr>
              <p14:xfrm>
                <a:off x="10013917" y="1110475"/>
                <a:ext cx="61560" cy="9720"/>
              </p14:xfrm>
            </p:contentPart>
          </mc:Choice>
          <mc:Fallback>
            <p:pic>
              <p:nvPicPr>
                <p:cNvPr id="56327" name="Ink 563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3E37E1B-0118-E3DD-65C1-C23FE1D1717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004917" y="1101835"/>
                  <a:ext cx="79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9">
              <p14:nvContentPartPr>
                <p14:cNvPr id="56328" name="Ink 56327">
                  <a:extLst>
                    <a:ext uri="{FF2B5EF4-FFF2-40B4-BE49-F238E27FC236}">
                      <a16:creationId xmlns:a16="http://schemas.microsoft.com/office/drawing/2014/main" id="{262DFF89-FB27-AEDF-16C3-4D8ADE7F4523}"/>
                    </a:ext>
                  </a:extLst>
                </p14:cNvPr>
                <p14:cNvContentPartPr/>
                <p14:nvPr/>
              </p14:nvContentPartPr>
              <p14:xfrm>
                <a:off x="10157917" y="1014355"/>
                <a:ext cx="96480" cy="90000"/>
              </p14:xfrm>
            </p:contentPart>
          </mc:Choice>
          <mc:Fallback>
            <p:pic>
              <p:nvPicPr>
                <p:cNvPr id="56328" name="Ink 563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62DFF89-FB27-AEDF-16C3-4D8ADE7F452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49277" y="1005355"/>
                  <a:ext cx="11412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01">
            <p14:nvContentPartPr>
              <p14:cNvPr id="56331" name="Ink 56330">
                <a:extLst>
                  <a:ext uri="{FF2B5EF4-FFF2-40B4-BE49-F238E27FC236}">
                    <a16:creationId xmlns:a16="http://schemas.microsoft.com/office/drawing/2014/main" id="{FE59CC09-E77F-49BF-F991-F9D49D349E4D}"/>
                  </a:ext>
                </a:extLst>
              </p14:cNvPr>
              <p14:cNvContentPartPr/>
              <p14:nvPr/>
            </p14:nvContentPartPr>
            <p14:xfrm>
              <a:off x="2780077" y="3009475"/>
              <a:ext cx="12240" cy="11160"/>
            </p14:xfrm>
          </p:contentPart>
        </mc:Choice>
        <mc:Fallback>
          <p:pic>
            <p:nvPicPr>
              <p:cNvPr id="56331" name="Ink 5633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E59CC09-E77F-49BF-F991-F9D49D349E4D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2771077" y="3000835"/>
                <a:ext cx="298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3">
            <p14:nvContentPartPr>
              <p14:cNvPr id="56332" name="Ink 56331">
                <a:extLst>
                  <a:ext uri="{FF2B5EF4-FFF2-40B4-BE49-F238E27FC236}">
                    <a16:creationId xmlns:a16="http://schemas.microsoft.com/office/drawing/2014/main" id="{8963609D-21E0-087F-1EB8-B42920BD8A06}"/>
                  </a:ext>
                </a:extLst>
              </p14:cNvPr>
              <p14:cNvContentPartPr/>
              <p14:nvPr/>
            </p14:nvContentPartPr>
            <p14:xfrm>
              <a:off x="3914077" y="3020635"/>
              <a:ext cx="196920" cy="13680"/>
            </p14:xfrm>
          </p:contentPart>
        </mc:Choice>
        <mc:Fallback>
          <p:pic>
            <p:nvPicPr>
              <p:cNvPr id="56332" name="Ink 5633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963609D-21E0-087F-1EB8-B42920BD8A0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3905437" y="3011635"/>
                <a:ext cx="2145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341" name="Group 56340">
            <a:extLst>
              <a:ext uri="{FF2B5EF4-FFF2-40B4-BE49-F238E27FC236}">
                <a16:creationId xmlns="" xmlns:a16="http://schemas.microsoft.com/office/drawing/2014/main" id="{83CD7274-310A-98CF-48A9-69552787D8C7}"/>
              </a:ext>
            </a:extLst>
          </p:cNvPr>
          <p:cNvGrpSpPr/>
          <p:nvPr/>
        </p:nvGrpSpPr>
        <p:grpSpPr>
          <a:xfrm>
            <a:off x="4892197" y="1785115"/>
            <a:ext cx="178560" cy="249480"/>
            <a:chOff x="4892197" y="1785115"/>
            <a:chExt cx="178560" cy="2494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05">
              <p14:nvContentPartPr>
                <p14:cNvPr id="56336" name="Ink 56335">
                  <a:extLst>
                    <a:ext uri="{FF2B5EF4-FFF2-40B4-BE49-F238E27FC236}">
                      <a16:creationId xmlns:a16="http://schemas.microsoft.com/office/drawing/2014/main" id="{EB1071F0-D876-1542-48ED-C63FE19ADD36}"/>
                    </a:ext>
                  </a:extLst>
                </p14:cNvPr>
                <p14:cNvContentPartPr/>
                <p14:nvPr/>
              </p14:nvContentPartPr>
              <p14:xfrm>
                <a:off x="5042317" y="1819675"/>
                <a:ext cx="28440" cy="214920"/>
              </p14:xfrm>
            </p:contentPart>
          </mc:Choice>
          <mc:Fallback>
            <p:pic>
              <p:nvPicPr>
                <p:cNvPr id="56336" name="Ink 5633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B1071F0-D876-1542-48ED-C63FE19ADD3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33677" y="1810675"/>
                  <a:ext cx="46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07">
              <p14:nvContentPartPr>
                <p14:cNvPr id="56340" name="Ink 56339">
                  <a:extLst>
                    <a:ext uri="{FF2B5EF4-FFF2-40B4-BE49-F238E27FC236}">
                      <a16:creationId xmlns:a16="http://schemas.microsoft.com/office/drawing/2014/main" id="{143CC39E-73D3-BFBB-9156-8CB6A52E26C8}"/>
                    </a:ext>
                  </a:extLst>
                </p14:cNvPr>
                <p14:cNvContentPartPr/>
                <p14:nvPr/>
              </p14:nvContentPartPr>
              <p14:xfrm>
                <a:off x="4892197" y="1785115"/>
                <a:ext cx="157320" cy="104760"/>
              </p14:xfrm>
            </p:contentPart>
          </mc:Choice>
          <mc:Fallback>
            <p:pic>
              <p:nvPicPr>
                <p:cNvPr id="56340" name="Ink 5633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43CC39E-73D3-BFBB-9156-8CB6A52E26C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83197" y="1776115"/>
                  <a:ext cx="1749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349" name="Group 56348">
            <a:extLst>
              <a:ext uri="{FF2B5EF4-FFF2-40B4-BE49-F238E27FC236}">
                <a16:creationId xmlns="" xmlns:a16="http://schemas.microsoft.com/office/drawing/2014/main" id="{BCDAB5F6-4841-A16B-1640-CB4120203979}"/>
              </a:ext>
            </a:extLst>
          </p:cNvPr>
          <p:cNvGrpSpPr/>
          <p:nvPr/>
        </p:nvGrpSpPr>
        <p:grpSpPr>
          <a:xfrm>
            <a:off x="4407637" y="2271835"/>
            <a:ext cx="1190880" cy="789120"/>
            <a:chOff x="4407637" y="2271835"/>
            <a:chExt cx="1190880" cy="7891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09">
              <p14:nvContentPartPr>
                <p14:cNvPr id="56337" name="Ink 56336">
                  <a:extLst>
                    <a:ext uri="{FF2B5EF4-FFF2-40B4-BE49-F238E27FC236}">
                      <a16:creationId xmlns:a16="http://schemas.microsoft.com/office/drawing/2014/main" id="{D8D3D09E-E524-2B7E-76D7-11892545236B}"/>
                    </a:ext>
                  </a:extLst>
                </p14:cNvPr>
                <p14:cNvContentPartPr/>
                <p14:nvPr/>
              </p14:nvContentPartPr>
              <p14:xfrm>
                <a:off x="5062837" y="2341675"/>
                <a:ext cx="2880" cy="34560"/>
              </p14:xfrm>
            </p:contentPart>
          </mc:Choice>
          <mc:Fallback>
            <p:pic>
              <p:nvPicPr>
                <p:cNvPr id="56337" name="Ink 5633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8D3D09E-E524-2B7E-76D7-11892545236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053837" y="2332675"/>
                  <a:ext cx="20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1">
              <p14:nvContentPartPr>
                <p14:cNvPr id="56333" name="Ink 56332">
                  <a:extLst>
                    <a:ext uri="{FF2B5EF4-FFF2-40B4-BE49-F238E27FC236}">
                      <a16:creationId xmlns:a16="http://schemas.microsoft.com/office/drawing/2014/main" id="{6D1F3F51-38C1-0FCB-A9C3-3B54C7CC1BE2}"/>
                    </a:ext>
                  </a:extLst>
                </p14:cNvPr>
                <p14:cNvContentPartPr/>
                <p14:nvPr/>
              </p14:nvContentPartPr>
              <p14:xfrm>
                <a:off x="4407637" y="3027475"/>
                <a:ext cx="435960" cy="23760"/>
              </p14:xfrm>
            </p:contentPart>
          </mc:Choice>
          <mc:Fallback>
            <p:pic>
              <p:nvPicPr>
                <p:cNvPr id="56333" name="Ink 5633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D1F3F51-38C1-0FCB-A9C3-3B54C7CC1BE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398637" y="3018835"/>
                  <a:ext cx="453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3">
              <p14:nvContentPartPr>
                <p14:cNvPr id="56334" name="Ink 56333">
                  <a:extLst>
                    <a:ext uri="{FF2B5EF4-FFF2-40B4-BE49-F238E27FC236}">
                      <a16:creationId xmlns:a16="http://schemas.microsoft.com/office/drawing/2014/main" id="{8006BFC6-3665-7A2D-EADB-0F1641326BA5}"/>
                    </a:ext>
                  </a:extLst>
                </p14:cNvPr>
                <p14:cNvContentPartPr/>
                <p14:nvPr/>
              </p14:nvContentPartPr>
              <p14:xfrm>
                <a:off x="4988677" y="3017035"/>
                <a:ext cx="194400" cy="30240"/>
              </p14:xfrm>
            </p:contentPart>
          </mc:Choice>
          <mc:Fallback>
            <p:pic>
              <p:nvPicPr>
                <p:cNvPr id="56334" name="Ink 5633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006BFC6-3665-7A2D-EADB-0F1641326BA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80037" y="3008395"/>
                  <a:ext cx="212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5">
              <p14:nvContentPartPr>
                <p14:cNvPr id="56338" name="Ink 56337">
                  <a:extLst>
                    <a:ext uri="{FF2B5EF4-FFF2-40B4-BE49-F238E27FC236}">
                      <a16:creationId xmlns:a16="http://schemas.microsoft.com/office/drawing/2014/main" id="{19B6629A-D9C2-80D8-DFF1-19933F5FBC37}"/>
                    </a:ext>
                  </a:extLst>
                </p14:cNvPr>
                <p14:cNvContentPartPr/>
                <p14:nvPr/>
              </p14:nvContentPartPr>
              <p14:xfrm>
                <a:off x="5085517" y="2516275"/>
                <a:ext cx="19440" cy="465120"/>
              </p14:xfrm>
            </p:contentPart>
          </mc:Choice>
          <mc:Fallback>
            <p:pic>
              <p:nvPicPr>
                <p:cNvPr id="56338" name="Ink 5633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9B6629A-D9C2-80D8-DFF1-19933F5FBC3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76877" y="2507635"/>
                  <a:ext cx="370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7">
              <p14:nvContentPartPr>
                <p14:cNvPr id="56342" name="Ink 56341">
                  <a:extLst>
                    <a:ext uri="{FF2B5EF4-FFF2-40B4-BE49-F238E27FC236}">
                      <a16:creationId xmlns:a16="http://schemas.microsoft.com/office/drawing/2014/main" id="{7C363847-74A8-95BD-6ACC-8E880475F981}"/>
                    </a:ext>
                  </a:extLst>
                </p14:cNvPr>
                <p14:cNvContentPartPr/>
                <p14:nvPr/>
              </p14:nvContentPartPr>
              <p14:xfrm>
                <a:off x="4970677" y="2892835"/>
                <a:ext cx="189000" cy="168120"/>
              </p14:xfrm>
            </p:contentPart>
          </mc:Choice>
          <mc:Fallback>
            <p:pic>
              <p:nvPicPr>
                <p:cNvPr id="56342" name="Ink 5634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C363847-74A8-95BD-6ACC-8E880475F98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62037" y="2883835"/>
                  <a:ext cx="206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9">
              <p14:nvContentPartPr>
                <p14:cNvPr id="56344" name="Ink 56343">
                  <a:extLst>
                    <a:ext uri="{FF2B5EF4-FFF2-40B4-BE49-F238E27FC236}">
                      <a16:creationId xmlns:a16="http://schemas.microsoft.com/office/drawing/2014/main" id="{E85626F9-B798-9B03-AC76-7C0A605B7A73}"/>
                    </a:ext>
                  </a:extLst>
                </p14:cNvPr>
                <p14:cNvContentPartPr/>
                <p14:nvPr/>
              </p14:nvContentPartPr>
              <p14:xfrm>
                <a:off x="5235277" y="2302435"/>
                <a:ext cx="14400" cy="114120"/>
              </p14:xfrm>
            </p:contentPart>
          </mc:Choice>
          <mc:Fallback>
            <p:pic>
              <p:nvPicPr>
                <p:cNvPr id="56344" name="Ink 5634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85626F9-B798-9B03-AC76-7C0A605B7A7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26277" y="2293795"/>
                  <a:ext cx="3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1">
              <p14:nvContentPartPr>
                <p14:cNvPr id="56345" name="Ink 56344">
                  <a:extLst>
                    <a:ext uri="{FF2B5EF4-FFF2-40B4-BE49-F238E27FC236}">
                      <a16:creationId xmlns:a16="http://schemas.microsoft.com/office/drawing/2014/main" id="{9CC9AE9A-51D7-EFAE-DF91-E0CDD6C79C0D}"/>
                    </a:ext>
                  </a:extLst>
                </p14:cNvPr>
                <p14:cNvContentPartPr/>
                <p14:nvPr/>
              </p14:nvContentPartPr>
              <p14:xfrm>
                <a:off x="5183437" y="2271835"/>
                <a:ext cx="109800" cy="188640"/>
              </p14:xfrm>
            </p:contentPart>
          </mc:Choice>
          <mc:Fallback>
            <p:pic>
              <p:nvPicPr>
                <p:cNvPr id="56345" name="Ink 5634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CC9AE9A-51D7-EFAE-DF91-E0CDD6C79C0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174797" y="2263195"/>
                  <a:ext cx="127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3">
              <p14:nvContentPartPr>
                <p14:cNvPr id="56346" name="Ink 56345">
                  <a:extLst>
                    <a:ext uri="{FF2B5EF4-FFF2-40B4-BE49-F238E27FC236}">
                      <a16:creationId xmlns:a16="http://schemas.microsoft.com/office/drawing/2014/main" id="{1A752040-C617-573C-DC75-48D2DAB4A5D0}"/>
                    </a:ext>
                  </a:extLst>
                </p14:cNvPr>
                <p14:cNvContentPartPr/>
                <p14:nvPr/>
              </p14:nvContentPartPr>
              <p14:xfrm>
                <a:off x="5308357" y="2273995"/>
                <a:ext cx="69480" cy="241200"/>
              </p14:xfrm>
            </p:contentPart>
          </mc:Choice>
          <mc:Fallback>
            <p:pic>
              <p:nvPicPr>
                <p:cNvPr id="56346" name="Ink 5634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A752040-C617-573C-DC75-48D2DAB4A5D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299717" y="2265355"/>
                  <a:ext cx="87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5">
              <p14:nvContentPartPr>
                <p14:cNvPr id="56347" name="Ink 56346">
                  <a:extLst>
                    <a:ext uri="{FF2B5EF4-FFF2-40B4-BE49-F238E27FC236}">
                      <a16:creationId xmlns:a16="http://schemas.microsoft.com/office/drawing/2014/main" id="{28EB8FE2-61C4-DCC1-5FED-79D1A7117CBB}"/>
                    </a:ext>
                  </a:extLst>
                </p14:cNvPr>
                <p14:cNvContentPartPr/>
                <p14:nvPr/>
              </p14:nvContentPartPr>
              <p14:xfrm>
                <a:off x="5386117" y="2315755"/>
                <a:ext cx="154080" cy="190440"/>
              </p14:xfrm>
            </p:contentPart>
          </mc:Choice>
          <mc:Fallback>
            <p:pic>
              <p:nvPicPr>
                <p:cNvPr id="56347" name="Ink 5634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8EB8FE2-61C4-DCC1-5FED-79D1A7117CB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377477" y="2306755"/>
                  <a:ext cx="171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27">
              <p14:nvContentPartPr>
                <p14:cNvPr id="56348" name="Ink 56347">
                  <a:extLst>
                    <a:ext uri="{FF2B5EF4-FFF2-40B4-BE49-F238E27FC236}">
                      <a16:creationId xmlns:a16="http://schemas.microsoft.com/office/drawing/2014/main" id="{094AD1BA-9407-3584-5492-5E52635BC03E}"/>
                    </a:ext>
                  </a:extLst>
                </p14:cNvPr>
                <p14:cNvContentPartPr/>
                <p14:nvPr/>
              </p14:nvContentPartPr>
              <p14:xfrm>
                <a:off x="5513557" y="2378395"/>
                <a:ext cx="84960" cy="106920"/>
              </p14:xfrm>
            </p:contentPart>
          </mc:Choice>
          <mc:Fallback>
            <p:pic>
              <p:nvPicPr>
                <p:cNvPr id="56348" name="Ink 5634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94AD1BA-9407-3584-5492-5E52635BC03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504557" y="2369395"/>
                  <a:ext cx="102600" cy="12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2377127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1308" y="1148852"/>
            <a:ext cx="5302859" cy="4063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9524" y="4482465"/>
            <a:ext cx="79057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4">
            <p14:nvContentPartPr>
              <p14:cNvPr id="6349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32300" y="4613275"/>
              <a:ext cx="900113" cy="192088"/>
            </p14:xfrm>
          </p:contentPart>
        </mc:Choice>
        <mc:Fallback>
          <p:pic>
            <p:nvPicPr>
              <p:cNvPr id="6349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25817" y="4606800"/>
                <a:ext cx="912359" cy="2043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6350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209800" y="3641725"/>
              <a:ext cx="673100" cy="185738"/>
            </p14:xfrm>
          </p:contentPart>
        </mc:Choice>
        <mc:Fallback>
          <p:pic>
            <p:nvPicPr>
              <p:cNvPr id="6350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203304" y="3635091"/>
                <a:ext cx="685371" cy="198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529B5-8F32-ECFF-4AA8-8E72D4863DF8}"/>
                  </a:ext>
                </a:extLst>
              </p:cNvPr>
              <p:cNvSpPr txBox="1"/>
              <p:nvPr/>
            </p:nvSpPr>
            <p:spPr>
              <a:xfrm>
                <a:off x="7151688" y="3990022"/>
                <a:ext cx="212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D54529B5-8F32-ECFF-4AA8-8E72D4863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688" y="3990022"/>
                <a:ext cx="2127698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4C4910-426E-0077-FB8A-9159307C83D1}"/>
                  </a:ext>
                </a:extLst>
              </p:cNvPr>
              <p:cNvSpPr txBox="1"/>
              <p:nvPr/>
            </p:nvSpPr>
            <p:spPr>
              <a:xfrm>
                <a:off x="6444062" y="1746908"/>
                <a:ext cx="203134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1C4C4910-426E-0077-FB8A-9159307C8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062" y="1746908"/>
                <a:ext cx="203134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B20B92-EBCA-BEB3-CF08-ACEEBBA7AD21}"/>
                  </a:ext>
                </a:extLst>
              </p:cNvPr>
              <p:cNvSpPr txBox="1"/>
              <p:nvPr/>
            </p:nvSpPr>
            <p:spPr>
              <a:xfrm>
                <a:off x="7044167" y="2598362"/>
                <a:ext cx="1610505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4B20B92-EBCA-BEB3-CF08-ACEEBBA7A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167" y="2598362"/>
                <a:ext cx="1610505" cy="10433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641998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EB11C82-E675-43C0-AFBE-9FE27A4DEA2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3482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49850" y="2532063"/>
              <a:ext cx="539750" cy="157162"/>
            </p14:xfrm>
          </p:contentPart>
        </mc:Choice>
        <mc:Fallback>
          <p:pic>
            <p:nvPicPr>
              <p:cNvPr id="3482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143330" y="2525590"/>
                <a:ext cx="552066" cy="169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34831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56000" y="1625600"/>
              <a:ext cx="300038" cy="398463"/>
            </p14:xfrm>
          </p:contentPart>
        </mc:Choice>
        <mc:Fallback>
          <p:pic>
            <p:nvPicPr>
              <p:cNvPr id="34831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546657" y="1616241"/>
                <a:ext cx="318723" cy="417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34832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21138" y="1654175"/>
              <a:ext cx="1100137" cy="330200"/>
            </p14:xfrm>
          </p:contentPart>
        </mc:Choice>
        <mc:Fallback>
          <p:pic>
            <p:nvPicPr>
              <p:cNvPr id="34832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011778" y="1644843"/>
                <a:ext cx="1118857" cy="348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0">
            <p14:nvContentPartPr>
              <p14:cNvPr id="34833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00663" y="1776413"/>
              <a:ext cx="142875" cy="82550"/>
            </p14:xfrm>
          </p:contentPart>
        </mc:Choice>
        <mc:Fallback>
          <p:pic>
            <p:nvPicPr>
              <p:cNvPr id="34833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5291211" y="1766999"/>
                <a:ext cx="161780" cy="101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2">
            <p14:nvContentPartPr>
              <p14:cNvPr id="34834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41975" y="1714500"/>
              <a:ext cx="419100" cy="206375"/>
            </p14:xfrm>
          </p:contentPart>
        </mc:Choice>
        <mc:Fallback>
          <p:pic>
            <p:nvPicPr>
              <p:cNvPr id="34834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632622" y="1705119"/>
                <a:ext cx="437807" cy="225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4">
            <p14:nvContentPartPr>
              <p14:cNvPr id="3483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26013" y="3790950"/>
              <a:ext cx="215900" cy="180975"/>
            </p14:xfrm>
          </p:contentPart>
        </mc:Choice>
        <mc:Fallback>
          <p:pic>
            <p:nvPicPr>
              <p:cNvPr id="3483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4916563" y="3781444"/>
                <a:ext cx="234800" cy="199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6">
            <p14:nvContentPartPr>
              <p14:cNvPr id="34837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45075" y="3911600"/>
              <a:ext cx="150813" cy="166688"/>
            </p14:xfrm>
          </p:contentPart>
        </mc:Choice>
        <mc:Fallback>
          <p:pic>
            <p:nvPicPr>
              <p:cNvPr id="34837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5035761" y="3902219"/>
                <a:ext cx="169441" cy="185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8">
            <p14:nvContentPartPr>
              <p14:cNvPr id="34838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92850" y="5121275"/>
              <a:ext cx="300038" cy="320675"/>
            </p14:xfrm>
          </p:contentPart>
        </mc:Choice>
        <mc:Fallback>
          <p:pic>
            <p:nvPicPr>
              <p:cNvPr id="34838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6283530" y="5111907"/>
                <a:ext cx="318678" cy="339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0">
            <p14:nvContentPartPr>
              <p14:cNvPr id="34839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09288" y="2032000"/>
              <a:ext cx="319087" cy="261938"/>
            </p14:xfrm>
          </p:contentPart>
        </mc:Choice>
        <mc:Fallback>
          <p:pic>
            <p:nvPicPr>
              <p:cNvPr id="34839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10799871" y="2022619"/>
                <a:ext cx="337921" cy="280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2">
            <p14:nvContentPartPr>
              <p14:cNvPr id="3484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864838" y="11793538"/>
              <a:ext cx="0" cy="0"/>
            </p14:xfrm>
          </p:contentPart>
        </mc:Choice>
        <mc:Fallback>
          <p:pic>
            <p:nvPicPr>
              <p:cNvPr id="3484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864838" y="11793538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4">
            <p14:nvContentPartPr>
              <p14:cNvPr id="542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44788" y="1603375"/>
              <a:ext cx="635000" cy="342900"/>
            </p14:xfrm>
          </p:contentPart>
        </mc:Choice>
        <mc:Fallback>
          <p:pic>
            <p:nvPicPr>
              <p:cNvPr id="542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2738305" y="1596912"/>
                <a:ext cx="647246" cy="355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E48056-A36D-3B89-4387-3A6599E6D094}"/>
                  </a:ext>
                </a:extLst>
              </p14:cNvPr>
              <p14:cNvContentPartPr/>
              <p14:nvPr/>
            </p14:nvContentPartPr>
            <p14:xfrm>
              <a:off x="8897384" y="1622504"/>
              <a:ext cx="5040" cy="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6E48056-A36D-3B89-4387-3A6599E6D0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88744" y="1613504"/>
                <a:ext cx="22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0EB273-896A-429E-DD9A-81584A075266}"/>
                  </a:ext>
                </a:extLst>
              </p14:cNvPr>
              <p14:cNvContentPartPr/>
              <p14:nvPr/>
            </p14:nvContentPartPr>
            <p14:xfrm>
              <a:off x="8631344" y="2277344"/>
              <a:ext cx="10440" cy="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70EB273-896A-429E-DD9A-81584A07526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22344" y="2268704"/>
                <a:ext cx="280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F43A48-F62C-B450-97E0-DD9DE8251D89}"/>
                  </a:ext>
                </a:extLst>
              </p14:cNvPr>
              <p14:cNvContentPartPr/>
              <p14:nvPr/>
            </p14:nvContentPartPr>
            <p14:xfrm>
              <a:off x="9296984" y="1694504"/>
              <a:ext cx="17280" cy="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BF43A48-F62C-B450-97E0-DD9DE8251D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88344" y="1685504"/>
                <a:ext cx="349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ED0C70-E469-4793-1543-249BB05B66E9}"/>
                  </a:ext>
                </a:extLst>
              </p14:cNvPr>
              <p14:cNvContentPartPr/>
              <p14:nvPr/>
            </p14:nvContentPartPr>
            <p14:xfrm>
              <a:off x="9188984" y="1660304"/>
              <a:ext cx="14400" cy="15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CED0C70-E469-4793-1543-249BB05B66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79984" y="1651664"/>
                <a:ext cx="32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1BD949-747C-ED73-DE4B-127FFE48ED8A}"/>
                  </a:ext>
                </a:extLst>
              </p14:cNvPr>
              <p14:cNvContentPartPr/>
              <p14:nvPr/>
            </p14:nvContentPartPr>
            <p14:xfrm>
              <a:off x="7045544" y="3441584"/>
              <a:ext cx="10800" cy="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C1BD949-747C-ED73-DE4B-127FFE48ED8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36904" y="3432584"/>
                <a:ext cx="28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82CEAE-3DC9-6664-9BBD-2EE8F21D3EB4}"/>
                  </a:ext>
                </a:extLst>
              </p14:cNvPr>
              <p14:cNvContentPartPr/>
              <p14:nvPr/>
            </p14:nvContentPartPr>
            <p14:xfrm>
              <a:off x="8582024" y="2883224"/>
              <a:ext cx="4680" cy="5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582CEAE-3DC9-6664-9BBD-2EE8F21D3EB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73024" y="2874584"/>
                <a:ext cx="223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3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A54E69-9786-C923-5799-3BC36B939EDB}"/>
                  </a:ext>
                </a:extLst>
              </p14:cNvPr>
              <p14:cNvContentPartPr/>
              <p14:nvPr/>
            </p14:nvContentPartPr>
            <p14:xfrm>
              <a:off x="7658264" y="3092744"/>
              <a:ext cx="3600" cy="4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BA54E69-9786-C923-5799-3BC36B939E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49624" y="3083744"/>
                <a:ext cx="212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836060B-0E15-5F5B-51C3-DE0E2D1A5A51}"/>
                  </a:ext>
                </a:extLst>
              </p14:cNvPr>
              <p14:cNvContentPartPr/>
              <p14:nvPr/>
            </p14:nvContentPartPr>
            <p14:xfrm>
              <a:off x="10907984" y="2493704"/>
              <a:ext cx="1440" cy="1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836060B-0E15-5F5B-51C3-DE0E2D1A5A5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898984" y="2485064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4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A58B12-FCFB-C8B4-CAA5-DBDEEC7EC0AE}"/>
                  </a:ext>
                </a:extLst>
              </p14:cNvPr>
              <p14:cNvContentPartPr/>
              <p14:nvPr/>
            </p14:nvContentPartPr>
            <p14:xfrm>
              <a:off x="9856064" y="1968104"/>
              <a:ext cx="11880" cy="1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3A58B12-FCFB-C8B4-CAA5-DBDEEC7EC0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47424" y="1959464"/>
                <a:ext cx="2952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4B767A7D-ABA2-A999-97E8-AC71E76D1CC6}"/>
              </a:ext>
            </a:extLst>
          </p:cNvPr>
          <p:cNvGrpSpPr/>
          <p:nvPr/>
        </p:nvGrpSpPr>
        <p:grpSpPr>
          <a:xfrm>
            <a:off x="2580824" y="4386584"/>
            <a:ext cx="1267200" cy="959040"/>
            <a:chOff x="2580824" y="4386584"/>
            <a:chExt cx="1267200" cy="9590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4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EEB96E-7F95-0FA2-1311-7ED373AE13AE}"/>
                    </a:ext>
                  </a:extLst>
                </p14:cNvPr>
                <p14:cNvContentPartPr/>
                <p14:nvPr/>
              </p14:nvContentPartPr>
              <p14:xfrm>
                <a:off x="2910224" y="4627064"/>
                <a:ext cx="937800" cy="38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EEEB96E-7F95-0FA2-1311-7ED373AE13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01224" y="4618064"/>
                  <a:ext cx="95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DCCE817-67D1-5848-0998-049723A4E369}"/>
                    </a:ext>
                  </a:extLst>
                </p14:cNvPr>
                <p14:cNvContentPartPr/>
                <p14:nvPr/>
              </p14:nvContentPartPr>
              <p14:xfrm>
                <a:off x="2869544" y="4600784"/>
                <a:ext cx="127440" cy="72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DCCE817-67D1-5848-0998-049723A4E3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0544" y="4591784"/>
                  <a:ext cx="145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A1E597-1085-367C-EBA5-BECD4A63FFBC}"/>
                    </a:ext>
                  </a:extLst>
                </p14:cNvPr>
                <p14:cNvContentPartPr/>
                <p14:nvPr/>
              </p14:nvContentPartPr>
              <p14:xfrm>
                <a:off x="2910224" y="4690064"/>
                <a:ext cx="23760" cy="616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DA1E597-1085-367C-EBA5-BECD4A63FF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01224" y="4681064"/>
                  <a:ext cx="4140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6E269B-A2F2-37C8-297C-BC5A7EC16182}"/>
                    </a:ext>
                  </a:extLst>
                </p14:cNvPr>
                <p14:cNvContentPartPr/>
                <p14:nvPr/>
              </p14:nvContentPartPr>
              <p14:xfrm>
                <a:off x="2868464" y="5233664"/>
                <a:ext cx="89280" cy="76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96E269B-A2F2-37C8-297C-BC5A7EC161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59824" y="5224664"/>
                  <a:ext cx="106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BBA7CD-40B6-2DC9-E487-760B33647CC8}"/>
                    </a:ext>
                  </a:extLst>
                </p14:cNvPr>
                <p14:cNvContentPartPr/>
                <p14:nvPr/>
              </p14:nvContentPartPr>
              <p14:xfrm>
                <a:off x="2924984" y="4695824"/>
                <a:ext cx="843840" cy="649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EBBA7CD-40B6-2DC9-E487-760B33647C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16344" y="4687184"/>
                  <a:ext cx="86148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23B69-F2A5-CD11-0462-3AFABD8D3D37}"/>
                    </a:ext>
                  </a:extLst>
                </p14:cNvPr>
                <p14:cNvContentPartPr/>
                <p14:nvPr/>
              </p14:nvContentPartPr>
              <p14:xfrm>
                <a:off x="3181304" y="4391264"/>
                <a:ext cx="32040" cy="151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F523B69-F2A5-CD11-0462-3AFABD8D3D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72304" y="4382264"/>
                  <a:ext cx="49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BA181C-3AB1-0D0D-F65A-E17FEDC2CD90}"/>
                    </a:ext>
                  </a:extLst>
                </p14:cNvPr>
                <p14:cNvContentPartPr/>
                <p14:nvPr/>
              </p14:nvContentPartPr>
              <p14:xfrm>
                <a:off x="3293984" y="4437344"/>
                <a:ext cx="40320" cy="74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3BA181C-3AB1-0D0D-F65A-E17FEDC2CD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85344" y="4428704"/>
                  <a:ext cx="57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3E1A70-0607-4F8A-CFB0-32807B289BDA}"/>
                    </a:ext>
                  </a:extLst>
                </p14:cNvPr>
                <p14:cNvContentPartPr/>
                <p14:nvPr/>
              </p14:nvContentPartPr>
              <p14:xfrm>
                <a:off x="3399104" y="4422584"/>
                <a:ext cx="53640" cy="82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C3E1A70-0607-4F8A-CFB0-32807B289B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0104" y="4413944"/>
                  <a:ext cx="71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786596-5E81-D5CE-30A6-4897AC1713C6}"/>
                    </a:ext>
                  </a:extLst>
                </p14:cNvPr>
                <p14:cNvContentPartPr/>
                <p14:nvPr/>
              </p14:nvContentPartPr>
              <p14:xfrm>
                <a:off x="3532664" y="4386584"/>
                <a:ext cx="110160" cy="11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E786596-5E81-D5CE-30A6-4897AC1713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23664" y="4377944"/>
                  <a:ext cx="127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3EA2B0-E9CE-A6D2-6C4C-65D86DDDC4AF}"/>
                    </a:ext>
                  </a:extLst>
                </p14:cNvPr>
                <p14:cNvContentPartPr/>
                <p14:nvPr/>
              </p14:nvContentPartPr>
              <p14:xfrm>
                <a:off x="2580824" y="4908224"/>
                <a:ext cx="34560" cy="183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63EA2B0-E9CE-A6D2-6C4C-65D86DDDC4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71824" y="4899584"/>
                  <a:ext cx="52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168787-420C-D92E-7FED-3684BF484AAD}"/>
                    </a:ext>
                  </a:extLst>
                </p14:cNvPr>
                <p14:cNvContentPartPr/>
                <p14:nvPr/>
              </p14:nvContentPartPr>
              <p14:xfrm>
                <a:off x="2657144" y="4980584"/>
                <a:ext cx="49680" cy="6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F168787-420C-D92E-7FED-3684BF484AA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8504" y="4971584"/>
                  <a:ext cx="67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569C2-8FB4-0FA2-AF5D-966E5BD48E65}"/>
                    </a:ext>
                  </a:extLst>
                </p14:cNvPr>
                <p14:cNvContentPartPr/>
                <p14:nvPr/>
              </p14:nvContentPartPr>
              <p14:xfrm>
                <a:off x="2735264" y="4979864"/>
                <a:ext cx="46440" cy="47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5E569C2-8FB4-0FA2-AF5D-966E5BD48E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26264" y="4971224"/>
                  <a:ext cx="64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0D83AF-C10C-B415-3A2D-AD84E9F96D26}"/>
                    </a:ext>
                  </a:extLst>
                </p14:cNvPr>
                <p14:cNvContentPartPr/>
                <p14:nvPr/>
              </p14:nvContentPartPr>
              <p14:xfrm>
                <a:off x="2783864" y="4906064"/>
                <a:ext cx="72360" cy="120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00D83AF-C10C-B415-3A2D-AD84E9F96D2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75224" y="4897064"/>
                  <a:ext cx="9000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7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9CD5C3C-06D6-59A2-3A58-BD68D92C14B6}"/>
                  </a:ext>
                </a:extLst>
              </p14:cNvPr>
              <p14:cNvContentPartPr/>
              <p14:nvPr/>
            </p14:nvContentPartPr>
            <p14:xfrm>
              <a:off x="3597824" y="4737944"/>
              <a:ext cx="175320" cy="1198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9CD5C3C-06D6-59A2-3A58-BD68D92C14B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89184" y="4729304"/>
                <a:ext cx="19296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276" name="Group 54275">
            <a:extLst>
              <a:ext uri="{FF2B5EF4-FFF2-40B4-BE49-F238E27FC236}">
                <a16:creationId xmlns="" xmlns:a16="http://schemas.microsoft.com/office/drawing/2014/main" id="{88A05E46-EE00-C593-D786-54B44F30F6E3}"/>
              </a:ext>
            </a:extLst>
          </p:cNvPr>
          <p:cNvGrpSpPr/>
          <p:nvPr/>
        </p:nvGrpSpPr>
        <p:grpSpPr>
          <a:xfrm>
            <a:off x="3534104" y="4982024"/>
            <a:ext cx="200880" cy="242640"/>
            <a:chOff x="3534104" y="4982024"/>
            <a:chExt cx="200880" cy="2426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C21578-443A-E6EE-9ABF-544A42AFB486}"/>
                    </a:ext>
                  </a:extLst>
                </p14:cNvPr>
                <p14:cNvContentPartPr/>
                <p14:nvPr/>
              </p14:nvContentPartPr>
              <p14:xfrm>
                <a:off x="3534104" y="5050784"/>
                <a:ext cx="10440" cy="15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7C21578-443A-E6EE-9ABF-544A42AFB4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25104" y="5041784"/>
                  <a:ext cx="28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552E0F-BE95-7820-DC14-6FC719C6DA0C}"/>
                    </a:ext>
                  </a:extLst>
                </p14:cNvPr>
                <p14:cNvContentPartPr/>
                <p14:nvPr/>
              </p14:nvContentPartPr>
              <p14:xfrm>
                <a:off x="3551384" y="4982024"/>
                <a:ext cx="123480" cy="44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5552E0F-BE95-7820-DC14-6FC719C6DA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42384" y="4973384"/>
                  <a:ext cx="141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6">
              <p14:nvContentPartPr>
                <p14:cNvPr id="54272" name="Ink 54271">
                  <a:extLst>
                    <a:ext uri="{FF2B5EF4-FFF2-40B4-BE49-F238E27FC236}">
                      <a16:creationId xmlns:a16="http://schemas.microsoft.com/office/drawing/2014/main" id="{8ABB340F-C250-B8AC-B31C-BECF7150465B}"/>
                    </a:ext>
                  </a:extLst>
                </p14:cNvPr>
                <p14:cNvContentPartPr/>
                <p14:nvPr/>
              </p14:nvContentPartPr>
              <p14:xfrm>
                <a:off x="3564704" y="5070584"/>
                <a:ext cx="96480" cy="14400"/>
              </p14:xfrm>
            </p:contentPart>
          </mc:Choice>
          <mc:Fallback>
            <p:pic>
              <p:nvPicPr>
                <p:cNvPr id="54272" name="Ink 5427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ABB340F-C250-B8AC-B31C-BECF7150465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55704" y="5061944"/>
                  <a:ext cx="114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8">
              <p14:nvContentPartPr>
                <p14:cNvPr id="54273" name="Ink 54272">
                  <a:extLst>
                    <a:ext uri="{FF2B5EF4-FFF2-40B4-BE49-F238E27FC236}">
                      <a16:creationId xmlns:a16="http://schemas.microsoft.com/office/drawing/2014/main" id="{3A82E881-FF72-E247-15F1-683F05B0970F}"/>
                    </a:ext>
                  </a:extLst>
                </p14:cNvPr>
                <p14:cNvContentPartPr/>
                <p14:nvPr/>
              </p14:nvContentPartPr>
              <p14:xfrm>
                <a:off x="3644624" y="5144744"/>
                <a:ext cx="14040" cy="79920"/>
              </p14:xfrm>
            </p:contentPart>
          </mc:Choice>
          <mc:Fallback>
            <p:pic>
              <p:nvPicPr>
                <p:cNvPr id="54273" name="Ink 5427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A82E881-FF72-E247-15F1-683F05B097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35624" y="5136104"/>
                  <a:ext cx="31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0">
              <p14:nvContentPartPr>
                <p14:cNvPr id="54275" name="Ink 54274">
                  <a:extLst>
                    <a:ext uri="{FF2B5EF4-FFF2-40B4-BE49-F238E27FC236}">
                      <a16:creationId xmlns:a16="http://schemas.microsoft.com/office/drawing/2014/main" id="{96847FE5-1F70-E8A2-44C7-2AFF45AEB3E5}"/>
                    </a:ext>
                  </a:extLst>
                </p14:cNvPr>
                <p14:cNvContentPartPr/>
                <p14:nvPr/>
              </p14:nvContentPartPr>
              <p14:xfrm>
                <a:off x="3679544" y="5119904"/>
                <a:ext cx="55440" cy="86040"/>
              </p14:xfrm>
            </p:contentPart>
          </mc:Choice>
          <mc:Fallback>
            <p:pic>
              <p:nvPicPr>
                <p:cNvPr id="54275" name="Ink 5427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6847FE5-1F70-E8A2-44C7-2AFF45AEB3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70544" y="5111264"/>
                  <a:ext cx="730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93" name="Group 54292">
            <a:extLst>
              <a:ext uri="{FF2B5EF4-FFF2-40B4-BE49-F238E27FC236}">
                <a16:creationId xmlns="" xmlns:a16="http://schemas.microsoft.com/office/drawing/2014/main" id="{C6047FE3-3F24-652E-9A3B-939713912E7B}"/>
              </a:ext>
            </a:extLst>
          </p:cNvPr>
          <p:cNvGrpSpPr/>
          <p:nvPr/>
        </p:nvGrpSpPr>
        <p:grpSpPr>
          <a:xfrm>
            <a:off x="2423144" y="5623544"/>
            <a:ext cx="1726560" cy="406440"/>
            <a:chOff x="2423144" y="5623544"/>
            <a:chExt cx="1726560" cy="4064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2">
              <p14:nvContentPartPr>
                <p14:cNvPr id="54277" name="Ink 54276">
                  <a:extLst>
                    <a:ext uri="{FF2B5EF4-FFF2-40B4-BE49-F238E27FC236}">
                      <a16:creationId xmlns:a16="http://schemas.microsoft.com/office/drawing/2014/main" id="{317C468B-EABC-6668-3669-E058B7E6C49A}"/>
                    </a:ext>
                  </a:extLst>
                </p14:cNvPr>
                <p14:cNvContentPartPr/>
                <p14:nvPr/>
              </p14:nvContentPartPr>
              <p14:xfrm>
                <a:off x="2423144" y="5699504"/>
                <a:ext cx="42120" cy="222480"/>
              </p14:xfrm>
            </p:contentPart>
          </mc:Choice>
          <mc:Fallback>
            <p:pic>
              <p:nvPicPr>
                <p:cNvPr id="54277" name="Ink 5427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17C468B-EABC-6668-3669-E058B7E6C4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14504" y="5690504"/>
                  <a:ext cx="59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4">
              <p14:nvContentPartPr>
                <p14:cNvPr id="54278" name="Ink 54277">
                  <a:extLst>
                    <a:ext uri="{FF2B5EF4-FFF2-40B4-BE49-F238E27FC236}">
                      <a16:creationId xmlns:a16="http://schemas.microsoft.com/office/drawing/2014/main" id="{B875321E-000F-6605-4D68-E7072D50BD86}"/>
                    </a:ext>
                  </a:extLst>
                </p14:cNvPr>
                <p14:cNvContentPartPr/>
                <p14:nvPr/>
              </p14:nvContentPartPr>
              <p14:xfrm>
                <a:off x="2456264" y="5659184"/>
                <a:ext cx="199800" cy="50040"/>
              </p14:xfrm>
            </p:contentPart>
          </mc:Choice>
          <mc:Fallback>
            <p:pic>
              <p:nvPicPr>
                <p:cNvPr id="54278" name="Ink 5427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875321E-000F-6605-4D68-E7072D50BD8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47624" y="5650544"/>
                  <a:ext cx="21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6">
              <p14:nvContentPartPr>
                <p14:cNvPr id="54279" name="Ink 54278">
                  <a:extLst>
                    <a:ext uri="{FF2B5EF4-FFF2-40B4-BE49-F238E27FC236}">
                      <a16:creationId xmlns:a16="http://schemas.microsoft.com/office/drawing/2014/main" id="{06E282CF-47C6-9383-5E8F-571855FAAB5B}"/>
                    </a:ext>
                  </a:extLst>
                </p14:cNvPr>
                <p14:cNvContentPartPr/>
                <p14:nvPr/>
              </p14:nvContentPartPr>
              <p14:xfrm>
                <a:off x="2464184" y="5785184"/>
                <a:ext cx="122400" cy="14400"/>
              </p14:xfrm>
            </p:contentPart>
          </mc:Choice>
          <mc:Fallback>
            <p:pic>
              <p:nvPicPr>
                <p:cNvPr id="54279" name="Ink 5427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6E282CF-47C6-9383-5E8F-571855FAAB5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55184" y="5776544"/>
                  <a:ext cx="140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8">
              <p14:nvContentPartPr>
                <p14:cNvPr id="54280" name="Ink 54279">
                  <a:extLst>
                    <a:ext uri="{FF2B5EF4-FFF2-40B4-BE49-F238E27FC236}">
                      <a16:creationId xmlns:a16="http://schemas.microsoft.com/office/drawing/2014/main" id="{AE56B69E-E427-E994-63C4-DCC35F3A0341}"/>
                    </a:ext>
                  </a:extLst>
                </p14:cNvPr>
                <p14:cNvContentPartPr/>
                <p14:nvPr/>
              </p14:nvContentPartPr>
              <p14:xfrm>
                <a:off x="2552384" y="5897144"/>
                <a:ext cx="29160" cy="132840"/>
              </p14:xfrm>
            </p:contentPart>
          </mc:Choice>
          <mc:Fallback>
            <p:pic>
              <p:nvPicPr>
                <p:cNvPr id="54280" name="Ink 5427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E56B69E-E427-E994-63C4-DCC35F3A034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43384" y="5888504"/>
                  <a:ext cx="46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0">
              <p14:nvContentPartPr>
                <p14:cNvPr id="54281" name="Ink 54280">
                  <a:extLst>
                    <a:ext uri="{FF2B5EF4-FFF2-40B4-BE49-F238E27FC236}">
                      <a16:creationId xmlns:a16="http://schemas.microsoft.com/office/drawing/2014/main" id="{E877B0D5-6704-A729-4E51-7E43A416D56C}"/>
                    </a:ext>
                  </a:extLst>
                </p14:cNvPr>
                <p14:cNvContentPartPr/>
                <p14:nvPr/>
              </p14:nvContentPartPr>
              <p14:xfrm>
                <a:off x="2628704" y="5919104"/>
                <a:ext cx="10800" cy="105840"/>
              </p14:xfrm>
            </p:contentPart>
          </mc:Choice>
          <mc:Fallback>
            <p:pic>
              <p:nvPicPr>
                <p:cNvPr id="54281" name="Ink 5428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877B0D5-6704-A729-4E51-7E43A416D5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20064" y="5910104"/>
                  <a:ext cx="28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2">
              <p14:nvContentPartPr>
                <p14:cNvPr id="54282" name="Ink 54281">
                  <a:extLst>
                    <a:ext uri="{FF2B5EF4-FFF2-40B4-BE49-F238E27FC236}">
                      <a16:creationId xmlns:a16="http://schemas.microsoft.com/office/drawing/2014/main" id="{59F9513E-4113-FD5B-C453-B9F2ED4074AA}"/>
                    </a:ext>
                  </a:extLst>
                </p14:cNvPr>
                <p14:cNvContentPartPr/>
                <p14:nvPr/>
              </p14:nvContentPartPr>
              <p14:xfrm>
                <a:off x="2567504" y="5957264"/>
                <a:ext cx="93600" cy="17280"/>
              </p14:xfrm>
            </p:contentPart>
          </mc:Choice>
          <mc:Fallback>
            <p:pic>
              <p:nvPicPr>
                <p:cNvPr id="54282" name="Ink 5428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9F9513E-4113-FD5B-C453-B9F2ED4074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58864" y="5948624"/>
                  <a:ext cx="111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4">
              <p14:nvContentPartPr>
                <p14:cNvPr id="54283" name="Ink 54282">
                  <a:extLst>
                    <a:ext uri="{FF2B5EF4-FFF2-40B4-BE49-F238E27FC236}">
                      <a16:creationId xmlns:a16="http://schemas.microsoft.com/office/drawing/2014/main" id="{73F137C8-B0BB-E08A-A50B-DF475CB103F4}"/>
                    </a:ext>
                  </a:extLst>
                </p14:cNvPr>
                <p14:cNvContentPartPr/>
                <p14:nvPr/>
              </p14:nvContentPartPr>
              <p14:xfrm>
                <a:off x="2762984" y="5811104"/>
                <a:ext cx="118800" cy="59400"/>
              </p14:xfrm>
            </p:contentPart>
          </mc:Choice>
          <mc:Fallback>
            <p:pic>
              <p:nvPicPr>
                <p:cNvPr id="54283" name="Ink 5428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3F137C8-B0BB-E08A-A50B-DF475CB103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53984" y="5802464"/>
                  <a:ext cx="136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6">
              <p14:nvContentPartPr>
                <p14:cNvPr id="54284" name="Ink 54283">
                  <a:extLst>
                    <a:ext uri="{FF2B5EF4-FFF2-40B4-BE49-F238E27FC236}">
                      <a16:creationId xmlns:a16="http://schemas.microsoft.com/office/drawing/2014/main" id="{B35C8E86-3D13-9D8A-B471-AE3425F2D24F}"/>
                    </a:ext>
                  </a:extLst>
                </p14:cNvPr>
                <p14:cNvContentPartPr/>
                <p14:nvPr/>
              </p14:nvContentPartPr>
              <p14:xfrm>
                <a:off x="3038744" y="5712104"/>
                <a:ext cx="51480" cy="174600"/>
              </p14:xfrm>
            </p:contentPart>
          </mc:Choice>
          <mc:Fallback>
            <p:pic>
              <p:nvPicPr>
                <p:cNvPr id="54284" name="Ink 5428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35C8E86-3D13-9D8A-B471-AE3425F2D24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29744" y="5703464"/>
                  <a:ext cx="69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8">
              <p14:nvContentPartPr>
                <p14:cNvPr id="54285" name="Ink 54284">
                  <a:extLst>
                    <a:ext uri="{FF2B5EF4-FFF2-40B4-BE49-F238E27FC236}">
                      <a16:creationId xmlns:a16="http://schemas.microsoft.com/office/drawing/2014/main" id="{ED794CCD-A5BF-7F6D-3EF6-6CABDEC030DE}"/>
                    </a:ext>
                  </a:extLst>
                </p14:cNvPr>
                <p14:cNvContentPartPr/>
                <p14:nvPr/>
              </p14:nvContentPartPr>
              <p14:xfrm>
                <a:off x="3156464" y="5746304"/>
                <a:ext cx="64440" cy="109800"/>
              </p14:xfrm>
            </p:contentPart>
          </mc:Choice>
          <mc:Fallback>
            <p:pic>
              <p:nvPicPr>
                <p:cNvPr id="54285" name="Ink 5428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D794CCD-A5BF-7F6D-3EF6-6CABDEC030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47464" y="5737304"/>
                  <a:ext cx="82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0">
              <p14:nvContentPartPr>
                <p14:cNvPr id="54286" name="Ink 54285">
                  <a:extLst>
                    <a:ext uri="{FF2B5EF4-FFF2-40B4-BE49-F238E27FC236}">
                      <a16:creationId xmlns:a16="http://schemas.microsoft.com/office/drawing/2014/main" id="{60057E15-E008-DA5D-A44F-E82D651881E4}"/>
                    </a:ext>
                  </a:extLst>
                </p14:cNvPr>
                <p14:cNvContentPartPr/>
                <p14:nvPr/>
              </p14:nvContentPartPr>
              <p14:xfrm>
                <a:off x="3282464" y="5752784"/>
                <a:ext cx="71280" cy="94680"/>
              </p14:xfrm>
            </p:contentPart>
          </mc:Choice>
          <mc:Fallback>
            <p:pic>
              <p:nvPicPr>
                <p:cNvPr id="54286" name="Ink 5428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0057E15-E008-DA5D-A44F-E82D651881E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3464" y="5744144"/>
                  <a:ext cx="88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2">
              <p14:nvContentPartPr>
                <p14:cNvPr id="54287" name="Ink 54286">
                  <a:extLst>
                    <a:ext uri="{FF2B5EF4-FFF2-40B4-BE49-F238E27FC236}">
                      <a16:creationId xmlns:a16="http://schemas.microsoft.com/office/drawing/2014/main" id="{44CB71B0-B799-AF37-1BD6-85BAE1269026}"/>
                    </a:ext>
                  </a:extLst>
                </p14:cNvPr>
                <p14:cNvContentPartPr/>
                <p14:nvPr/>
              </p14:nvContentPartPr>
              <p14:xfrm>
                <a:off x="3411344" y="5751704"/>
                <a:ext cx="93600" cy="74880"/>
              </p14:xfrm>
            </p:contentPart>
          </mc:Choice>
          <mc:Fallback>
            <p:pic>
              <p:nvPicPr>
                <p:cNvPr id="54287" name="Ink 5428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4CB71B0-B799-AF37-1BD6-85BAE126902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02344" y="5742704"/>
                  <a:ext cx="111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4">
              <p14:nvContentPartPr>
                <p14:cNvPr id="54288" name="Ink 54287">
                  <a:extLst>
                    <a:ext uri="{FF2B5EF4-FFF2-40B4-BE49-F238E27FC236}">
                      <a16:creationId xmlns:a16="http://schemas.microsoft.com/office/drawing/2014/main" id="{51693B72-16B4-E4B3-27FF-29F03E0232ED}"/>
                    </a:ext>
                  </a:extLst>
                </p14:cNvPr>
                <p14:cNvContentPartPr/>
                <p14:nvPr/>
              </p14:nvContentPartPr>
              <p14:xfrm>
                <a:off x="3405584" y="5739464"/>
                <a:ext cx="81720" cy="99720"/>
              </p14:xfrm>
            </p:contentPart>
          </mc:Choice>
          <mc:Fallback>
            <p:pic>
              <p:nvPicPr>
                <p:cNvPr id="54288" name="Ink 5428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1693B72-16B4-E4B3-27FF-29F03E0232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96944" y="5730464"/>
                  <a:ext cx="99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6">
              <p14:nvContentPartPr>
                <p14:cNvPr id="54289" name="Ink 54288">
                  <a:extLst>
                    <a:ext uri="{FF2B5EF4-FFF2-40B4-BE49-F238E27FC236}">
                      <a16:creationId xmlns:a16="http://schemas.microsoft.com/office/drawing/2014/main" id="{0EA8AA50-E753-B138-1394-75FBED14B2EC}"/>
                    </a:ext>
                  </a:extLst>
                </p14:cNvPr>
                <p14:cNvContentPartPr/>
                <p14:nvPr/>
              </p14:nvContentPartPr>
              <p14:xfrm>
                <a:off x="3568304" y="5623544"/>
                <a:ext cx="241920" cy="211680"/>
              </p14:xfrm>
            </p:contentPart>
          </mc:Choice>
          <mc:Fallback>
            <p:pic>
              <p:nvPicPr>
                <p:cNvPr id="54289" name="Ink 5428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EA8AA50-E753-B138-1394-75FBED14B2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59304" y="5614904"/>
                  <a:ext cx="259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8">
              <p14:nvContentPartPr>
                <p14:cNvPr id="54291" name="Ink 54290">
                  <a:extLst>
                    <a:ext uri="{FF2B5EF4-FFF2-40B4-BE49-F238E27FC236}">
                      <a16:creationId xmlns:a16="http://schemas.microsoft.com/office/drawing/2014/main" id="{A1B73419-F3DB-5C96-F76D-BFDF3505B1D0}"/>
                    </a:ext>
                  </a:extLst>
                </p14:cNvPr>
                <p14:cNvContentPartPr/>
                <p14:nvPr/>
              </p14:nvContentPartPr>
              <p14:xfrm>
                <a:off x="3700784" y="5717144"/>
                <a:ext cx="121320" cy="93240"/>
              </p14:xfrm>
            </p:contentPart>
          </mc:Choice>
          <mc:Fallback>
            <p:pic>
              <p:nvPicPr>
                <p:cNvPr id="54291" name="Ink 5429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1B73419-F3DB-5C96-F76D-BFDF3505B1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91784" y="5708144"/>
                  <a:ext cx="138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0">
              <p14:nvContentPartPr>
                <p14:cNvPr id="54292" name="Ink 54291">
                  <a:extLst>
                    <a:ext uri="{FF2B5EF4-FFF2-40B4-BE49-F238E27FC236}">
                      <a16:creationId xmlns:a16="http://schemas.microsoft.com/office/drawing/2014/main" id="{C7774617-B1B5-4975-0BB6-024FC0559131}"/>
                    </a:ext>
                  </a:extLst>
                </p14:cNvPr>
                <p14:cNvContentPartPr/>
                <p14:nvPr/>
              </p14:nvContentPartPr>
              <p14:xfrm>
                <a:off x="3990944" y="5639744"/>
                <a:ext cx="158760" cy="163800"/>
              </p14:xfrm>
            </p:contentPart>
          </mc:Choice>
          <mc:Fallback>
            <p:pic>
              <p:nvPicPr>
                <p:cNvPr id="54292" name="Ink 5429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7774617-B1B5-4975-0BB6-024FC05591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81944" y="5630744"/>
                  <a:ext cx="17640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47C0177-B60B-E77F-C23A-52F0339B58FF}"/>
                  </a:ext>
                </a:extLst>
              </p14:cNvPr>
              <p14:cNvContentPartPr/>
              <p14:nvPr/>
            </p14:nvContentPartPr>
            <p14:xfrm>
              <a:off x="3590984" y="4695464"/>
              <a:ext cx="177120" cy="129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47C0177-B60B-E77F-C23A-52F0339B58F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82344" y="4686464"/>
                <a:ext cx="1947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1D2451F-CA51-2A8D-C54F-8386C9981C47}"/>
                  </a:ext>
                </a:extLst>
              </p14:cNvPr>
              <p14:cNvContentPartPr/>
              <p14:nvPr/>
            </p14:nvContentPartPr>
            <p14:xfrm>
              <a:off x="9645824" y="1552664"/>
              <a:ext cx="257760" cy="80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1D2451F-CA51-2A8D-C54F-8386C9981C4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636824" y="1544024"/>
                <a:ext cx="2754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EA49545-9015-79FE-F1A4-F5815A3801DB}"/>
                  </a:ext>
                </a:extLst>
              </p14:cNvPr>
              <p14:cNvContentPartPr/>
              <p14:nvPr/>
            </p14:nvContentPartPr>
            <p14:xfrm>
              <a:off x="4350224" y="5608424"/>
              <a:ext cx="295560" cy="194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EA49545-9015-79FE-F1A4-F5815A3801D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341224" y="5599424"/>
                <a:ext cx="313200" cy="21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9507595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6717A06-6A91-4A69-9172-2F9D0871DE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8190" y="643466"/>
            <a:ext cx="9095619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F11A1F8-DA7C-407C-B425-B5E169989FCE}"/>
              </a:ext>
            </a:extLst>
          </p:cNvPr>
          <p:cNvSpPr txBox="1"/>
          <p:nvPr/>
        </p:nvSpPr>
        <p:spPr>
          <a:xfrm>
            <a:off x="225083" y="168812"/>
            <a:ext cx="2912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Illustrative</a:t>
            </a:r>
            <a:r>
              <a:rPr lang="en-IN" dirty="0">
                <a:solidFill>
                  <a:srgbClr val="0000FF"/>
                </a:solidFill>
              </a:rPr>
              <a:t> </a:t>
            </a:r>
            <a:r>
              <a:rPr lang="en-IN" sz="2400" dirty="0">
                <a:solidFill>
                  <a:srgbClr val="0000FF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="" xmlns:p14="http://schemas.microsoft.com/office/powerpoint/2010/main" val="15346662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77943D8-3111-4988-B213-CC320C7A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1309" y="822350"/>
            <a:ext cx="4008702" cy="5394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1845A55-8B7D-44B0-8441-01CE417D27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1178075"/>
            <a:ext cx="2729382" cy="2250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5DC341D4-C866-4B74-82CC-4833BC15571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26883" y="381934"/>
            <a:ext cx="805878" cy="8475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0CF7387-695A-4EF5-BF35-49E0804F65DA}"/>
              </a:ext>
            </a:extLst>
          </p:cNvPr>
          <p:cNvSpPr txBox="1"/>
          <p:nvPr/>
        </p:nvSpPr>
        <p:spPr>
          <a:xfrm flipH="1">
            <a:off x="8825382" y="931644"/>
            <a:ext cx="663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A5BCE96-EDC4-4302-B45A-78394CE33AA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44201" y="2850935"/>
            <a:ext cx="2729382" cy="3524880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5FF4CE-FFF3-77C2-7868-39DDF53C877E}"/>
                  </a:ext>
                </a:extLst>
              </p14:cNvPr>
              <p14:cNvContentPartPr/>
              <p14:nvPr/>
            </p14:nvContentPartPr>
            <p14:xfrm>
              <a:off x="6633157" y="2798155"/>
              <a:ext cx="5760" cy="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E45FF4CE-FFF3-77C2-7868-39DDF53C87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24517" y="2789155"/>
                <a:ext cx="234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8AE07C-9717-7B85-328C-1B534014E972}"/>
                  </a:ext>
                </a:extLst>
              </p14:cNvPr>
              <p14:cNvContentPartPr/>
              <p14:nvPr/>
            </p14:nvContentPartPr>
            <p14:xfrm>
              <a:off x="6686077" y="2768635"/>
              <a:ext cx="12960" cy="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B8AE07C-9717-7B85-328C-1B534014E9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7077" y="2759995"/>
                <a:ext cx="30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CC27CB4B-78F3-08E7-EC86-D92A9F1E5293}"/>
              </a:ext>
            </a:extLst>
          </p:cNvPr>
          <p:cNvGrpSpPr/>
          <p:nvPr/>
        </p:nvGrpSpPr>
        <p:grpSpPr>
          <a:xfrm>
            <a:off x="9200677" y="5365315"/>
            <a:ext cx="82080" cy="143640"/>
            <a:chOff x="9200677" y="5365315"/>
            <a:chExt cx="82080" cy="1436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A034C1-D199-6443-0C04-3218B8770EBA}"/>
                    </a:ext>
                  </a:extLst>
                </p14:cNvPr>
                <p14:cNvContentPartPr/>
                <p14:nvPr/>
              </p14:nvContentPartPr>
              <p14:xfrm>
                <a:off x="9200677" y="5382955"/>
                <a:ext cx="49320" cy="126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BA034C1-D199-6443-0C04-3218B8770E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91677" y="5374315"/>
                  <a:ext cx="66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5ED446-9663-E2A3-BC07-E6F091ED945B}"/>
                    </a:ext>
                  </a:extLst>
                </p14:cNvPr>
                <p14:cNvContentPartPr/>
                <p14:nvPr/>
              </p14:nvContentPartPr>
              <p14:xfrm>
                <a:off x="9279517" y="5365315"/>
                <a:ext cx="3240" cy="2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C5ED446-9663-E2A3-BC07-E6F091ED94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70517" y="5356315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="" xmlns:p14="http://schemas.microsoft.com/office/powerpoint/2010/main" val="17139272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7343C19-6E4D-4BC4-B309-614DF565B7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4677" y="643466"/>
            <a:ext cx="9402645" cy="557106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7065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403475" y="3849688"/>
              <a:ext cx="858838" cy="536575"/>
            </p14:xfrm>
          </p:contentPart>
        </mc:Choice>
        <mc:Fallback>
          <p:pic>
            <p:nvPicPr>
              <p:cNvPr id="7065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397001" y="3843184"/>
                <a:ext cx="871066" cy="548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7065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33675" y="4249738"/>
              <a:ext cx="9525" cy="3175"/>
            </p14:xfrm>
          </p:contentPart>
        </mc:Choice>
        <mc:Fallback>
          <p:pic>
            <p:nvPicPr>
              <p:cNvPr id="7065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726531" y="4244023"/>
                <a:ext cx="23019" cy="13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7066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856663" y="4351338"/>
              <a:ext cx="1581150" cy="109537"/>
            </p14:xfrm>
          </p:contentPart>
        </mc:Choice>
        <mc:Fallback>
          <p:pic>
            <p:nvPicPr>
              <p:cNvPr id="7066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850184" y="4344831"/>
                <a:ext cx="1593387" cy="121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2A20E2-28D9-3F2D-4133-420C753B4924}"/>
                  </a:ext>
                </a:extLst>
              </p14:cNvPr>
              <p14:cNvContentPartPr/>
              <p14:nvPr/>
            </p14:nvContentPartPr>
            <p14:xfrm>
              <a:off x="2758837" y="4202875"/>
              <a:ext cx="16560" cy="1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362A20E2-28D9-3F2D-4133-420C753B49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0197" y="4193875"/>
                <a:ext cx="34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8F3696-9CDD-D2A5-A368-56B6921121B9}"/>
                  </a:ext>
                </a:extLst>
              </p14:cNvPr>
              <p14:cNvContentPartPr/>
              <p14:nvPr/>
            </p14:nvContentPartPr>
            <p14:xfrm>
              <a:off x="2780077" y="4237435"/>
              <a:ext cx="3960" cy="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D8F3696-9CDD-D2A5-A368-56B6921121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71077" y="4228795"/>
                <a:ext cx="216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077B6D-ADF4-3E14-96E6-0358A7A610C6}"/>
                  </a:ext>
                </a:extLst>
              </p14:cNvPr>
              <p14:cNvContentPartPr/>
              <p14:nvPr/>
            </p14:nvContentPartPr>
            <p14:xfrm>
              <a:off x="3217477" y="4215475"/>
              <a:ext cx="8280" cy="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E077B6D-ADF4-3E14-96E6-0358A7A610C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08837" y="4206475"/>
                <a:ext cx="259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D6BB5CD6-D388-C73A-B0A6-F393DFECA9AB}"/>
              </a:ext>
            </a:extLst>
          </p:cNvPr>
          <p:cNvGrpSpPr/>
          <p:nvPr/>
        </p:nvGrpSpPr>
        <p:grpSpPr>
          <a:xfrm>
            <a:off x="5223037" y="799435"/>
            <a:ext cx="552960" cy="253080"/>
            <a:chOff x="5223037" y="799435"/>
            <a:chExt cx="552960" cy="2530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3DD864C-7EC9-092F-7457-E844B7C23CE2}"/>
                    </a:ext>
                  </a:extLst>
                </p14:cNvPr>
                <p14:cNvContentPartPr/>
                <p14:nvPr/>
              </p14:nvContentPartPr>
              <p14:xfrm>
                <a:off x="5223037" y="804115"/>
                <a:ext cx="177120" cy="248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3DD864C-7EC9-092F-7457-E844B7C23C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4037" y="795475"/>
                  <a:ext cx="194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33B75C-3020-2AF1-E447-1C69092908A8}"/>
                    </a:ext>
                  </a:extLst>
                </p14:cNvPr>
                <p14:cNvContentPartPr/>
                <p14:nvPr/>
              </p14:nvContentPartPr>
              <p14:xfrm>
                <a:off x="5488717" y="890155"/>
                <a:ext cx="80640" cy="85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B33B75C-3020-2AF1-E447-1C69092908A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80077" y="881155"/>
                  <a:ext cx="98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914B80-4B7B-F720-B9A3-A93954478029}"/>
                    </a:ext>
                  </a:extLst>
                </p14:cNvPr>
                <p14:cNvContentPartPr/>
                <p14:nvPr/>
              </p14:nvContentPartPr>
              <p14:xfrm>
                <a:off x="5484397" y="883315"/>
                <a:ext cx="79920" cy="141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8914B80-4B7B-F720-B9A3-A939544780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75397" y="874675"/>
                  <a:ext cx="97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DF8277-F7EE-B750-7279-CC90052A064A}"/>
                    </a:ext>
                  </a:extLst>
                </p14:cNvPr>
                <p14:cNvContentPartPr/>
                <p14:nvPr/>
              </p14:nvContentPartPr>
              <p14:xfrm>
                <a:off x="5656837" y="799435"/>
                <a:ext cx="102240" cy="182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CDF8277-F7EE-B750-7279-CC90052A06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48197" y="790795"/>
                  <a:ext cx="11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F67F32-CB6B-C67C-A03A-C553BB18183B}"/>
                    </a:ext>
                  </a:extLst>
                </p14:cNvPr>
                <p14:cNvContentPartPr/>
                <p14:nvPr/>
              </p14:nvContentPartPr>
              <p14:xfrm>
                <a:off x="5663677" y="883315"/>
                <a:ext cx="112320" cy="28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AF67F32-CB6B-C67C-A03A-C553BB1818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55037" y="874675"/>
                  <a:ext cx="12996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2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6ED5C8-4C24-A57A-0844-FCC7CAB5BEAD}"/>
                  </a:ext>
                </a:extLst>
              </p14:cNvPr>
              <p14:cNvContentPartPr/>
              <p14:nvPr/>
            </p14:nvContentPartPr>
            <p14:xfrm>
              <a:off x="5912077" y="759835"/>
              <a:ext cx="104760" cy="176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46ED5C8-4C24-A57A-0844-FCC7CAB5BEA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903437" y="751195"/>
                <a:ext cx="12240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638032E6-B070-22FE-E7E2-F5D8C6CD4595}"/>
              </a:ext>
            </a:extLst>
          </p:cNvPr>
          <p:cNvGrpSpPr/>
          <p:nvPr/>
        </p:nvGrpSpPr>
        <p:grpSpPr>
          <a:xfrm>
            <a:off x="2326117" y="3637675"/>
            <a:ext cx="151920" cy="217440"/>
            <a:chOff x="2326117" y="3637675"/>
            <a:chExt cx="151920" cy="2174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C73EA9-94F5-72BD-120E-561146CE64D2}"/>
                    </a:ext>
                  </a:extLst>
                </p14:cNvPr>
                <p14:cNvContentPartPr/>
                <p14:nvPr/>
              </p14:nvContentPartPr>
              <p14:xfrm>
                <a:off x="2395957" y="3638395"/>
                <a:ext cx="20880" cy="132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EC73EA9-94F5-72BD-120E-561146CE64D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87317" y="3629755"/>
                  <a:ext cx="38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917D48-57E8-80B0-F0A8-46C3590F6728}"/>
                    </a:ext>
                  </a:extLst>
                </p14:cNvPr>
                <p14:cNvContentPartPr/>
                <p14:nvPr/>
              </p14:nvContentPartPr>
              <p14:xfrm>
                <a:off x="2326117" y="3637675"/>
                <a:ext cx="151920" cy="217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F917D48-57E8-80B0-F0A8-46C3590F672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17477" y="3628675"/>
                  <a:ext cx="1695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AD1AFE-24D7-5DF8-6572-B1EFE9B28C2A}"/>
              </a:ext>
            </a:extLst>
          </p:cNvPr>
          <p:cNvGrpSpPr/>
          <p:nvPr/>
        </p:nvGrpSpPr>
        <p:grpSpPr>
          <a:xfrm>
            <a:off x="6471517" y="789715"/>
            <a:ext cx="189000" cy="74880"/>
            <a:chOff x="6471517" y="789715"/>
            <a:chExt cx="189000" cy="748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352947-C99B-DE41-3F62-02EBABB0A696}"/>
                    </a:ext>
                  </a:extLst>
                </p14:cNvPr>
                <p14:cNvContentPartPr/>
                <p14:nvPr/>
              </p14:nvContentPartPr>
              <p14:xfrm>
                <a:off x="6471517" y="789715"/>
                <a:ext cx="168840" cy="37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4352947-C99B-DE41-3F62-02EBABB0A69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62517" y="781075"/>
                  <a:ext cx="186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C6B00A-9E1C-55AC-A0C1-907583F54111}"/>
                    </a:ext>
                  </a:extLst>
                </p14:cNvPr>
                <p14:cNvContentPartPr/>
                <p14:nvPr/>
              </p14:nvContentPartPr>
              <p14:xfrm>
                <a:off x="6527317" y="849115"/>
                <a:ext cx="133200" cy="15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AC6B00A-9E1C-55AC-A0C1-907583F5411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18677" y="840475"/>
                  <a:ext cx="1508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638A9BF7-B9E1-4253-DFFE-4A950E9EA3CA}"/>
              </a:ext>
            </a:extLst>
          </p:cNvPr>
          <p:cNvGrpSpPr/>
          <p:nvPr/>
        </p:nvGrpSpPr>
        <p:grpSpPr>
          <a:xfrm>
            <a:off x="6798037" y="618355"/>
            <a:ext cx="741600" cy="265320"/>
            <a:chOff x="6798037" y="618355"/>
            <a:chExt cx="741600" cy="265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166152-3176-EEF8-6DCB-ACAF2656BF4B}"/>
                    </a:ext>
                  </a:extLst>
                </p14:cNvPr>
                <p14:cNvContentPartPr/>
                <p14:nvPr/>
              </p14:nvContentPartPr>
              <p14:xfrm>
                <a:off x="6798037" y="678835"/>
                <a:ext cx="11520" cy="204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6166152-3176-EEF8-6DCB-ACAF2656BF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89037" y="670195"/>
                  <a:ext cx="29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C59446-7787-8BF2-C06B-E9EB55FEB8B6}"/>
                    </a:ext>
                  </a:extLst>
                </p14:cNvPr>
                <p14:cNvContentPartPr/>
                <p14:nvPr/>
              </p14:nvContentPartPr>
              <p14:xfrm>
                <a:off x="6857797" y="618355"/>
                <a:ext cx="120600" cy="3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3C59446-7787-8BF2-C06B-E9EB55FEB8B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49157" y="609355"/>
                  <a:ext cx="138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55E2F1-D166-10BB-B200-DDD84E5C1CFE}"/>
                    </a:ext>
                  </a:extLst>
                </p14:cNvPr>
                <p14:cNvContentPartPr/>
                <p14:nvPr/>
              </p14:nvContentPartPr>
              <p14:xfrm>
                <a:off x="6846637" y="720955"/>
                <a:ext cx="116280" cy="2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955E2F1-D166-10BB-B200-DDD84E5C1CF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37637" y="712315"/>
                  <a:ext cx="133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C1B7ED-EB58-884A-D768-C6BEDFE25F00}"/>
                    </a:ext>
                  </a:extLst>
                </p14:cNvPr>
                <p14:cNvContentPartPr/>
                <p14:nvPr/>
              </p14:nvContentPartPr>
              <p14:xfrm>
                <a:off x="7061197" y="735355"/>
                <a:ext cx="117000" cy="85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9C1B7ED-EB58-884A-D768-C6BEDFE25F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52197" y="726355"/>
                  <a:ext cx="134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FCC8FC-5E40-2302-2EFC-9632022C4A10}"/>
                    </a:ext>
                  </a:extLst>
                </p14:cNvPr>
                <p14:cNvContentPartPr/>
                <p14:nvPr/>
              </p14:nvContentPartPr>
              <p14:xfrm>
                <a:off x="7071277" y="725275"/>
                <a:ext cx="85680" cy="154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8FCC8FC-5E40-2302-2EFC-9632022C4A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2637" y="716635"/>
                  <a:ext cx="103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7304AA-B36E-3424-F1FD-763D7E174FDE}"/>
                    </a:ext>
                  </a:extLst>
                </p14:cNvPr>
                <p14:cNvContentPartPr/>
                <p14:nvPr/>
              </p14:nvContentPartPr>
              <p14:xfrm>
                <a:off x="7263517" y="660835"/>
                <a:ext cx="96480" cy="18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97304AA-B36E-3424-F1FD-763D7E174FD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4517" y="652195"/>
                  <a:ext cx="114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CBEBDF-36B3-B85D-29D2-BD889458412C}"/>
                    </a:ext>
                  </a:extLst>
                </p14:cNvPr>
                <p14:cNvContentPartPr/>
                <p14:nvPr/>
              </p14:nvContentPartPr>
              <p14:xfrm>
                <a:off x="7479877" y="673075"/>
                <a:ext cx="10080" cy="11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9CBEBDF-36B3-B85D-29D2-BD88945841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71237" y="664435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4B19F4-ED53-EC92-0694-647E2C9F3E0B}"/>
                    </a:ext>
                  </a:extLst>
                </p14:cNvPr>
                <p14:cNvContentPartPr/>
                <p14:nvPr/>
              </p14:nvContentPartPr>
              <p14:xfrm>
                <a:off x="7425157" y="661195"/>
                <a:ext cx="114480" cy="19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14B19F4-ED53-EC92-0694-647E2C9F3E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16517" y="652195"/>
                  <a:ext cx="13212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62" name="Group 70661">
            <a:extLst>
              <a:ext uri="{FF2B5EF4-FFF2-40B4-BE49-F238E27FC236}">
                <a16:creationId xmlns="" xmlns:a16="http://schemas.microsoft.com/office/drawing/2014/main" id="{D8F259C0-0E06-A144-6A00-DF8BEDC9B0E6}"/>
              </a:ext>
            </a:extLst>
          </p:cNvPr>
          <p:cNvGrpSpPr/>
          <p:nvPr/>
        </p:nvGrpSpPr>
        <p:grpSpPr>
          <a:xfrm>
            <a:off x="5394037" y="1299475"/>
            <a:ext cx="349560" cy="221400"/>
            <a:chOff x="5394037" y="1299475"/>
            <a:chExt cx="349560" cy="221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41D6A5-C8AB-3BFA-4555-B06E5E10BDE9}"/>
                    </a:ext>
                  </a:extLst>
                </p14:cNvPr>
                <p14:cNvContentPartPr/>
                <p14:nvPr/>
              </p14:nvContentPartPr>
              <p14:xfrm>
                <a:off x="5394037" y="1299475"/>
                <a:ext cx="145440" cy="221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841D6A5-C8AB-3BFA-4555-B06E5E10BD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85037" y="1290475"/>
                  <a:ext cx="163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84A850-B43E-B111-FCC4-78A6726403AE}"/>
                    </a:ext>
                  </a:extLst>
                </p14:cNvPr>
                <p14:cNvContentPartPr/>
                <p14:nvPr/>
              </p14:nvContentPartPr>
              <p14:xfrm>
                <a:off x="5465317" y="1412875"/>
                <a:ext cx="88560" cy="19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484A850-B43E-B111-FCC4-78A6726403A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56677" y="1404235"/>
                  <a:ext cx="106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0A162E-86C6-EBAB-82CB-6D24D28C255B}"/>
                    </a:ext>
                  </a:extLst>
                </p14:cNvPr>
                <p14:cNvContentPartPr/>
                <p14:nvPr/>
              </p14:nvContentPartPr>
              <p14:xfrm>
                <a:off x="5648557" y="1304515"/>
                <a:ext cx="95040" cy="160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80A162E-86C6-EBAB-82CB-6D24D28C255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39557" y="1295515"/>
                  <a:ext cx="112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360BA4-516E-7FA2-BA83-17AC9C50CFBF}"/>
                    </a:ext>
                  </a:extLst>
                </p14:cNvPr>
                <p14:cNvContentPartPr/>
                <p14:nvPr/>
              </p14:nvContentPartPr>
              <p14:xfrm>
                <a:off x="5470357" y="1424395"/>
                <a:ext cx="77760" cy="1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F360BA4-516E-7FA2-BA83-17AC9C50CFB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61717" y="1415395"/>
                  <a:ext cx="954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61" name="Group 70660">
            <a:extLst>
              <a:ext uri="{FF2B5EF4-FFF2-40B4-BE49-F238E27FC236}">
                <a16:creationId xmlns="" xmlns:a16="http://schemas.microsoft.com/office/drawing/2014/main" id="{A77FA33B-CFFB-6749-0EF7-8948755725DB}"/>
              </a:ext>
            </a:extLst>
          </p:cNvPr>
          <p:cNvGrpSpPr/>
          <p:nvPr/>
        </p:nvGrpSpPr>
        <p:grpSpPr>
          <a:xfrm>
            <a:off x="5913157" y="1356355"/>
            <a:ext cx="123480" cy="64080"/>
            <a:chOff x="5913157" y="1356355"/>
            <a:chExt cx="123480" cy="640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59">
              <p14:nvContentPartPr>
                <p14:cNvPr id="70656" name="Ink 70655">
                  <a:extLst>
                    <a:ext uri="{FF2B5EF4-FFF2-40B4-BE49-F238E27FC236}">
                      <a16:creationId xmlns:a16="http://schemas.microsoft.com/office/drawing/2014/main" id="{F0BD4BD3-4709-B414-F546-A0A33E3E367A}"/>
                    </a:ext>
                  </a:extLst>
                </p14:cNvPr>
                <p14:cNvContentPartPr/>
                <p14:nvPr/>
              </p14:nvContentPartPr>
              <p14:xfrm>
                <a:off x="5913157" y="1356355"/>
                <a:ext cx="111960" cy="10080"/>
              </p14:xfrm>
            </p:contentPart>
          </mc:Choice>
          <mc:Fallback>
            <p:pic>
              <p:nvPicPr>
                <p:cNvPr id="70656" name="Ink 7065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0BD4BD3-4709-B414-F546-A0A33E3E367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04517" y="1347715"/>
                  <a:ext cx="129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1">
              <p14:nvContentPartPr>
                <p14:cNvPr id="70657" name="Ink 70656">
                  <a:extLst>
                    <a:ext uri="{FF2B5EF4-FFF2-40B4-BE49-F238E27FC236}">
                      <a16:creationId xmlns:a16="http://schemas.microsoft.com/office/drawing/2014/main" id="{2736E459-7D9E-D000-75E9-B790BD1376FB}"/>
                    </a:ext>
                  </a:extLst>
                </p14:cNvPr>
                <p14:cNvContentPartPr/>
                <p14:nvPr/>
              </p14:nvContentPartPr>
              <p14:xfrm>
                <a:off x="5935477" y="1409275"/>
                <a:ext cx="101160" cy="11160"/>
              </p14:xfrm>
            </p:contentPart>
          </mc:Choice>
          <mc:Fallback>
            <p:pic>
              <p:nvPicPr>
                <p:cNvPr id="70657" name="Ink 7065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736E459-7D9E-D000-75E9-B790BD1376F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26477" y="1400275"/>
                  <a:ext cx="118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67" name="Group 70666">
            <a:extLst>
              <a:ext uri="{FF2B5EF4-FFF2-40B4-BE49-F238E27FC236}">
                <a16:creationId xmlns="" xmlns:a16="http://schemas.microsoft.com/office/drawing/2014/main" id="{69585FA0-A5A2-6B6D-7BE6-215EFC7962E8}"/>
              </a:ext>
            </a:extLst>
          </p:cNvPr>
          <p:cNvGrpSpPr/>
          <p:nvPr/>
        </p:nvGrpSpPr>
        <p:grpSpPr>
          <a:xfrm>
            <a:off x="6215197" y="1242595"/>
            <a:ext cx="453960" cy="168480"/>
            <a:chOff x="6215197" y="1242595"/>
            <a:chExt cx="453960" cy="1684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63">
              <p14:nvContentPartPr>
                <p14:cNvPr id="70663" name="Ink 70662">
                  <a:extLst>
                    <a:ext uri="{FF2B5EF4-FFF2-40B4-BE49-F238E27FC236}">
                      <a16:creationId xmlns:a16="http://schemas.microsoft.com/office/drawing/2014/main" id="{70CBF2B6-0B86-913C-DF01-707D25CCC3C2}"/>
                    </a:ext>
                  </a:extLst>
                </p14:cNvPr>
                <p14:cNvContentPartPr/>
                <p14:nvPr/>
              </p14:nvContentPartPr>
              <p14:xfrm>
                <a:off x="6215197" y="1243315"/>
                <a:ext cx="99000" cy="167760"/>
              </p14:xfrm>
            </p:contentPart>
          </mc:Choice>
          <mc:Fallback>
            <p:pic>
              <p:nvPicPr>
                <p:cNvPr id="70663" name="Ink 7066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0CBF2B6-0B86-913C-DF01-707D25CCC3C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06197" y="1234675"/>
                  <a:ext cx="116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5">
              <p14:nvContentPartPr>
                <p14:cNvPr id="70664" name="Ink 70663">
                  <a:extLst>
                    <a:ext uri="{FF2B5EF4-FFF2-40B4-BE49-F238E27FC236}">
                      <a16:creationId xmlns:a16="http://schemas.microsoft.com/office/drawing/2014/main" id="{5793E48E-F538-1190-0613-DE01C44B3185}"/>
                    </a:ext>
                  </a:extLst>
                </p14:cNvPr>
                <p14:cNvContentPartPr/>
                <p14:nvPr/>
              </p14:nvContentPartPr>
              <p14:xfrm>
                <a:off x="6375037" y="1242595"/>
                <a:ext cx="75960" cy="163080"/>
              </p14:xfrm>
            </p:contentPart>
          </mc:Choice>
          <mc:Fallback>
            <p:pic>
              <p:nvPicPr>
                <p:cNvPr id="70664" name="Ink 7066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793E48E-F538-1190-0613-DE01C44B31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66397" y="1233595"/>
                  <a:ext cx="93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7">
              <p14:nvContentPartPr>
                <p14:cNvPr id="70665" name="Ink 70664">
                  <a:extLst>
                    <a:ext uri="{FF2B5EF4-FFF2-40B4-BE49-F238E27FC236}">
                      <a16:creationId xmlns:a16="http://schemas.microsoft.com/office/drawing/2014/main" id="{BE372504-C052-FC7E-10FB-53D19F2C21F3}"/>
                    </a:ext>
                  </a:extLst>
                </p14:cNvPr>
                <p14:cNvContentPartPr/>
                <p14:nvPr/>
              </p14:nvContentPartPr>
              <p14:xfrm>
                <a:off x="6436597" y="1253395"/>
                <a:ext cx="95760" cy="13680"/>
              </p14:xfrm>
            </p:contentPart>
          </mc:Choice>
          <mc:Fallback>
            <p:pic>
              <p:nvPicPr>
                <p:cNvPr id="70665" name="Ink 7066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E372504-C052-FC7E-10FB-53D19F2C21F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27957" y="1244755"/>
                  <a:ext cx="11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69">
              <p14:nvContentPartPr>
                <p14:cNvPr id="70666" name="Ink 70665">
                  <a:extLst>
                    <a:ext uri="{FF2B5EF4-FFF2-40B4-BE49-F238E27FC236}">
                      <a16:creationId xmlns:a16="http://schemas.microsoft.com/office/drawing/2014/main" id="{7E2F8A3A-946F-6886-BDAC-F6D6236E7475}"/>
                    </a:ext>
                  </a:extLst>
                </p14:cNvPr>
                <p14:cNvContentPartPr/>
                <p14:nvPr/>
              </p14:nvContentPartPr>
              <p14:xfrm>
                <a:off x="6565117" y="1252675"/>
                <a:ext cx="104040" cy="130320"/>
              </p14:xfrm>
            </p:contentPart>
          </mc:Choice>
          <mc:Fallback>
            <p:pic>
              <p:nvPicPr>
                <p:cNvPr id="70666" name="Ink 7066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E2F8A3A-946F-6886-BDAC-F6D6236E74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56477" y="1244035"/>
                  <a:ext cx="1216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74" name="Group 70673">
            <a:extLst>
              <a:ext uri="{FF2B5EF4-FFF2-40B4-BE49-F238E27FC236}">
                <a16:creationId xmlns="" xmlns:a16="http://schemas.microsoft.com/office/drawing/2014/main" id="{D33D049E-8517-05EE-65EA-FD1AB9498C01}"/>
              </a:ext>
            </a:extLst>
          </p:cNvPr>
          <p:cNvGrpSpPr/>
          <p:nvPr/>
        </p:nvGrpSpPr>
        <p:grpSpPr>
          <a:xfrm>
            <a:off x="6864277" y="1179955"/>
            <a:ext cx="549720" cy="201240"/>
            <a:chOff x="6864277" y="1179955"/>
            <a:chExt cx="549720" cy="2012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71">
              <p14:nvContentPartPr>
                <p14:cNvPr id="70668" name="Ink 70667">
                  <a:extLst>
                    <a:ext uri="{FF2B5EF4-FFF2-40B4-BE49-F238E27FC236}">
                      <a16:creationId xmlns:a16="http://schemas.microsoft.com/office/drawing/2014/main" id="{AEFCD4CF-B958-E086-707F-36BC0369AB2B}"/>
                    </a:ext>
                  </a:extLst>
                </p14:cNvPr>
                <p14:cNvContentPartPr/>
                <p14:nvPr/>
              </p14:nvContentPartPr>
              <p14:xfrm>
                <a:off x="6864277" y="1232155"/>
                <a:ext cx="84240" cy="149040"/>
              </p14:xfrm>
            </p:contentPart>
          </mc:Choice>
          <mc:Fallback>
            <p:pic>
              <p:nvPicPr>
                <p:cNvPr id="70668" name="Ink 7066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EFCD4CF-B958-E086-707F-36BC0369AB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55277" y="1223515"/>
                  <a:ext cx="101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3">
              <p14:nvContentPartPr>
                <p14:cNvPr id="70669" name="Ink 70668">
                  <a:extLst>
                    <a:ext uri="{FF2B5EF4-FFF2-40B4-BE49-F238E27FC236}">
                      <a16:creationId xmlns:a16="http://schemas.microsoft.com/office/drawing/2014/main" id="{B21246C6-AFD1-47AB-74CB-34AEA9C32B0F}"/>
                    </a:ext>
                  </a:extLst>
                </p14:cNvPr>
                <p14:cNvContentPartPr/>
                <p14:nvPr/>
              </p14:nvContentPartPr>
              <p14:xfrm>
                <a:off x="7010797" y="1261675"/>
                <a:ext cx="12240" cy="87120"/>
              </p14:xfrm>
            </p:contentPart>
          </mc:Choice>
          <mc:Fallback>
            <p:pic>
              <p:nvPicPr>
                <p:cNvPr id="70669" name="Ink 7066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21246C6-AFD1-47AB-74CB-34AEA9C32B0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01797" y="1252675"/>
                  <a:ext cx="29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5">
              <p14:nvContentPartPr>
                <p14:cNvPr id="70670" name="Ink 70669">
                  <a:extLst>
                    <a:ext uri="{FF2B5EF4-FFF2-40B4-BE49-F238E27FC236}">
                      <a16:creationId xmlns:a16="http://schemas.microsoft.com/office/drawing/2014/main" id="{F43C9478-7ADE-9068-D52B-4483791D31F0}"/>
                    </a:ext>
                  </a:extLst>
                </p14:cNvPr>
                <p14:cNvContentPartPr/>
                <p14:nvPr/>
              </p14:nvContentPartPr>
              <p14:xfrm>
                <a:off x="7015477" y="1196515"/>
                <a:ext cx="19080" cy="18720"/>
              </p14:xfrm>
            </p:contentPart>
          </mc:Choice>
          <mc:Fallback>
            <p:pic>
              <p:nvPicPr>
                <p:cNvPr id="70670" name="Ink 7066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43C9478-7ADE-9068-D52B-4483791D31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06477" y="1187875"/>
                  <a:ext cx="36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7">
              <p14:nvContentPartPr>
                <p14:cNvPr id="70671" name="Ink 70670">
                  <a:extLst>
                    <a:ext uri="{FF2B5EF4-FFF2-40B4-BE49-F238E27FC236}">
                      <a16:creationId xmlns:a16="http://schemas.microsoft.com/office/drawing/2014/main" id="{79379072-D93B-BB87-4CC9-629C334D793B}"/>
                    </a:ext>
                  </a:extLst>
                </p14:cNvPr>
                <p14:cNvContentPartPr/>
                <p14:nvPr/>
              </p14:nvContentPartPr>
              <p14:xfrm>
                <a:off x="7091077" y="1264915"/>
                <a:ext cx="92160" cy="85320"/>
              </p14:xfrm>
            </p:contentPart>
          </mc:Choice>
          <mc:Fallback>
            <p:pic>
              <p:nvPicPr>
                <p:cNvPr id="70671" name="Ink 7067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9379072-D93B-BB87-4CC9-629C334D79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82437" y="1255915"/>
                  <a:ext cx="109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79">
              <p14:nvContentPartPr>
                <p14:cNvPr id="70673" name="Ink 70672">
                  <a:extLst>
                    <a:ext uri="{FF2B5EF4-FFF2-40B4-BE49-F238E27FC236}">
                      <a16:creationId xmlns:a16="http://schemas.microsoft.com/office/drawing/2014/main" id="{92969C94-3496-F5AC-A217-9F1F1C382F6E}"/>
                    </a:ext>
                  </a:extLst>
                </p14:cNvPr>
                <p14:cNvContentPartPr/>
                <p14:nvPr/>
              </p14:nvContentPartPr>
              <p14:xfrm>
                <a:off x="7292677" y="1179955"/>
                <a:ext cx="121320" cy="182160"/>
              </p14:xfrm>
            </p:contentPart>
          </mc:Choice>
          <mc:Fallback>
            <p:pic>
              <p:nvPicPr>
                <p:cNvPr id="70673" name="Ink 7067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2969C94-3496-F5AC-A217-9F1F1C382F6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283677" y="1171315"/>
                  <a:ext cx="1389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82" name="Group 70681">
            <a:extLst>
              <a:ext uri="{FF2B5EF4-FFF2-40B4-BE49-F238E27FC236}">
                <a16:creationId xmlns="" xmlns:a16="http://schemas.microsoft.com/office/drawing/2014/main" id="{5A3EB313-959C-1836-39B0-DE6A23F6DCFE}"/>
              </a:ext>
            </a:extLst>
          </p:cNvPr>
          <p:cNvGrpSpPr/>
          <p:nvPr/>
        </p:nvGrpSpPr>
        <p:grpSpPr>
          <a:xfrm>
            <a:off x="5440117" y="1789435"/>
            <a:ext cx="357120" cy="223200"/>
            <a:chOff x="5440117" y="1789435"/>
            <a:chExt cx="357120" cy="2232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1">
              <p14:nvContentPartPr>
                <p14:cNvPr id="70675" name="Ink 70674">
                  <a:extLst>
                    <a:ext uri="{FF2B5EF4-FFF2-40B4-BE49-F238E27FC236}">
                      <a16:creationId xmlns:a16="http://schemas.microsoft.com/office/drawing/2014/main" id="{B96F877E-0D3E-9844-CB2B-36C2638C1456}"/>
                    </a:ext>
                  </a:extLst>
                </p14:cNvPr>
                <p14:cNvContentPartPr/>
                <p14:nvPr/>
              </p14:nvContentPartPr>
              <p14:xfrm>
                <a:off x="5440117" y="1790515"/>
                <a:ext cx="49320" cy="221040"/>
              </p14:xfrm>
            </p:contentPart>
          </mc:Choice>
          <mc:Fallback>
            <p:pic>
              <p:nvPicPr>
                <p:cNvPr id="70675" name="Ink 7067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96F877E-0D3E-9844-CB2B-36C2638C145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31477" y="1781515"/>
                  <a:ext cx="66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3">
              <p14:nvContentPartPr>
                <p14:cNvPr id="70676" name="Ink 70675">
                  <a:extLst>
                    <a:ext uri="{FF2B5EF4-FFF2-40B4-BE49-F238E27FC236}">
                      <a16:creationId xmlns:a16="http://schemas.microsoft.com/office/drawing/2014/main" id="{486104E9-E930-F858-C7B3-E63C5DBE3E20}"/>
                    </a:ext>
                  </a:extLst>
                </p14:cNvPr>
                <p14:cNvContentPartPr/>
                <p14:nvPr/>
              </p14:nvContentPartPr>
              <p14:xfrm>
                <a:off x="5464957" y="1789435"/>
                <a:ext cx="116280" cy="223200"/>
              </p14:xfrm>
            </p:contentPart>
          </mc:Choice>
          <mc:Fallback>
            <p:pic>
              <p:nvPicPr>
                <p:cNvPr id="70676" name="Ink 7067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86104E9-E930-F858-C7B3-E63C5DBE3E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455957" y="1780435"/>
                  <a:ext cx="133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5">
              <p14:nvContentPartPr>
                <p14:cNvPr id="70677" name="Ink 70676">
                  <a:extLst>
                    <a:ext uri="{FF2B5EF4-FFF2-40B4-BE49-F238E27FC236}">
                      <a16:creationId xmlns:a16="http://schemas.microsoft.com/office/drawing/2014/main" id="{BB71B5F1-C6E7-79BF-16DF-C32E6BC6A5D5}"/>
                    </a:ext>
                  </a:extLst>
                </p14:cNvPr>
                <p14:cNvContentPartPr/>
                <p14:nvPr/>
              </p14:nvContentPartPr>
              <p14:xfrm>
                <a:off x="5687797" y="1802755"/>
                <a:ext cx="26640" cy="135720"/>
              </p14:xfrm>
            </p:contentPart>
          </mc:Choice>
          <mc:Fallback>
            <p:pic>
              <p:nvPicPr>
                <p:cNvPr id="70677" name="Ink 7067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B71B5F1-C6E7-79BF-16DF-C32E6BC6A5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678797" y="1793755"/>
                  <a:ext cx="44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87">
              <p14:nvContentPartPr>
                <p14:cNvPr id="70678" name="Ink 70677">
                  <a:extLst>
                    <a:ext uri="{FF2B5EF4-FFF2-40B4-BE49-F238E27FC236}">
                      <a16:creationId xmlns:a16="http://schemas.microsoft.com/office/drawing/2014/main" id="{5B8925DC-E3B7-EB70-ABA8-EA100C225E2B}"/>
                    </a:ext>
                  </a:extLst>
                </p14:cNvPr>
                <p14:cNvContentPartPr/>
                <p14:nvPr/>
              </p14:nvContentPartPr>
              <p14:xfrm>
                <a:off x="5662957" y="1793755"/>
                <a:ext cx="134280" cy="206280"/>
              </p14:xfrm>
            </p:contentPart>
          </mc:Choice>
          <mc:Fallback>
            <p:pic>
              <p:nvPicPr>
                <p:cNvPr id="70678" name="Ink 7067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B8925DC-E3B7-EB70-ABA8-EA100C225E2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53957" y="1785115"/>
                  <a:ext cx="1519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81" name="Group 70680">
            <a:extLst>
              <a:ext uri="{FF2B5EF4-FFF2-40B4-BE49-F238E27FC236}">
                <a16:creationId xmlns="" xmlns:a16="http://schemas.microsoft.com/office/drawing/2014/main" id="{31118228-49DA-817A-B6D8-1DFDF911E71E}"/>
              </a:ext>
            </a:extLst>
          </p:cNvPr>
          <p:cNvGrpSpPr/>
          <p:nvPr/>
        </p:nvGrpSpPr>
        <p:grpSpPr>
          <a:xfrm>
            <a:off x="5964277" y="1851355"/>
            <a:ext cx="118800" cy="73080"/>
            <a:chOff x="5964277" y="1851355"/>
            <a:chExt cx="118800" cy="730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89">
              <p14:nvContentPartPr>
                <p14:cNvPr id="70679" name="Ink 70678">
                  <a:extLst>
                    <a:ext uri="{FF2B5EF4-FFF2-40B4-BE49-F238E27FC236}">
                      <a16:creationId xmlns:a16="http://schemas.microsoft.com/office/drawing/2014/main" id="{BE5253D2-131E-5A73-03C8-06EC9CD027CE}"/>
                    </a:ext>
                  </a:extLst>
                </p14:cNvPr>
                <p14:cNvContentPartPr/>
                <p14:nvPr/>
              </p14:nvContentPartPr>
              <p14:xfrm>
                <a:off x="5976877" y="1851355"/>
                <a:ext cx="82080" cy="5400"/>
              </p14:xfrm>
            </p:contentPart>
          </mc:Choice>
          <mc:Fallback>
            <p:pic>
              <p:nvPicPr>
                <p:cNvPr id="70679" name="Ink 7067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E5253D2-131E-5A73-03C8-06EC9CD027C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67877" y="1842715"/>
                  <a:ext cx="99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1">
              <p14:nvContentPartPr>
                <p14:cNvPr id="70680" name="Ink 70679">
                  <a:extLst>
                    <a:ext uri="{FF2B5EF4-FFF2-40B4-BE49-F238E27FC236}">
                      <a16:creationId xmlns:a16="http://schemas.microsoft.com/office/drawing/2014/main" id="{766913A8-A62C-E816-14B5-AD978B8856FB}"/>
                    </a:ext>
                  </a:extLst>
                </p14:cNvPr>
                <p14:cNvContentPartPr/>
                <p14:nvPr/>
              </p14:nvContentPartPr>
              <p14:xfrm>
                <a:off x="5964277" y="1909315"/>
                <a:ext cx="118800" cy="15120"/>
              </p14:xfrm>
            </p:contentPart>
          </mc:Choice>
          <mc:Fallback>
            <p:pic>
              <p:nvPicPr>
                <p:cNvPr id="70680" name="Ink 7067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66913A8-A62C-E816-14B5-AD978B8856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955277" y="1900675"/>
                  <a:ext cx="1364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687" name="Group 70686">
            <a:extLst>
              <a:ext uri="{FF2B5EF4-FFF2-40B4-BE49-F238E27FC236}">
                <a16:creationId xmlns="" xmlns:a16="http://schemas.microsoft.com/office/drawing/2014/main" id="{6667CC28-3A9F-4B6B-7580-72C1F3C02F3D}"/>
              </a:ext>
            </a:extLst>
          </p:cNvPr>
          <p:cNvGrpSpPr/>
          <p:nvPr/>
        </p:nvGrpSpPr>
        <p:grpSpPr>
          <a:xfrm>
            <a:off x="6267397" y="1764955"/>
            <a:ext cx="458280" cy="178920"/>
            <a:chOff x="6267397" y="1764955"/>
            <a:chExt cx="458280" cy="1789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93">
              <p14:nvContentPartPr>
                <p14:cNvPr id="70683" name="Ink 70682">
                  <a:extLst>
                    <a:ext uri="{FF2B5EF4-FFF2-40B4-BE49-F238E27FC236}">
                      <a16:creationId xmlns:a16="http://schemas.microsoft.com/office/drawing/2014/main" id="{2ACEB571-DE71-F3EA-9C3D-993536E057FA}"/>
                    </a:ext>
                  </a:extLst>
                </p14:cNvPr>
                <p14:cNvContentPartPr/>
                <p14:nvPr/>
              </p14:nvContentPartPr>
              <p14:xfrm>
                <a:off x="6267397" y="1770355"/>
                <a:ext cx="98280" cy="173520"/>
              </p14:xfrm>
            </p:contentPart>
          </mc:Choice>
          <mc:Fallback>
            <p:pic>
              <p:nvPicPr>
                <p:cNvPr id="70683" name="Ink 7068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ACEB571-DE71-F3EA-9C3D-993536E057F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8757" y="1761715"/>
                  <a:ext cx="115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5">
              <p14:nvContentPartPr>
                <p14:cNvPr id="70684" name="Ink 70683">
                  <a:extLst>
                    <a:ext uri="{FF2B5EF4-FFF2-40B4-BE49-F238E27FC236}">
                      <a16:creationId xmlns:a16="http://schemas.microsoft.com/office/drawing/2014/main" id="{CA6B2966-6219-6337-B914-BE64B411E620}"/>
                    </a:ext>
                  </a:extLst>
                </p14:cNvPr>
                <p14:cNvContentPartPr/>
                <p14:nvPr/>
              </p14:nvContentPartPr>
              <p14:xfrm>
                <a:off x="6435517" y="1781875"/>
                <a:ext cx="86040" cy="157680"/>
              </p14:xfrm>
            </p:contentPart>
          </mc:Choice>
          <mc:Fallback>
            <p:pic>
              <p:nvPicPr>
                <p:cNvPr id="70684" name="Ink 7068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A6B2966-6219-6337-B914-BE64B411E62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6517" y="1772875"/>
                  <a:ext cx="103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7">
              <p14:nvContentPartPr>
                <p14:cNvPr id="70685" name="Ink 70684">
                  <a:extLst>
                    <a:ext uri="{FF2B5EF4-FFF2-40B4-BE49-F238E27FC236}">
                      <a16:creationId xmlns:a16="http://schemas.microsoft.com/office/drawing/2014/main" id="{A096C2C4-2559-BD82-4F43-5F4B183E28BB}"/>
                    </a:ext>
                  </a:extLst>
                </p14:cNvPr>
                <p14:cNvContentPartPr/>
                <p14:nvPr/>
              </p14:nvContentPartPr>
              <p14:xfrm>
                <a:off x="6478717" y="1764955"/>
                <a:ext cx="125640" cy="23760"/>
              </p14:xfrm>
            </p:contentPart>
          </mc:Choice>
          <mc:Fallback>
            <p:pic>
              <p:nvPicPr>
                <p:cNvPr id="70685" name="Ink 7068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096C2C4-2559-BD82-4F43-5F4B183E28B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70077" y="1756315"/>
                  <a:ext cx="143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99">
              <p14:nvContentPartPr>
                <p14:cNvPr id="70686" name="Ink 70685">
                  <a:extLst>
                    <a:ext uri="{FF2B5EF4-FFF2-40B4-BE49-F238E27FC236}">
                      <a16:creationId xmlns:a16="http://schemas.microsoft.com/office/drawing/2014/main" id="{DF268425-FFCA-49D0-3613-008824B7A135}"/>
                    </a:ext>
                  </a:extLst>
                </p14:cNvPr>
                <p14:cNvContentPartPr/>
                <p14:nvPr/>
              </p14:nvContentPartPr>
              <p14:xfrm>
                <a:off x="6641077" y="1788355"/>
                <a:ext cx="84600" cy="129960"/>
              </p14:xfrm>
            </p:contentPart>
          </mc:Choice>
          <mc:Fallback>
            <p:pic>
              <p:nvPicPr>
                <p:cNvPr id="70686" name="Ink 7068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F268425-FFCA-49D0-3613-008824B7A13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32437" y="1779355"/>
                  <a:ext cx="10224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01">
            <p14:nvContentPartPr>
              <p14:cNvPr id="70688" name="Ink 70687">
                <a:extLst>
                  <a:ext uri="{FF2B5EF4-FFF2-40B4-BE49-F238E27FC236}">
                    <a16:creationId xmlns:a16="http://schemas.microsoft.com/office/drawing/2014/main" id="{AE0D67B4-3091-60AF-EB53-1CDF5F8B159B}"/>
                  </a:ext>
                </a:extLst>
              </p14:cNvPr>
              <p14:cNvContentPartPr/>
              <p14:nvPr/>
            </p14:nvContentPartPr>
            <p14:xfrm>
              <a:off x="2957917" y="3598435"/>
              <a:ext cx="19440" cy="12600"/>
            </p14:xfrm>
          </p:contentPart>
        </mc:Choice>
        <mc:Fallback>
          <p:pic>
            <p:nvPicPr>
              <p:cNvPr id="70688" name="Ink 70687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E0D67B4-3091-60AF-EB53-1CDF5F8B159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949277" y="3589795"/>
                <a:ext cx="3708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699" name="Group 70698">
            <a:extLst>
              <a:ext uri="{FF2B5EF4-FFF2-40B4-BE49-F238E27FC236}">
                <a16:creationId xmlns="" xmlns:a16="http://schemas.microsoft.com/office/drawing/2014/main" id="{5A532FEA-DF64-C592-E69F-218A7A776932}"/>
              </a:ext>
            </a:extLst>
          </p:cNvPr>
          <p:cNvGrpSpPr/>
          <p:nvPr/>
        </p:nvGrpSpPr>
        <p:grpSpPr>
          <a:xfrm>
            <a:off x="6849877" y="1608355"/>
            <a:ext cx="1109520" cy="309600"/>
            <a:chOff x="6849877" y="1608355"/>
            <a:chExt cx="1109520" cy="3096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03">
              <p14:nvContentPartPr>
                <p14:cNvPr id="70689" name="Ink 70688">
                  <a:extLst>
                    <a:ext uri="{FF2B5EF4-FFF2-40B4-BE49-F238E27FC236}">
                      <a16:creationId xmlns:a16="http://schemas.microsoft.com/office/drawing/2014/main" id="{1BC34094-D2C9-C25C-86CA-206C3E9F931C}"/>
                    </a:ext>
                  </a:extLst>
                </p14:cNvPr>
                <p14:cNvContentPartPr/>
                <p14:nvPr/>
              </p14:nvContentPartPr>
              <p14:xfrm>
                <a:off x="6859237" y="1895995"/>
                <a:ext cx="31680" cy="14400"/>
              </p14:xfrm>
            </p:contentPart>
          </mc:Choice>
          <mc:Fallback>
            <p:pic>
              <p:nvPicPr>
                <p:cNvPr id="70689" name="Ink 7068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BC34094-D2C9-C25C-86CA-206C3E9F931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50237" y="1886995"/>
                  <a:ext cx="49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5">
              <p14:nvContentPartPr>
                <p14:cNvPr id="70690" name="Ink 70689">
                  <a:extLst>
                    <a:ext uri="{FF2B5EF4-FFF2-40B4-BE49-F238E27FC236}">
                      <a16:creationId xmlns:a16="http://schemas.microsoft.com/office/drawing/2014/main" id="{1417E0E0-70BE-E8AF-568A-A49B9F1D1111}"/>
                    </a:ext>
                  </a:extLst>
                </p14:cNvPr>
                <p14:cNvContentPartPr/>
                <p14:nvPr/>
              </p14:nvContentPartPr>
              <p14:xfrm>
                <a:off x="6849877" y="1766035"/>
                <a:ext cx="126360" cy="151920"/>
              </p14:xfrm>
            </p:contentPart>
          </mc:Choice>
          <mc:Fallback>
            <p:pic>
              <p:nvPicPr>
                <p:cNvPr id="70690" name="Ink 7068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417E0E0-70BE-E8AF-568A-A49B9F1D111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40877" y="1757035"/>
                  <a:ext cx="144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7">
              <p14:nvContentPartPr>
                <p14:cNvPr id="70691" name="Ink 70690">
                  <a:extLst>
                    <a:ext uri="{FF2B5EF4-FFF2-40B4-BE49-F238E27FC236}">
                      <a16:creationId xmlns:a16="http://schemas.microsoft.com/office/drawing/2014/main" id="{ED2B150C-E463-A63D-C022-E99CCEB82CD7}"/>
                    </a:ext>
                  </a:extLst>
                </p14:cNvPr>
                <p14:cNvContentPartPr/>
                <p14:nvPr/>
              </p14:nvContentPartPr>
              <p14:xfrm>
                <a:off x="7021957" y="1812115"/>
                <a:ext cx="175680" cy="63000"/>
              </p14:xfrm>
            </p:contentPart>
          </mc:Choice>
          <mc:Fallback>
            <p:pic>
              <p:nvPicPr>
                <p:cNvPr id="70691" name="Ink 7069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D2B150C-E463-A63D-C022-E99CCEB82CD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13317" y="1803115"/>
                  <a:ext cx="193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09">
              <p14:nvContentPartPr>
                <p14:cNvPr id="70692" name="Ink 70691">
                  <a:extLst>
                    <a:ext uri="{FF2B5EF4-FFF2-40B4-BE49-F238E27FC236}">
                      <a16:creationId xmlns:a16="http://schemas.microsoft.com/office/drawing/2014/main" id="{C6A12FFE-A931-3173-F0C6-12FC64DC10FD}"/>
                    </a:ext>
                  </a:extLst>
                </p14:cNvPr>
                <p14:cNvContentPartPr/>
                <p14:nvPr/>
              </p14:nvContentPartPr>
              <p14:xfrm>
                <a:off x="7069477" y="1701595"/>
                <a:ext cx="8280" cy="19080"/>
              </p14:xfrm>
            </p:contentPart>
          </mc:Choice>
          <mc:Fallback>
            <p:pic>
              <p:nvPicPr>
                <p:cNvPr id="70692" name="Ink 7069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6A12FFE-A931-3173-F0C6-12FC64DC10F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60837" y="1692955"/>
                  <a:ext cx="25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1">
              <p14:nvContentPartPr>
                <p14:cNvPr id="70693" name="Ink 70692">
                  <a:extLst>
                    <a:ext uri="{FF2B5EF4-FFF2-40B4-BE49-F238E27FC236}">
                      <a16:creationId xmlns:a16="http://schemas.microsoft.com/office/drawing/2014/main" id="{3F8BD7FE-5FBA-8C78-BC78-CE9773BB4166}"/>
                    </a:ext>
                  </a:extLst>
                </p14:cNvPr>
                <p14:cNvContentPartPr/>
                <p14:nvPr/>
              </p14:nvContentPartPr>
              <p14:xfrm>
                <a:off x="7264237" y="1682875"/>
                <a:ext cx="74160" cy="214560"/>
              </p14:xfrm>
            </p:contentPart>
          </mc:Choice>
          <mc:Fallback>
            <p:pic>
              <p:nvPicPr>
                <p:cNvPr id="70693" name="Ink 7069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F8BD7FE-5FBA-8C78-BC78-CE9773BB41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55237" y="1673875"/>
                  <a:ext cx="91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3">
              <p14:nvContentPartPr>
                <p14:cNvPr id="70694" name="Ink 70693">
                  <a:extLst>
                    <a:ext uri="{FF2B5EF4-FFF2-40B4-BE49-F238E27FC236}">
                      <a16:creationId xmlns:a16="http://schemas.microsoft.com/office/drawing/2014/main" id="{E830D7A6-9EC7-FF38-8AD8-BC521A24EFC6}"/>
                    </a:ext>
                  </a:extLst>
                </p14:cNvPr>
                <p14:cNvContentPartPr/>
                <p14:nvPr/>
              </p14:nvContentPartPr>
              <p14:xfrm>
                <a:off x="7379437" y="1695115"/>
                <a:ext cx="54720" cy="150120"/>
              </p14:xfrm>
            </p:contentPart>
          </mc:Choice>
          <mc:Fallback>
            <p:pic>
              <p:nvPicPr>
                <p:cNvPr id="70694" name="Ink 7069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830D7A6-9EC7-FF38-8AD8-BC521A24EFC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70437" y="1686475"/>
                  <a:ext cx="72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5">
              <p14:nvContentPartPr>
                <p14:cNvPr id="70695" name="Ink 70694">
                  <a:extLst>
                    <a:ext uri="{FF2B5EF4-FFF2-40B4-BE49-F238E27FC236}">
                      <a16:creationId xmlns:a16="http://schemas.microsoft.com/office/drawing/2014/main" id="{789CBFF9-8D7B-76D1-35A1-0B88531BC88B}"/>
                    </a:ext>
                  </a:extLst>
                </p14:cNvPr>
                <p14:cNvContentPartPr/>
                <p14:nvPr/>
              </p14:nvContentPartPr>
              <p14:xfrm>
                <a:off x="7512637" y="1722115"/>
                <a:ext cx="43920" cy="82080"/>
              </p14:xfrm>
            </p:contentPart>
          </mc:Choice>
          <mc:Fallback>
            <p:pic>
              <p:nvPicPr>
                <p:cNvPr id="70695" name="Ink 7069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89CBFF9-8D7B-76D1-35A1-0B88531BC88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03997" y="1713475"/>
                  <a:ext cx="61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7">
              <p14:nvContentPartPr>
                <p14:cNvPr id="70696" name="Ink 70695">
                  <a:extLst>
                    <a:ext uri="{FF2B5EF4-FFF2-40B4-BE49-F238E27FC236}">
                      <a16:creationId xmlns:a16="http://schemas.microsoft.com/office/drawing/2014/main" id="{8494BAFC-D301-4D5A-FC69-744D1D736781}"/>
                    </a:ext>
                  </a:extLst>
                </p14:cNvPr>
                <p14:cNvContentPartPr/>
                <p14:nvPr/>
              </p14:nvContentPartPr>
              <p14:xfrm>
                <a:off x="7621357" y="1767475"/>
                <a:ext cx="67680" cy="5040"/>
              </p14:xfrm>
            </p:contentPart>
          </mc:Choice>
          <mc:Fallback>
            <p:pic>
              <p:nvPicPr>
                <p:cNvPr id="70696" name="Ink 7069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8494BAFC-D301-4D5A-FC69-744D1D73678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612357" y="1758475"/>
                  <a:ext cx="85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19">
              <p14:nvContentPartPr>
                <p14:cNvPr id="70697" name="Ink 70696">
                  <a:extLst>
                    <a:ext uri="{FF2B5EF4-FFF2-40B4-BE49-F238E27FC236}">
                      <a16:creationId xmlns:a16="http://schemas.microsoft.com/office/drawing/2014/main" id="{6145A93C-B459-DEAD-07CA-2B0752FBE414}"/>
                    </a:ext>
                  </a:extLst>
                </p14:cNvPr>
                <p14:cNvContentPartPr/>
                <p14:nvPr/>
              </p14:nvContentPartPr>
              <p14:xfrm>
                <a:off x="7771117" y="1684315"/>
                <a:ext cx="90360" cy="116280"/>
              </p14:xfrm>
            </p:contentPart>
          </mc:Choice>
          <mc:Fallback>
            <p:pic>
              <p:nvPicPr>
                <p:cNvPr id="70697" name="Ink 7069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145A93C-B459-DEAD-07CA-2B0752FBE41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62477" y="1675675"/>
                  <a:ext cx="108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1">
              <p14:nvContentPartPr>
                <p14:cNvPr id="70698" name="Ink 70697">
                  <a:extLst>
                    <a:ext uri="{FF2B5EF4-FFF2-40B4-BE49-F238E27FC236}">
                      <a16:creationId xmlns:a16="http://schemas.microsoft.com/office/drawing/2014/main" id="{C8BBCD2B-A571-9A68-1B56-9181D1F76185}"/>
                    </a:ext>
                  </a:extLst>
                </p14:cNvPr>
                <p14:cNvContentPartPr/>
                <p14:nvPr/>
              </p14:nvContentPartPr>
              <p14:xfrm>
                <a:off x="7853197" y="1608355"/>
                <a:ext cx="106200" cy="261360"/>
              </p14:xfrm>
            </p:contentPart>
          </mc:Choice>
          <mc:Fallback>
            <p:pic>
              <p:nvPicPr>
                <p:cNvPr id="70698" name="Ink 7069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8BBCD2B-A571-9A68-1B56-9181D1F7618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44557" y="1599355"/>
                  <a:ext cx="123840" cy="27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23">
            <p14:nvContentPartPr>
              <p14:cNvPr id="70700" name="Ink 70699">
                <a:extLst>
                  <a:ext uri="{FF2B5EF4-FFF2-40B4-BE49-F238E27FC236}">
                    <a16:creationId xmlns:a16="http://schemas.microsoft.com/office/drawing/2014/main" id="{F193A843-8771-7CC7-C204-59DEBEB29F9B}"/>
                  </a:ext>
                </a:extLst>
              </p14:cNvPr>
              <p14:cNvContentPartPr/>
              <p14:nvPr/>
            </p14:nvContentPartPr>
            <p14:xfrm>
              <a:off x="4745317" y="6082435"/>
              <a:ext cx="1096920" cy="126000"/>
            </p14:xfrm>
          </p:contentPart>
        </mc:Choice>
        <mc:Fallback>
          <p:pic>
            <p:nvPicPr>
              <p:cNvPr id="70700" name="Ink 7069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F193A843-8771-7CC7-C204-59DEBEB29F9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736677" y="6073795"/>
                <a:ext cx="111456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705" name="Group 70704">
            <a:extLst>
              <a:ext uri="{FF2B5EF4-FFF2-40B4-BE49-F238E27FC236}">
                <a16:creationId xmlns="" xmlns:a16="http://schemas.microsoft.com/office/drawing/2014/main" id="{4C6739C7-B4C5-64D5-688F-05EDE9B47304}"/>
              </a:ext>
            </a:extLst>
          </p:cNvPr>
          <p:cNvGrpSpPr/>
          <p:nvPr/>
        </p:nvGrpSpPr>
        <p:grpSpPr>
          <a:xfrm>
            <a:off x="5123677" y="6317515"/>
            <a:ext cx="232200" cy="173520"/>
            <a:chOff x="5123677" y="6317515"/>
            <a:chExt cx="232200" cy="1735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25">
              <p14:nvContentPartPr>
                <p14:cNvPr id="70701" name="Ink 70700">
                  <a:extLst>
                    <a:ext uri="{FF2B5EF4-FFF2-40B4-BE49-F238E27FC236}">
                      <a16:creationId xmlns:a16="http://schemas.microsoft.com/office/drawing/2014/main" id="{15B18896-3A1B-FD90-E719-09F366D00042}"/>
                    </a:ext>
                  </a:extLst>
                </p14:cNvPr>
                <p14:cNvContentPartPr/>
                <p14:nvPr/>
              </p14:nvContentPartPr>
              <p14:xfrm>
                <a:off x="5123677" y="6320035"/>
                <a:ext cx="74520" cy="171000"/>
              </p14:xfrm>
            </p:contentPart>
          </mc:Choice>
          <mc:Fallback>
            <p:pic>
              <p:nvPicPr>
                <p:cNvPr id="70701" name="Ink 7070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5B18896-3A1B-FD90-E719-09F366D0004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15037" y="6311035"/>
                  <a:ext cx="92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7">
              <p14:nvContentPartPr>
                <p14:cNvPr id="70702" name="Ink 70701">
                  <a:extLst>
                    <a:ext uri="{FF2B5EF4-FFF2-40B4-BE49-F238E27FC236}">
                      <a16:creationId xmlns:a16="http://schemas.microsoft.com/office/drawing/2014/main" id="{3ED3D136-F2A7-843B-3BC5-7ED1708BB835}"/>
                    </a:ext>
                  </a:extLst>
                </p14:cNvPr>
                <p14:cNvContentPartPr/>
                <p14:nvPr/>
              </p14:nvContentPartPr>
              <p14:xfrm>
                <a:off x="5274877" y="6335515"/>
                <a:ext cx="11520" cy="91800"/>
              </p14:xfrm>
            </p:contentPart>
          </mc:Choice>
          <mc:Fallback>
            <p:pic>
              <p:nvPicPr>
                <p:cNvPr id="70702" name="Ink 7070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ED3D136-F2A7-843B-3BC5-7ED1708BB83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265877" y="6326515"/>
                  <a:ext cx="29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29">
              <p14:nvContentPartPr>
                <p14:cNvPr id="70703" name="Ink 70702">
                  <a:extLst>
                    <a:ext uri="{FF2B5EF4-FFF2-40B4-BE49-F238E27FC236}">
                      <a16:creationId xmlns:a16="http://schemas.microsoft.com/office/drawing/2014/main" id="{D5F08478-3C3F-C437-A6CB-99BC0835B12F}"/>
                    </a:ext>
                  </a:extLst>
                </p14:cNvPr>
                <p14:cNvContentPartPr/>
                <p14:nvPr/>
              </p14:nvContentPartPr>
              <p14:xfrm>
                <a:off x="5265157" y="6317515"/>
                <a:ext cx="90720" cy="140400"/>
              </p14:xfrm>
            </p:contentPart>
          </mc:Choice>
          <mc:Fallback>
            <p:pic>
              <p:nvPicPr>
                <p:cNvPr id="70703" name="Ink 7070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5F08478-3C3F-C437-A6CB-99BC0835B12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56517" y="6308515"/>
                  <a:ext cx="10836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31">
            <p14:nvContentPartPr>
              <p14:cNvPr id="70704" name="Ink 70703">
                <a:extLst>
                  <a:ext uri="{FF2B5EF4-FFF2-40B4-BE49-F238E27FC236}">
                    <a16:creationId xmlns:a16="http://schemas.microsoft.com/office/drawing/2014/main" id="{A08F38BE-76D3-3C15-1858-F11EDDE50661}"/>
                  </a:ext>
                </a:extLst>
              </p14:cNvPr>
              <p14:cNvContentPartPr/>
              <p14:nvPr/>
            </p14:nvContentPartPr>
            <p14:xfrm>
              <a:off x="2839837" y="6038875"/>
              <a:ext cx="662040" cy="151920"/>
            </p14:xfrm>
          </p:contentPart>
        </mc:Choice>
        <mc:Fallback>
          <p:pic>
            <p:nvPicPr>
              <p:cNvPr id="70704" name="Ink 7070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A08F38BE-76D3-3C15-1858-F11EDDE5066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830837" y="6029875"/>
                <a:ext cx="67968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710" name="Group 70709">
            <a:extLst>
              <a:ext uri="{FF2B5EF4-FFF2-40B4-BE49-F238E27FC236}">
                <a16:creationId xmlns="" xmlns:a16="http://schemas.microsoft.com/office/drawing/2014/main" id="{68EBF731-2CDA-4867-71F5-C46E7111AEC2}"/>
              </a:ext>
            </a:extLst>
          </p:cNvPr>
          <p:cNvGrpSpPr/>
          <p:nvPr/>
        </p:nvGrpSpPr>
        <p:grpSpPr>
          <a:xfrm>
            <a:off x="3118477" y="6282595"/>
            <a:ext cx="265680" cy="172440"/>
            <a:chOff x="3118477" y="6282595"/>
            <a:chExt cx="265680" cy="17244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33">
              <p14:nvContentPartPr>
                <p14:cNvPr id="70706" name="Ink 70705">
                  <a:extLst>
                    <a:ext uri="{FF2B5EF4-FFF2-40B4-BE49-F238E27FC236}">
                      <a16:creationId xmlns:a16="http://schemas.microsoft.com/office/drawing/2014/main" id="{CF2956FA-E33D-833E-F7AB-F59287C87E3D}"/>
                    </a:ext>
                  </a:extLst>
                </p14:cNvPr>
                <p14:cNvContentPartPr/>
                <p14:nvPr/>
              </p14:nvContentPartPr>
              <p14:xfrm>
                <a:off x="3118477" y="6295195"/>
                <a:ext cx="97200" cy="159840"/>
              </p14:xfrm>
            </p:contentPart>
          </mc:Choice>
          <mc:Fallback>
            <p:pic>
              <p:nvPicPr>
                <p:cNvPr id="70706" name="Ink 7070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CF2956FA-E33D-833E-F7AB-F59287C87E3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09477" y="6286195"/>
                  <a:ext cx="114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5">
              <p14:nvContentPartPr>
                <p14:cNvPr id="70707" name="Ink 70706">
                  <a:extLst>
                    <a:ext uri="{FF2B5EF4-FFF2-40B4-BE49-F238E27FC236}">
                      <a16:creationId xmlns:a16="http://schemas.microsoft.com/office/drawing/2014/main" id="{6F6D4D70-949F-B9D2-829E-5139F417A90F}"/>
                    </a:ext>
                  </a:extLst>
                </p14:cNvPr>
                <p14:cNvContentPartPr/>
                <p14:nvPr/>
              </p14:nvContentPartPr>
              <p14:xfrm>
                <a:off x="3133957" y="6364315"/>
                <a:ext cx="77400" cy="20520"/>
              </p14:xfrm>
            </p:contentPart>
          </mc:Choice>
          <mc:Fallback>
            <p:pic>
              <p:nvPicPr>
                <p:cNvPr id="70707" name="Ink 7070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F6D4D70-949F-B9D2-829E-5139F417A90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125317" y="6355675"/>
                  <a:ext cx="95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7">
              <p14:nvContentPartPr>
                <p14:cNvPr id="70708" name="Ink 70707">
                  <a:extLst>
                    <a:ext uri="{FF2B5EF4-FFF2-40B4-BE49-F238E27FC236}">
                      <a16:creationId xmlns:a16="http://schemas.microsoft.com/office/drawing/2014/main" id="{3DD484A3-15B4-0532-E447-7287D2991E03}"/>
                    </a:ext>
                  </a:extLst>
                </p14:cNvPr>
                <p14:cNvContentPartPr/>
                <p14:nvPr/>
              </p14:nvContentPartPr>
              <p14:xfrm>
                <a:off x="3282997" y="6312475"/>
                <a:ext cx="10440" cy="109800"/>
              </p14:xfrm>
            </p:contentPart>
          </mc:Choice>
          <mc:Fallback>
            <p:pic>
              <p:nvPicPr>
                <p:cNvPr id="70708" name="Ink 7070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DD484A3-15B4-0532-E447-7287D2991E0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274357" y="6303475"/>
                  <a:ext cx="28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39">
              <p14:nvContentPartPr>
                <p14:cNvPr id="70709" name="Ink 70708">
                  <a:extLst>
                    <a:ext uri="{FF2B5EF4-FFF2-40B4-BE49-F238E27FC236}">
                      <a16:creationId xmlns:a16="http://schemas.microsoft.com/office/drawing/2014/main" id="{1E548DFC-ABF6-B030-6FFB-E6ACC8FFBFD4}"/>
                    </a:ext>
                  </a:extLst>
                </p14:cNvPr>
                <p14:cNvContentPartPr/>
                <p14:nvPr/>
              </p14:nvContentPartPr>
              <p14:xfrm>
                <a:off x="3274717" y="6282595"/>
                <a:ext cx="109440" cy="159840"/>
              </p14:xfrm>
            </p:contentPart>
          </mc:Choice>
          <mc:Fallback>
            <p:pic>
              <p:nvPicPr>
                <p:cNvPr id="70709" name="Ink 7070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E548DFC-ABF6-B030-6FFB-E6ACC8FFBFD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265717" y="6273955"/>
                  <a:ext cx="12708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718" name="Group 70717">
            <a:extLst>
              <a:ext uri="{FF2B5EF4-FFF2-40B4-BE49-F238E27FC236}">
                <a16:creationId xmlns="" xmlns:a16="http://schemas.microsoft.com/office/drawing/2014/main" id="{7BE43A2D-2A6A-290D-72D4-2B2E1B8AABD5}"/>
              </a:ext>
            </a:extLst>
          </p:cNvPr>
          <p:cNvGrpSpPr/>
          <p:nvPr/>
        </p:nvGrpSpPr>
        <p:grpSpPr>
          <a:xfrm>
            <a:off x="8313637" y="4787515"/>
            <a:ext cx="1147680" cy="303480"/>
            <a:chOff x="8313637" y="4787515"/>
            <a:chExt cx="1147680" cy="30348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41">
              <p14:nvContentPartPr>
                <p14:cNvPr id="70711" name="Ink 70710">
                  <a:extLst>
                    <a:ext uri="{FF2B5EF4-FFF2-40B4-BE49-F238E27FC236}">
                      <a16:creationId xmlns:a16="http://schemas.microsoft.com/office/drawing/2014/main" id="{6BEC24AD-FECF-E6AC-6073-EA0FEAD7118E}"/>
                    </a:ext>
                  </a:extLst>
                </p14:cNvPr>
                <p14:cNvContentPartPr/>
                <p14:nvPr/>
              </p14:nvContentPartPr>
              <p14:xfrm>
                <a:off x="8313637" y="4899115"/>
                <a:ext cx="183240" cy="191880"/>
              </p14:xfrm>
            </p:contentPart>
          </mc:Choice>
          <mc:Fallback>
            <p:pic>
              <p:nvPicPr>
                <p:cNvPr id="70711" name="Ink 7071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6BEC24AD-FECF-E6AC-6073-EA0FEAD7118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04637" y="4890115"/>
                  <a:ext cx="200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3">
              <p14:nvContentPartPr>
                <p14:cNvPr id="70712" name="Ink 70711">
                  <a:extLst>
                    <a:ext uri="{FF2B5EF4-FFF2-40B4-BE49-F238E27FC236}">
                      <a16:creationId xmlns:a16="http://schemas.microsoft.com/office/drawing/2014/main" id="{25537E13-3754-0AF9-B4E2-28BC191E9396}"/>
                    </a:ext>
                  </a:extLst>
                </p14:cNvPr>
                <p14:cNvContentPartPr/>
                <p14:nvPr/>
              </p14:nvContentPartPr>
              <p14:xfrm>
                <a:off x="8567437" y="4960315"/>
                <a:ext cx="95040" cy="18720"/>
              </p14:xfrm>
            </p:contentPart>
          </mc:Choice>
          <mc:Fallback>
            <p:pic>
              <p:nvPicPr>
                <p:cNvPr id="70712" name="Ink 7071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5537E13-3754-0AF9-B4E2-28BC191E93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558437" y="4951315"/>
                  <a:ext cx="112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5">
              <p14:nvContentPartPr>
                <p14:cNvPr id="70713" name="Ink 70712">
                  <a:extLst>
                    <a:ext uri="{FF2B5EF4-FFF2-40B4-BE49-F238E27FC236}">
                      <a16:creationId xmlns:a16="http://schemas.microsoft.com/office/drawing/2014/main" id="{2AFC0395-2649-E90D-61B3-B96933BD6F3C}"/>
                    </a:ext>
                  </a:extLst>
                </p14:cNvPr>
                <p14:cNvContentPartPr/>
                <p14:nvPr/>
              </p14:nvContentPartPr>
              <p14:xfrm>
                <a:off x="8589397" y="5007835"/>
                <a:ext cx="79200" cy="18360"/>
              </p14:xfrm>
            </p:contentPart>
          </mc:Choice>
          <mc:Fallback>
            <p:pic>
              <p:nvPicPr>
                <p:cNvPr id="70713" name="Ink 7071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AFC0395-2649-E90D-61B3-B96933BD6F3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80757" y="4998835"/>
                  <a:ext cx="96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7">
              <p14:nvContentPartPr>
                <p14:cNvPr id="70714" name="Ink 70713">
                  <a:extLst>
                    <a:ext uri="{FF2B5EF4-FFF2-40B4-BE49-F238E27FC236}">
                      <a16:creationId xmlns:a16="http://schemas.microsoft.com/office/drawing/2014/main" id="{3186C3B8-0E0A-7616-5123-9B8558B4D137}"/>
                    </a:ext>
                  </a:extLst>
                </p14:cNvPr>
                <p14:cNvContentPartPr/>
                <p14:nvPr/>
              </p14:nvContentPartPr>
              <p14:xfrm>
                <a:off x="8787397" y="4885435"/>
                <a:ext cx="100440" cy="133560"/>
              </p14:xfrm>
            </p:contentPart>
          </mc:Choice>
          <mc:Fallback>
            <p:pic>
              <p:nvPicPr>
                <p:cNvPr id="70714" name="Ink 7071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3186C3B8-0E0A-7616-5123-9B8558B4D13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78757" y="4876795"/>
                  <a:ext cx="118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49">
              <p14:nvContentPartPr>
                <p14:cNvPr id="70715" name="Ink 70714">
                  <a:extLst>
                    <a:ext uri="{FF2B5EF4-FFF2-40B4-BE49-F238E27FC236}">
                      <a16:creationId xmlns:a16="http://schemas.microsoft.com/office/drawing/2014/main" id="{F2C89B25-9CE6-FE4A-A6C7-F65B3A6501DA}"/>
                    </a:ext>
                  </a:extLst>
                </p14:cNvPr>
                <p14:cNvContentPartPr/>
                <p14:nvPr/>
              </p14:nvContentPartPr>
              <p14:xfrm>
                <a:off x="8950837" y="4886875"/>
                <a:ext cx="70560" cy="79920"/>
              </p14:xfrm>
            </p:contentPart>
          </mc:Choice>
          <mc:Fallback>
            <p:pic>
              <p:nvPicPr>
                <p:cNvPr id="70715" name="Ink 7071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2C89B25-9CE6-FE4A-A6C7-F65B3A6501D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41837" y="4877875"/>
                  <a:ext cx="88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1">
              <p14:nvContentPartPr>
                <p14:cNvPr id="70716" name="Ink 70715">
                  <a:extLst>
                    <a:ext uri="{FF2B5EF4-FFF2-40B4-BE49-F238E27FC236}">
                      <a16:creationId xmlns:a16="http://schemas.microsoft.com/office/drawing/2014/main" id="{5D784A7B-CFFE-0973-5AB1-06B447D8748F}"/>
                    </a:ext>
                  </a:extLst>
                </p14:cNvPr>
                <p14:cNvContentPartPr/>
                <p14:nvPr/>
              </p14:nvContentPartPr>
              <p14:xfrm>
                <a:off x="9115357" y="4875715"/>
                <a:ext cx="69120" cy="74520"/>
              </p14:xfrm>
            </p:contentPart>
          </mc:Choice>
          <mc:Fallback>
            <p:pic>
              <p:nvPicPr>
                <p:cNvPr id="70716" name="Ink 7071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D784A7B-CFFE-0973-5AB1-06B447D8748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106717" y="4867075"/>
                  <a:ext cx="86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3">
              <p14:nvContentPartPr>
                <p14:cNvPr id="70717" name="Ink 70716">
                  <a:extLst>
                    <a:ext uri="{FF2B5EF4-FFF2-40B4-BE49-F238E27FC236}">
                      <a16:creationId xmlns:a16="http://schemas.microsoft.com/office/drawing/2014/main" id="{05D6D754-C120-F4B6-15EC-6DA085B76509}"/>
                    </a:ext>
                  </a:extLst>
                </p14:cNvPr>
                <p14:cNvContentPartPr/>
                <p14:nvPr/>
              </p14:nvContentPartPr>
              <p14:xfrm>
                <a:off x="9298597" y="4787515"/>
                <a:ext cx="162720" cy="157320"/>
              </p14:xfrm>
            </p:contentPart>
          </mc:Choice>
          <mc:Fallback>
            <p:pic>
              <p:nvPicPr>
                <p:cNvPr id="70717" name="Ink 7071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5D6D754-C120-F4B6-15EC-6DA085B7650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289597" y="4778875"/>
                  <a:ext cx="1803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725" name="Group 70724">
            <a:extLst>
              <a:ext uri="{FF2B5EF4-FFF2-40B4-BE49-F238E27FC236}">
                <a16:creationId xmlns="" xmlns:a16="http://schemas.microsoft.com/office/drawing/2014/main" id="{A3D29A95-5893-A8DA-9A2C-7DA9902303CF}"/>
              </a:ext>
            </a:extLst>
          </p:cNvPr>
          <p:cNvGrpSpPr/>
          <p:nvPr/>
        </p:nvGrpSpPr>
        <p:grpSpPr>
          <a:xfrm>
            <a:off x="8536477" y="5459275"/>
            <a:ext cx="507240" cy="301320"/>
            <a:chOff x="8536477" y="5459275"/>
            <a:chExt cx="507240" cy="301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55">
              <p14:nvContentPartPr>
                <p14:cNvPr id="70719" name="Ink 70718">
                  <a:extLst>
                    <a:ext uri="{FF2B5EF4-FFF2-40B4-BE49-F238E27FC236}">
                      <a16:creationId xmlns:a16="http://schemas.microsoft.com/office/drawing/2014/main" id="{AFA8D188-FDE5-2676-A816-5B5374F7441B}"/>
                    </a:ext>
                  </a:extLst>
                </p14:cNvPr>
                <p14:cNvContentPartPr/>
                <p14:nvPr/>
              </p14:nvContentPartPr>
              <p14:xfrm>
                <a:off x="8536477" y="5495275"/>
                <a:ext cx="80280" cy="265320"/>
              </p14:xfrm>
            </p:contentPart>
          </mc:Choice>
          <mc:Fallback>
            <p:pic>
              <p:nvPicPr>
                <p:cNvPr id="70719" name="Ink 7071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FA8D188-FDE5-2676-A816-5B5374F7441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527837" y="5486275"/>
                  <a:ext cx="97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7">
              <p14:nvContentPartPr>
                <p14:cNvPr id="70720" name="Ink 70719">
                  <a:extLst>
                    <a:ext uri="{FF2B5EF4-FFF2-40B4-BE49-F238E27FC236}">
                      <a16:creationId xmlns:a16="http://schemas.microsoft.com/office/drawing/2014/main" id="{BB43F340-BE45-218A-AC8D-71FA6E0FC321}"/>
                    </a:ext>
                  </a:extLst>
                </p14:cNvPr>
                <p14:cNvContentPartPr/>
                <p14:nvPr/>
              </p14:nvContentPartPr>
              <p14:xfrm>
                <a:off x="8610997" y="5459275"/>
                <a:ext cx="182520" cy="65880"/>
              </p14:xfrm>
            </p:contentPart>
          </mc:Choice>
          <mc:Fallback>
            <p:pic>
              <p:nvPicPr>
                <p:cNvPr id="70720" name="Ink 7071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BB43F340-BE45-218A-AC8D-71FA6E0FC32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02357" y="5450635"/>
                  <a:ext cx="200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59">
              <p14:nvContentPartPr>
                <p14:cNvPr id="70721" name="Ink 70720">
                  <a:extLst>
                    <a:ext uri="{FF2B5EF4-FFF2-40B4-BE49-F238E27FC236}">
                      <a16:creationId xmlns:a16="http://schemas.microsoft.com/office/drawing/2014/main" id="{F13749E4-4C31-CE31-550A-400218F6FCD1}"/>
                    </a:ext>
                  </a:extLst>
                </p14:cNvPr>
                <p14:cNvContentPartPr/>
                <p14:nvPr/>
              </p14:nvContentPartPr>
              <p14:xfrm>
                <a:off x="8594797" y="5624515"/>
                <a:ext cx="122760" cy="16200"/>
              </p14:xfrm>
            </p:contentPart>
          </mc:Choice>
          <mc:Fallback>
            <p:pic>
              <p:nvPicPr>
                <p:cNvPr id="70721" name="Ink 7072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13749E4-4C31-CE31-550A-400218F6FCD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586157" y="5615875"/>
                  <a:ext cx="140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1">
              <p14:nvContentPartPr>
                <p14:cNvPr id="70722" name="Ink 70721">
                  <a:extLst>
                    <a:ext uri="{FF2B5EF4-FFF2-40B4-BE49-F238E27FC236}">
                      <a16:creationId xmlns:a16="http://schemas.microsoft.com/office/drawing/2014/main" id="{70D2962E-DF61-D0CA-C8DE-F23540622FF4}"/>
                    </a:ext>
                  </a:extLst>
                </p14:cNvPr>
                <p14:cNvContentPartPr/>
                <p14:nvPr/>
              </p14:nvContentPartPr>
              <p14:xfrm>
                <a:off x="8945797" y="5603275"/>
                <a:ext cx="75600" cy="7200"/>
              </p14:xfrm>
            </p:contentPart>
          </mc:Choice>
          <mc:Fallback>
            <p:pic>
              <p:nvPicPr>
                <p:cNvPr id="70722" name="Ink 7072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0D2962E-DF61-D0CA-C8DE-F23540622F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937157" y="5594635"/>
                  <a:ext cx="93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3">
              <p14:nvContentPartPr>
                <p14:cNvPr id="70723" name="Ink 70722">
                  <a:extLst>
                    <a:ext uri="{FF2B5EF4-FFF2-40B4-BE49-F238E27FC236}">
                      <a16:creationId xmlns:a16="http://schemas.microsoft.com/office/drawing/2014/main" id="{16BD7258-FA5F-EFF4-1B74-EFD84A715B95}"/>
                    </a:ext>
                  </a:extLst>
                </p14:cNvPr>
                <p14:cNvContentPartPr/>
                <p14:nvPr/>
              </p14:nvContentPartPr>
              <p14:xfrm>
                <a:off x="8922037" y="5662315"/>
                <a:ext cx="121680" cy="14760"/>
              </p14:xfrm>
            </p:contentPart>
          </mc:Choice>
          <mc:Fallback>
            <p:pic>
              <p:nvPicPr>
                <p:cNvPr id="70723" name="Ink 7072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6BD7258-FA5F-EFF4-1B74-EFD84A715B9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13037" y="5653315"/>
                  <a:ext cx="1393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734" name="Group 70733">
            <a:extLst>
              <a:ext uri="{FF2B5EF4-FFF2-40B4-BE49-F238E27FC236}">
                <a16:creationId xmlns="" xmlns:a16="http://schemas.microsoft.com/office/drawing/2014/main" id="{6AF1B913-6769-B169-B6EA-0AB8AB972614}"/>
              </a:ext>
            </a:extLst>
          </p:cNvPr>
          <p:cNvGrpSpPr/>
          <p:nvPr/>
        </p:nvGrpSpPr>
        <p:grpSpPr>
          <a:xfrm>
            <a:off x="9189877" y="5480515"/>
            <a:ext cx="936000" cy="220320"/>
            <a:chOff x="9189877" y="5480515"/>
            <a:chExt cx="936000" cy="22032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65">
              <p14:nvContentPartPr>
                <p14:cNvPr id="70726" name="Ink 70725">
                  <a:extLst>
                    <a:ext uri="{FF2B5EF4-FFF2-40B4-BE49-F238E27FC236}">
                      <a16:creationId xmlns:a16="http://schemas.microsoft.com/office/drawing/2014/main" id="{19A14123-0CFF-44DA-794D-D716B613A713}"/>
                    </a:ext>
                  </a:extLst>
                </p14:cNvPr>
                <p14:cNvContentPartPr/>
                <p14:nvPr/>
              </p14:nvContentPartPr>
              <p14:xfrm>
                <a:off x="9189877" y="5491315"/>
                <a:ext cx="84960" cy="209520"/>
              </p14:xfrm>
            </p:contentPart>
          </mc:Choice>
          <mc:Fallback>
            <p:pic>
              <p:nvPicPr>
                <p:cNvPr id="70726" name="Ink 7072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19A14123-0CFF-44DA-794D-D716B613A71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180877" y="5482315"/>
                  <a:ext cx="102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7">
              <p14:nvContentPartPr>
                <p14:cNvPr id="70727" name="Ink 70726">
                  <a:extLst>
                    <a:ext uri="{FF2B5EF4-FFF2-40B4-BE49-F238E27FC236}">
                      <a16:creationId xmlns:a16="http://schemas.microsoft.com/office/drawing/2014/main" id="{47C1BFD7-6063-EF78-00D3-0860DE089261}"/>
                    </a:ext>
                  </a:extLst>
                </p14:cNvPr>
                <p14:cNvContentPartPr/>
                <p14:nvPr/>
              </p14:nvContentPartPr>
              <p14:xfrm>
                <a:off x="9361597" y="5529475"/>
                <a:ext cx="60840" cy="118080"/>
              </p14:xfrm>
            </p:contentPart>
          </mc:Choice>
          <mc:Fallback>
            <p:pic>
              <p:nvPicPr>
                <p:cNvPr id="70727" name="Ink 7072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7C1BFD7-6063-EF78-00D3-0860DE0892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352957" y="5520475"/>
                  <a:ext cx="78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69">
              <p14:nvContentPartPr>
                <p14:cNvPr id="70728" name="Ink 70727">
                  <a:extLst>
                    <a:ext uri="{FF2B5EF4-FFF2-40B4-BE49-F238E27FC236}">
                      <a16:creationId xmlns:a16="http://schemas.microsoft.com/office/drawing/2014/main" id="{DA055BF2-8B05-4136-7A62-CF2A87B978E8}"/>
                    </a:ext>
                  </a:extLst>
                </p14:cNvPr>
                <p14:cNvContentPartPr/>
                <p14:nvPr/>
              </p14:nvContentPartPr>
              <p14:xfrm>
                <a:off x="9487957" y="5531275"/>
                <a:ext cx="70920" cy="137880"/>
              </p14:xfrm>
            </p:contentPart>
          </mc:Choice>
          <mc:Fallback>
            <p:pic>
              <p:nvPicPr>
                <p:cNvPr id="70728" name="Ink 7072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A055BF2-8B05-4136-7A62-CF2A87B978E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479317" y="5522635"/>
                  <a:ext cx="88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1">
              <p14:nvContentPartPr>
                <p14:cNvPr id="70729" name="Ink 70728">
                  <a:extLst>
                    <a:ext uri="{FF2B5EF4-FFF2-40B4-BE49-F238E27FC236}">
                      <a16:creationId xmlns:a16="http://schemas.microsoft.com/office/drawing/2014/main" id="{DAB60822-0FEB-74E6-5157-F8A334D35F7A}"/>
                    </a:ext>
                  </a:extLst>
                </p14:cNvPr>
                <p14:cNvContentPartPr/>
                <p14:nvPr/>
              </p14:nvContentPartPr>
              <p14:xfrm>
                <a:off x="9522157" y="5520475"/>
                <a:ext cx="79200" cy="9000"/>
              </p14:xfrm>
            </p:contentPart>
          </mc:Choice>
          <mc:Fallback>
            <p:pic>
              <p:nvPicPr>
                <p:cNvPr id="70729" name="Ink 7072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AB60822-0FEB-74E6-5157-F8A334D35F7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513517" y="5511475"/>
                  <a:ext cx="96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3">
              <p14:nvContentPartPr>
                <p14:cNvPr id="70730" name="Ink 70729">
                  <a:extLst>
                    <a:ext uri="{FF2B5EF4-FFF2-40B4-BE49-F238E27FC236}">
                      <a16:creationId xmlns:a16="http://schemas.microsoft.com/office/drawing/2014/main" id="{2B1C2C71-D2AF-F0A8-1E93-6E1501C08A04}"/>
                    </a:ext>
                  </a:extLst>
                </p14:cNvPr>
                <p14:cNvContentPartPr/>
                <p14:nvPr/>
              </p14:nvContentPartPr>
              <p14:xfrm>
                <a:off x="9661117" y="5586355"/>
                <a:ext cx="28080" cy="23040"/>
              </p14:xfrm>
            </p:contentPart>
          </mc:Choice>
          <mc:Fallback>
            <p:pic>
              <p:nvPicPr>
                <p:cNvPr id="70730" name="Ink 70729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B1C2C71-D2AF-F0A8-1E93-6E1501C08A0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52117" y="5577355"/>
                  <a:ext cx="45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5">
              <p14:nvContentPartPr>
                <p14:cNvPr id="70731" name="Ink 70730">
                  <a:extLst>
                    <a:ext uri="{FF2B5EF4-FFF2-40B4-BE49-F238E27FC236}">
                      <a16:creationId xmlns:a16="http://schemas.microsoft.com/office/drawing/2014/main" id="{F2F81609-DCCD-81D8-503E-2B47A5260F1D}"/>
                    </a:ext>
                  </a:extLst>
                </p14:cNvPr>
                <p14:cNvContentPartPr/>
                <p14:nvPr/>
              </p14:nvContentPartPr>
              <p14:xfrm>
                <a:off x="9760117" y="5508235"/>
                <a:ext cx="61200" cy="130680"/>
              </p14:xfrm>
            </p:contentPart>
          </mc:Choice>
          <mc:Fallback>
            <p:pic>
              <p:nvPicPr>
                <p:cNvPr id="70731" name="Ink 70730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2F81609-DCCD-81D8-503E-2B47A5260F1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751477" y="5499235"/>
                  <a:ext cx="78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7">
              <p14:nvContentPartPr>
                <p14:cNvPr id="70732" name="Ink 70731">
                  <a:extLst>
                    <a:ext uri="{FF2B5EF4-FFF2-40B4-BE49-F238E27FC236}">
                      <a16:creationId xmlns:a16="http://schemas.microsoft.com/office/drawing/2014/main" id="{E6CAB499-237E-CBC2-1811-CBB126169E52}"/>
                    </a:ext>
                  </a:extLst>
                </p14:cNvPr>
                <p14:cNvContentPartPr/>
                <p14:nvPr/>
              </p14:nvContentPartPr>
              <p14:xfrm>
                <a:off x="9783157" y="5511475"/>
                <a:ext cx="80640" cy="11520"/>
              </p14:xfrm>
            </p:contentPart>
          </mc:Choice>
          <mc:Fallback>
            <p:pic>
              <p:nvPicPr>
                <p:cNvPr id="70732" name="Ink 70731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6CAB499-237E-CBC2-1811-CBB126169E5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774157" y="5502835"/>
                  <a:ext cx="98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79">
              <p14:nvContentPartPr>
                <p14:cNvPr id="70733" name="Ink 70732">
                  <a:extLst>
                    <a:ext uri="{FF2B5EF4-FFF2-40B4-BE49-F238E27FC236}">
                      <a16:creationId xmlns:a16="http://schemas.microsoft.com/office/drawing/2014/main" id="{99DB9612-6755-8E0E-757B-A780C78FCE6A}"/>
                    </a:ext>
                  </a:extLst>
                </p14:cNvPr>
                <p14:cNvContentPartPr/>
                <p14:nvPr/>
              </p14:nvContentPartPr>
              <p14:xfrm>
                <a:off x="9977197" y="5480515"/>
                <a:ext cx="148680" cy="152280"/>
              </p14:xfrm>
            </p:contentPart>
          </mc:Choice>
          <mc:Fallback>
            <p:pic>
              <p:nvPicPr>
                <p:cNvPr id="70733" name="Ink 7073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99DB9612-6755-8E0E-757B-A780C78FCE6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968557" y="5471515"/>
                  <a:ext cx="16632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81">
            <p14:nvContentPartPr>
              <p14:cNvPr id="70735" name="Ink 70734">
                <a:extLst>
                  <a:ext uri="{FF2B5EF4-FFF2-40B4-BE49-F238E27FC236}">
                    <a16:creationId xmlns:a16="http://schemas.microsoft.com/office/drawing/2014/main" id="{7626789E-D7A8-53D4-C5A3-388E6D2906A8}"/>
                  </a:ext>
                </a:extLst>
              </p14:cNvPr>
              <p14:cNvContentPartPr/>
              <p14:nvPr/>
            </p14:nvContentPartPr>
            <p14:xfrm>
              <a:off x="3987517" y="4507435"/>
              <a:ext cx="8640" cy="19440"/>
            </p14:xfrm>
          </p:contentPart>
        </mc:Choice>
        <mc:Fallback>
          <p:pic>
            <p:nvPicPr>
              <p:cNvPr id="70735" name="Ink 7073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626789E-D7A8-53D4-C5A3-388E6D2906A8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978517" y="4498435"/>
                <a:ext cx="262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83">
            <p14:nvContentPartPr>
              <p14:cNvPr id="70736" name="Ink 70735">
                <a:extLst>
                  <a:ext uri="{FF2B5EF4-FFF2-40B4-BE49-F238E27FC236}">
                    <a16:creationId xmlns:a16="http://schemas.microsoft.com/office/drawing/2014/main" id="{19DD2F38-F78C-FEA6-DE00-3E33290D0DCB}"/>
                  </a:ext>
                </a:extLst>
              </p14:cNvPr>
              <p14:cNvContentPartPr/>
              <p14:nvPr/>
            </p14:nvContentPartPr>
            <p14:xfrm>
              <a:off x="1150717" y="5066155"/>
              <a:ext cx="4320" cy="5760"/>
            </p14:xfrm>
          </p:contentPart>
        </mc:Choice>
        <mc:Fallback>
          <p:pic>
            <p:nvPicPr>
              <p:cNvPr id="70736" name="Ink 7073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9DD2F38-F78C-FEA6-DE00-3E33290D0DCB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141717" y="5057155"/>
                <a:ext cx="21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85">
            <p14:nvContentPartPr>
              <p14:cNvPr id="70737" name="Ink 70736">
                <a:extLst>
                  <a:ext uri="{FF2B5EF4-FFF2-40B4-BE49-F238E27FC236}">
                    <a16:creationId xmlns:a16="http://schemas.microsoft.com/office/drawing/2014/main" id="{901B93D1-E390-F5F1-E545-AA0240F203D9}"/>
                  </a:ext>
                </a:extLst>
              </p14:cNvPr>
              <p14:cNvContentPartPr/>
              <p14:nvPr/>
            </p14:nvContentPartPr>
            <p14:xfrm>
              <a:off x="5467837" y="4754035"/>
              <a:ext cx="5760" cy="10080"/>
            </p14:xfrm>
          </p:contentPart>
        </mc:Choice>
        <mc:Fallback>
          <p:pic>
            <p:nvPicPr>
              <p:cNvPr id="70737" name="Ink 7073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01B93D1-E390-F5F1-E545-AA0240F203D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458837" y="4745395"/>
                <a:ext cx="234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740" name="Group 70739">
            <a:extLst>
              <a:ext uri="{FF2B5EF4-FFF2-40B4-BE49-F238E27FC236}">
                <a16:creationId xmlns="" xmlns:a16="http://schemas.microsoft.com/office/drawing/2014/main" id="{7EAC8B33-9A43-BBFF-BD0B-813EC6091027}"/>
              </a:ext>
            </a:extLst>
          </p:cNvPr>
          <p:cNvGrpSpPr/>
          <p:nvPr/>
        </p:nvGrpSpPr>
        <p:grpSpPr>
          <a:xfrm>
            <a:off x="1637077" y="5427955"/>
            <a:ext cx="15840" cy="5400"/>
            <a:chOff x="1637077" y="5427955"/>
            <a:chExt cx="15840" cy="5400"/>
          </a:xfrm>
        </p:grpSpPr>
        <mc:AlternateContent xmlns:mc="http://schemas.openxmlformats.org/markup-compatibility/2006">
          <mc:Choice xmlns="" xmlns:p14="http://schemas.microsoft.com/office/powerpoint/2010/main" Requires="p14">
            <p:contentPart p14:bwMode="auto" r:id="rId187">
              <p14:nvContentPartPr>
                <p14:cNvPr id="70738" name="Ink 70737">
                  <a:extLst>
                    <a:ext uri="{FF2B5EF4-FFF2-40B4-BE49-F238E27FC236}">
                      <a16:creationId xmlns:a16="http://schemas.microsoft.com/office/drawing/2014/main" id="{291A54C6-46DA-D33F-1321-47A18EAA4980}"/>
                    </a:ext>
                  </a:extLst>
                </p14:cNvPr>
                <p14:cNvContentPartPr/>
                <p14:nvPr/>
              </p14:nvContentPartPr>
              <p14:xfrm>
                <a:off x="1652557" y="5427955"/>
                <a:ext cx="360" cy="2160"/>
              </p14:xfrm>
            </p:contentPart>
          </mc:Choice>
          <mc:Fallback>
            <p:pic>
              <p:nvPicPr>
                <p:cNvPr id="70738" name="Ink 7073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91A54C6-46DA-D33F-1321-47A18EAA498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643557" y="5419315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="" xmlns:p14="http://schemas.microsoft.com/office/powerpoint/2010/main" Requires="p14">
            <p:contentPart p14:bwMode="auto" r:id="rId189">
              <p14:nvContentPartPr>
                <p14:cNvPr id="70739" name="Ink 70738">
                  <a:extLst>
                    <a:ext uri="{FF2B5EF4-FFF2-40B4-BE49-F238E27FC236}">
                      <a16:creationId xmlns:a16="http://schemas.microsoft.com/office/drawing/2014/main" id="{791F7656-B03C-693A-F88B-1341B481C189}"/>
                    </a:ext>
                  </a:extLst>
                </p14:cNvPr>
                <p14:cNvContentPartPr/>
                <p14:nvPr/>
              </p14:nvContentPartPr>
              <p14:xfrm>
                <a:off x="1637077" y="5429035"/>
                <a:ext cx="2880" cy="4320"/>
              </p14:xfrm>
            </p:contentPart>
          </mc:Choice>
          <mc:Fallback>
            <p:pic>
              <p:nvPicPr>
                <p:cNvPr id="70739" name="Ink 7073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91F7656-B03C-693A-F88B-1341B481C18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628077" y="5420395"/>
                  <a:ext cx="2052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="" xmlns:p14="http://schemas.microsoft.com/office/powerpoint/2010/main" Requires="p14">
          <p:contentPart p14:bwMode="auto" r:id="rId191">
            <p14:nvContentPartPr>
              <p14:cNvPr id="70741" name="Ink 70740">
                <a:extLst>
                  <a:ext uri="{FF2B5EF4-FFF2-40B4-BE49-F238E27FC236}">
                    <a16:creationId xmlns:a16="http://schemas.microsoft.com/office/drawing/2014/main" id="{0FBC9639-CD27-36E3-C7EE-101C498D9623}"/>
                  </a:ext>
                </a:extLst>
              </p14:cNvPr>
              <p14:cNvContentPartPr/>
              <p14:nvPr/>
            </p14:nvContentPartPr>
            <p14:xfrm>
              <a:off x="2245837" y="5313475"/>
              <a:ext cx="20880" cy="7920"/>
            </p14:xfrm>
          </p:contentPart>
        </mc:Choice>
        <mc:Fallback>
          <p:pic>
            <p:nvPicPr>
              <p:cNvPr id="70741" name="Ink 7074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FBC9639-CD27-36E3-C7EE-101C498D962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236837" y="5304475"/>
                <a:ext cx="385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93">
            <p14:nvContentPartPr>
              <p14:cNvPr id="70742" name="Ink 70741">
                <a:extLst>
                  <a:ext uri="{FF2B5EF4-FFF2-40B4-BE49-F238E27FC236}">
                    <a16:creationId xmlns:a16="http://schemas.microsoft.com/office/drawing/2014/main" id="{0F065045-4960-1372-2F7E-913C31AE7F99}"/>
                  </a:ext>
                </a:extLst>
              </p14:cNvPr>
              <p14:cNvContentPartPr/>
              <p14:nvPr/>
            </p14:nvContentPartPr>
            <p14:xfrm>
              <a:off x="3285877" y="4231675"/>
              <a:ext cx="56520" cy="151200"/>
            </p14:xfrm>
          </p:contentPart>
        </mc:Choice>
        <mc:Fallback>
          <p:pic>
            <p:nvPicPr>
              <p:cNvPr id="70742" name="Ink 7074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0F065045-4960-1372-2F7E-913C31AE7F9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276877" y="4222675"/>
                <a:ext cx="74160" cy="1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936096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C47F666-C45F-AF1E-A2D2-4831F361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64" y="194020"/>
            <a:ext cx="9173369" cy="4552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2070626-CEB9-95C2-DBB0-82018AC06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38" y="5140516"/>
            <a:ext cx="9074219" cy="63959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153408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5C1A873-50EA-D617-5708-79E3325A8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6" y="800996"/>
            <a:ext cx="7394408" cy="3535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417188F-46A8-E94B-E276-8258A944CA91}"/>
              </a:ext>
            </a:extLst>
          </p:cNvPr>
          <p:cNvSpPr txBox="1"/>
          <p:nvPr/>
        </p:nvSpPr>
        <p:spPr>
          <a:xfrm>
            <a:off x="326003" y="159026"/>
            <a:ext cx="4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Solution</a:t>
            </a:r>
            <a:endParaRPr lang="en-IN" sz="2400" b="1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5E79C9-EE78-60C0-F429-C7EB591E9C8B}"/>
              </a:ext>
            </a:extLst>
          </p:cNvPr>
          <p:cNvSpPr txBox="1"/>
          <p:nvPr/>
        </p:nvSpPr>
        <p:spPr>
          <a:xfrm>
            <a:off x="3061251" y="436025"/>
            <a:ext cx="241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FBD of body  Cylinder </a:t>
            </a:r>
            <a:r>
              <a:rPr lang="en-US" i="1" dirty="0"/>
              <a:t>P</a:t>
            </a:r>
            <a:endParaRPr lang="en-IN" i="1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8C1D31B-A4B7-ACB9-BC18-975E7553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69" y="4336842"/>
            <a:ext cx="5567510" cy="2165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BFD606B-D7B7-5C85-8388-8CF212BDF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584" y="4635610"/>
            <a:ext cx="5553145" cy="16141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562516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C7359F4-CA92-14AC-5944-DEC9EB440F11}"/>
              </a:ext>
            </a:extLst>
          </p:cNvPr>
          <p:cNvSpPr txBox="1"/>
          <p:nvPr/>
        </p:nvSpPr>
        <p:spPr>
          <a:xfrm>
            <a:off x="2846566" y="388317"/>
            <a:ext cx="241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FBD of body  Cylinder </a:t>
            </a:r>
            <a:r>
              <a:rPr lang="en-US" i="1" dirty="0"/>
              <a:t>Q</a:t>
            </a:r>
            <a:endParaRPr lang="en-IN" i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30530E2-B8CB-7D57-9447-2B41FFA33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69" y="1018802"/>
            <a:ext cx="5531596" cy="3179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22E3EF7-61DA-035C-C06E-EAE96ED6E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41" y="4626292"/>
            <a:ext cx="5030188" cy="1543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DC6273F-AFB5-C7E7-1AEA-86DD48CC2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05" y="1018802"/>
            <a:ext cx="4739689" cy="5939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BCDEE38-8DEE-6378-F15C-93913EA36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205" y="2036092"/>
            <a:ext cx="4598892" cy="9737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34678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EDBA278-6426-0D62-68AC-102EAEC7C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88" y="432508"/>
            <a:ext cx="11077575" cy="1114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85FC5DE-2969-5DE5-58B5-7CB8C76A8A5E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058B658-104D-EE3E-10A0-6194B7581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750" y="2008896"/>
            <a:ext cx="5876980" cy="303362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261525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50E7153-0559-C55F-4431-4D060E265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610794"/>
            <a:ext cx="11020425" cy="1047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4AB19FA-949D-BA55-9018-BB7ADA89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349" y="2156366"/>
            <a:ext cx="4714875" cy="2828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639909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B6EE286-C9AD-0854-31AE-510D0A973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3" y="973214"/>
            <a:ext cx="108966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DDA944B-EEFB-653B-2607-9FD76AC67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040" y="1836768"/>
            <a:ext cx="3790950" cy="27051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8196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7A073D3-C79D-B79E-C88F-501BFA5D7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53" y="610794"/>
            <a:ext cx="8324850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7F0EDE7-CFF4-1450-9CA8-516B3ED9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327" y="2110988"/>
            <a:ext cx="3401673" cy="2636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EF57A90-650C-5D70-D37F-24113C7DE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386" y="5042292"/>
            <a:ext cx="1381125" cy="4286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583432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82E2EE8-B671-6D6E-3C0B-91D76FC8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170" y="2196946"/>
            <a:ext cx="4267200" cy="4086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2458AEF-B13D-C0D4-265E-EC1C3213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81" y="310996"/>
            <a:ext cx="8315325" cy="1885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F868D7-0375-73C3-2080-652B13D07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909" y="5425226"/>
            <a:ext cx="1238250" cy="4286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849811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58CECF0-3B15-7B84-3E63-641C3A2C2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002" y="2246050"/>
            <a:ext cx="2629599" cy="3031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80D8CB9-C099-AB29-A7F2-31C8AC6E7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610794"/>
            <a:ext cx="9704951" cy="1022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A91BDB1-EA7D-9628-2EF5-543A9A5E8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585" y="4796854"/>
            <a:ext cx="933450" cy="3714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901523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43603F1-7BDD-3682-CEC6-EA8E86F2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897" y="2000711"/>
            <a:ext cx="3673829" cy="3640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72DEF57-2A36-D500-2CE6-DE4A1318D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07" y="613013"/>
            <a:ext cx="8286750" cy="9334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226485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3817765-5282-C544-A828-82C84392BF4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4DF370F-EF38-F73D-F42F-B3C09ED1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70" y="1837215"/>
            <a:ext cx="4438650" cy="2952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026576F-E540-C64C-B11D-D4283E22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27" y="505795"/>
            <a:ext cx="8296275" cy="12477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147456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FDF5E94-D536-54BD-4EDB-42C51E8FFE11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4B2A040-1C37-384E-27BB-36443905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675" y="2301683"/>
            <a:ext cx="3716137" cy="3916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3D95683-E3BF-C112-78BC-F0752AE6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77" y="795460"/>
            <a:ext cx="11182350" cy="13525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76332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475E49D-E82A-F641-EB92-A6141F3F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017" y="2823099"/>
            <a:ext cx="3056007" cy="19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07456F8-12D7-BF1A-6B91-49661876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77" y="861135"/>
            <a:ext cx="11210925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6AD62DA-250E-F15F-54A8-FAABD9A6DCE0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652564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743085E-B0F2-D788-D35D-EE4AEA1E0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04" y="1800456"/>
            <a:ext cx="4514850" cy="3381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B633489-5ADA-34C3-CE70-B93D8AE3E028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DD1818B-E400-00EC-DC89-E1473C73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65" y="532800"/>
            <a:ext cx="11153775" cy="7143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97963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102059E-B4C3-F21F-F916-73599BED3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427" y="2247992"/>
            <a:ext cx="6219825" cy="3143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D221AE2-4830-C35A-0DE3-7E9F1BD9D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13" y="710399"/>
            <a:ext cx="10982325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04138A4-79B8-1552-F400-D2511CC6F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5455882"/>
            <a:ext cx="127635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4788115-A94A-1334-733D-ABE14344AAB7}"/>
              </a:ext>
            </a:extLst>
          </p:cNvPr>
          <p:cNvSpPr txBox="1"/>
          <p:nvPr/>
        </p:nvSpPr>
        <p:spPr>
          <a:xfrm>
            <a:off x="248575" y="426128"/>
            <a:ext cx="59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Q)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630477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9C52259-E419-4785-DE76-33DE776D4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108" y="1559418"/>
            <a:ext cx="2766373" cy="3739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08B0448-96AC-54DC-A5E5-1222E5831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62" y="562852"/>
            <a:ext cx="6686550" cy="26384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864395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2BEFF49-BADD-C04F-A21D-F20034BB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793" y="1762308"/>
            <a:ext cx="3191061" cy="4110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E21D967-82DE-4AAB-CD56-FD47BBD6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" y="163682"/>
            <a:ext cx="11915775" cy="12573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509957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CB47D1A-C596-3BBD-BFFA-355008E2E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29" y="2181317"/>
            <a:ext cx="3705225" cy="327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2B9CB04-F1CB-9CCA-F3C2-FEA857AB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69" y="763202"/>
            <a:ext cx="9972675" cy="857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31620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EnggMech_Eq_Forc_Sys_F2</Template>
  <TotalTime>860</TotalTime>
  <Words>258</Words>
  <Application>Microsoft Office PowerPoint</Application>
  <PresentationFormat>Custom</PresentationFormat>
  <Paragraphs>48</Paragraphs>
  <Slides>72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Engineering Mechanics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Mechanics</dc:title>
  <dc:creator>S Saha</dc:creator>
  <cp:lastModifiedBy>TIU</cp:lastModifiedBy>
  <cp:revision>88</cp:revision>
  <dcterms:created xsi:type="dcterms:W3CDTF">2022-05-04T07:07:28Z</dcterms:created>
  <dcterms:modified xsi:type="dcterms:W3CDTF">2026-09-03T03:13:50Z</dcterms:modified>
</cp:coreProperties>
</file>