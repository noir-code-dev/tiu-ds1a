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ink/ink58.xml" ContentType="application/inkml+xml"/>
  <Override PartName="/ppt/ink/ink87.xml" ContentType="application/inkml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ink/ink18.xml" ContentType="application/inkml+xml"/>
  <Override PartName="/ppt/ink/ink29.xml" ContentType="application/inkml+xml"/>
  <Override PartName="/ppt/ink/ink47.xml" ContentType="application/inkml+xml"/>
  <Override PartName="/ppt/ink/ink65.xml" ContentType="application/inkml+xml"/>
  <Override PartName="/ppt/ink/ink76.xml" ContentType="application/inkml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ink/ink6.xml" ContentType="application/inkml+xml"/>
  <Override PartName="/ppt/ink/ink25.xml" ContentType="application/inkml+xml"/>
  <Override PartName="/ppt/ink/ink36.xml" ContentType="application/inkml+xml"/>
  <Override PartName="/ppt/ink/ink54.xml" ContentType="application/inkml+xml"/>
  <Override PartName="/ppt/ink/ink72.xml" ContentType="application/inkml+xml"/>
  <Override PartName="/ppt/ink/ink83.xml" ContentType="application/inkml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ink/ink14.xml" ContentType="application/inkml+xml"/>
  <Override PartName="/ppt/ink/ink43.xml" ContentType="application/inkml+xml"/>
  <Override PartName="/ppt/ink/ink61.xml" ContentType="application/inkml+xml"/>
  <Override PartName="/ppt/ink/ink90.xml" ContentType="application/inkml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ink/ink2.xml" ContentType="application/inkml+xml"/>
  <Override PartName="/ppt/ink/ink21.xml" ContentType="application/inkml+xml"/>
  <Override PartName="/ppt/ink/ink32.xml" ContentType="application/inkml+xml"/>
  <Override PartName="/ppt/ink/ink50.xml" ContentType="application/inkml+xml"/>
  <Override PartName="/ppt/ink/ink10.xml" ContentType="application/inkml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ink/ink88.xml" ContentType="application/inkml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ink/ink48.xml" ContentType="application/inkml+xml"/>
  <Override PartName="/ppt/ink/ink59.xml" ContentType="application/inkml+xml"/>
  <Override PartName="/ppt/ink/ink77.xml" ContentType="application/inkml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ink/ink19.xml" ContentType="application/inkml+xml"/>
  <Override PartName="/ppt/ink/ink37.xml" ContentType="application/inkml+xml"/>
  <Override PartName="/ppt/ink/ink66.xml" ContentType="application/inkml+xml"/>
  <Override PartName="/ppt/ink/ink84.xml" ContentType="application/inkml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ink/ink7.xml" ContentType="application/inkml+xml"/>
  <Override PartName="/ppt/ink/ink26.xml" ContentType="application/inkml+xml"/>
  <Override PartName="/ppt/ink/ink44.xml" ContentType="application/inkml+xml"/>
  <Override PartName="/ppt/ink/ink55.xml" ContentType="application/inkml+xml"/>
  <Override PartName="/ppt/ink/ink73.xml" ContentType="application/inkml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docProps/app.xml" ContentType="application/vnd.openxmlformats-officedocument.extended-properties+xml"/>
  <Override PartName="/ppt/ink/ink3.xml" ContentType="application/inkml+xml"/>
  <Override PartName="/ppt/ink/ink15.xml" ContentType="application/inkml+xml"/>
  <Override PartName="/ppt/ink/ink33.xml" ContentType="application/inkml+xml"/>
  <Override PartName="/ppt/ink/ink62.xml" ContentType="application/inkml+xml"/>
  <Override PartName="/ppt/ink/ink80.xml" ContentType="application/inkml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ink/ink22.xml" ContentType="application/inkml+xml"/>
  <Override PartName="/ppt/ink/ink40.xml" ContentType="application/inkml+xml"/>
  <Override PartName="/ppt/ink/ink51.xml" ContentType="application/inkml+xml"/>
  <Override PartName="/ppt/slideLayouts/slideLayout10.xml" ContentType="application/vnd.openxmlformats-officedocument.presentationml.slideLayout+xml"/>
  <Override PartName="/ppt/ink/ink11.xml" ContentType="application/inkml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  <Override PartName="/ppt/ink/ink69.xml" ContentType="application/inkml+xml"/>
  <Override PartName="/ppt/ink/ink89.xml" ContentType="application/inkml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ink/ink49.xml" ContentType="application/inkml+xml"/>
  <Override PartName="/ppt/ink/ink67.xml" ContentType="application/inkml+xml"/>
  <Override PartName="/ppt/ink/ink78.xml" ContentType="application/inkml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ink/ink8.xml" ContentType="application/inkml+xml"/>
  <Override PartName="/ppt/ink/ink27.xml" ContentType="application/inkml+xml"/>
  <Override PartName="/ppt/ink/ink38.xml" ContentType="application/inkml+xml"/>
  <Override PartName="/ppt/ink/ink56.xml" ContentType="application/inkml+xml"/>
  <Override PartName="/ppt/ink/ink74.xml" ContentType="application/inkml+xml"/>
  <Override PartName="/ppt/ink/ink85.xml" ContentType="application/inkml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ink/ink16.xml" ContentType="application/inkml+xml"/>
  <Override PartName="/ppt/ink/ink45.xml" ContentType="application/inkml+xml"/>
  <Override PartName="/ppt/ink/ink63.xml" ContentType="application/inkml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ink/ink4.xml" ContentType="application/inkml+xml"/>
  <Override PartName="/ppt/ink/ink23.xml" ContentType="application/inkml+xml"/>
  <Override PartName="/ppt/ink/ink34.xml" ContentType="application/inkml+xml"/>
  <Override PartName="/ppt/ink/ink52.xml" ContentType="application/inkml+xml"/>
  <Override PartName="/ppt/ink/ink70.xml" ContentType="application/inkml+xml"/>
  <Override PartName="/ppt/ink/ink81.xml" ContentType="application/inkml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ink/ink12.xml" ContentType="application/inkml+xml"/>
  <Override PartName="/ppt/ink/ink41.xml" ContentType="application/inkml+xml"/>
  <Override PartName="/ppt/ink/ink30.xml" ContentType="application/inkml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ink/ink79.xml" ContentType="application/inkml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ink/ink39.xml" ContentType="application/inkml+xml"/>
  <Override PartName="/ppt/ink/ink68.xml" ContentType="application/inkml+xml"/>
  <Override PartName="/ppt/ink/ink86.xml" ContentType="application/inkml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ink/ink9.xml" ContentType="application/inkml+xml"/>
  <Override PartName="/ppt/ink/ink28.xml" ContentType="application/inkml+xml"/>
  <Override PartName="/ppt/ink/ink46.xml" ContentType="application/inkml+xml"/>
  <Override PartName="/ppt/ink/ink57.xml" ContentType="application/inkml+xml"/>
  <Override PartName="/ppt/ink/ink75.xml" ContentType="application/inkml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ink/ink17.xml" ContentType="application/inkml+xml"/>
  <Override PartName="/ppt/ink/ink35.xml" ContentType="application/inkml+xml"/>
  <Override PartName="/ppt/ink/ink64.xml" ContentType="application/inkml+xml"/>
  <Override PartName="/ppt/ink/ink82.xml" ContentType="application/inkml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ink/ink5.xml" ContentType="application/inkml+xml"/>
  <Override PartName="/ppt/ink/ink24.xml" ContentType="application/inkml+xml"/>
  <Override PartName="/ppt/ink/ink42.xml" ContentType="application/inkml+xml"/>
  <Override PartName="/ppt/ink/ink53.xml" ContentType="application/inkml+xml"/>
  <Override PartName="/ppt/ink/ink71.xml" ContentType="application/inkml+xml"/>
  <Override PartName="/ppt/slides/slide20.xml" ContentType="application/vnd.openxmlformats-officedocument.presentationml.slide+xml"/>
  <Override PartName="/ppt/ink/ink1.xml" ContentType="application/inkml+xml"/>
  <Override PartName="/ppt/ink/ink13.xml" ContentType="application/inkml+xml"/>
  <Override PartName="/ppt/ink/ink31.xml" ContentType="application/inkml+xml"/>
  <Override PartName="/ppt/ink/ink60.xml" ContentType="application/inkml+xml"/>
  <Override PartName="/ppt/ink/ink20.xml" ContentType="application/inkml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301" r:id="rId2"/>
    <p:sldId id="259" r:id="rId3"/>
    <p:sldId id="260" r:id="rId4"/>
    <p:sldId id="261" r:id="rId5"/>
    <p:sldId id="262" r:id="rId6"/>
    <p:sldId id="263" r:id="rId7"/>
    <p:sldId id="272" r:id="rId8"/>
    <p:sldId id="273" r:id="rId9"/>
    <p:sldId id="329" r:id="rId10"/>
    <p:sldId id="274" r:id="rId11"/>
    <p:sldId id="264" r:id="rId12"/>
    <p:sldId id="265" r:id="rId13"/>
    <p:sldId id="328" r:id="rId14"/>
    <p:sldId id="302" r:id="rId15"/>
    <p:sldId id="330" r:id="rId16"/>
    <p:sldId id="275" r:id="rId17"/>
    <p:sldId id="276" r:id="rId18"/>
    <p:sldId id="345" r:id="rId19"/>
    <p:sldId id="335" r:id="rId20"/>
    <p:sldId id="277" r:id="rId21"/>
    <p:sldId id="279" r:id="rId22"/>
    <p:sldId id="280" r:id="rId23"/>
    <p:sldId id="266" r:id="rId24"/>
    <p:sldId id="324" r:id="rId25"/>
    <p:sldId id="338" r:id="rId26"/>
    <p:sldId id="340" r:id="rId27"/>
    <p:sldId id="336" r:id="rId28"/>
    <p:sldId id="337" r:id="rId29"/>
    <p:sldId id="325" r:id="rId30"/>
    <p:sldId id="326" r:id="rId31"/>
    <p:sldId id="327" r:id="rId32"/>
    <p:sldId id="267" r:id="rId33"/>
    <p:sldId id="303" r:id="rId34"/>
    <p:sldId id="322" r:id="rId35"/>
    <p:sldId id="344" r:id="rId36"/>
    <p:sldId id="268" r:id="rId37"/>
    <p:sldId id="269" r:id="rId38"/>
    <p:sldId id="331" r:id="rId39"/>
    <p:sldId id="333" r:id="rId40"/>
    <p:sldId id="304" r:id="rId41"/>
    <p:sldId id="270" r:id="rId42"/>
    <p:sldId id="271" r:id="rId43"/>
    <p:sldId id="281" r:id="rId44"/>
    <p:sldId id="348" r:id="rId45"/>
    <p:sldId id="347" r:id="rId46"/>
    <p:sldId id="349" r:id="rId47"/>
    <p:sldId id="350" r:id="rId48"/>
    <p:sldId id="351" r:id="rId49"/>
    <p:sldId id="352" r:id="rId50"/>
    <p:sldId id="353" r:id="rId51"/>
    <p:sldId id="339" r:id="rId52"/>
    <p:sldId id="292" r:id="rId53"/>
    <p:sldId id="293" r:id="rId54"/>
    <p:sldId id="294" r:id="rId55"/>
    <p:sldId id="295" r:id="rId56"/>
    <p:sldId id="354" r:id="rId57"/>
    <p:sldId id="332" r:id="rId58"/>
    <p:sldId id="355" r:id="rId59"/>
    <p:sldId id="334" r:id="rId60"/>
    <p:sldId id="356" r:id="rId61"/>
    <p:sldId id="357" r:id="rId62"/>
    <p:sldId id="358" r:id="rId63"/>
    <p:sldId id="359" r:id="rId64"/>
    <p:sldId id="360" r:id="rId65"/>
    <p:sldId id="361" r:id="rId66"/>
    <p:sldId id="362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07T08:20:31.79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39 50 64,'0'0'86,"0"0"-7,0 0-7,0 0-7,0 0-4,0 0-4,0 0-6,-13-6 1,13 6-4,0 0-7,0 0-8,0 0 6,0 0-6,0 0 4,0 0 4,-12-4-1,12 4 0,0 0-2,0 0-2,0 0-5,0 0 0,0 0 1,0 0-7,0 0 8,-14-2-7,14 2 2,0 0-3,0 0-3,0 0 1,0 0 1,0 0 3,0 0-2,0 0 0,0 0 4,0 0 2,0 0 2,0 0 1,0 0 8,0 0-1,0 0 3,0 0 4,0 0 2,0 0-4,0 0 2,40-4-2,-23-1-8,4 3-2,0-4-5,7 1 1,-2 1-4,2 0-20,-7 4-25,0-2-27,0 2-29,0-2-65,-1 0-160,-6 2-321,-4-2 142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07T08:20:33.16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10 5,'0'0'105,"0"0"-2,0 0-11,0 0-10,0 0 3,0 0-9,-11 2-6,11-2-6,0 0-3,0 0-2,0 0 3,0 0 3,0 0-3,0 0-4,0 0-9,0 0-3,0 0-2,0 0 4,0 0-5,0 0-3,0 0 1,0 0-7,42-2-6,-24 2-7,0 0-19,3 0-37,4-4-39,-4 4-149,-7-4-241,1 2 106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07T08:20:34.02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38 121,'0'0'123,"0"0"-10,0 0-3,0 0-9,0 0 1,0 0-5,0 0-9,0 0 0,0 0-11,0 0 1,26 2-11,-26-2-13,0 0 2,25-8-8,-25 8-5,18-4-6,-4 2-17,1 0-28,3-5-55,-8 3-163,7-3-244,3 1 109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09:57:34.13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31 25 30,'0'0'69,"0"0"-8,0 0-1,0 0-6,0 0-10,0 0-6,0 0 0,0 0 1,0 0-13,0 0 2,0 0-6,0 0-2,0 0-2,0 0-3,0 0 0,8-21-2,-8 21-3,0 0 0,0 0-1,0 0-1,0 0 12,0 0-6,0 0 5,0 0-1,0 0-1,0 0 2,0 0 1,0 0 1,0 0-5,0 0 3,0 0-4,0 0-2,0 0 1,0 0-2,0 0 5,0 0-14,0 0 2,0 0 4,0 0-1,0 0-2,0 0-1,0 0-2,0 0 0,0 0 3,0 0-4,0 0 2,0 0 2,-8-8-5,8 8 2,0 0-6,0 0 0,0 0 1,0 0 0,0 0 5,0 0-1,0 0-6,0 0 5,0 0 1,0 0-5,0 0 1,0 0 8,0 0-1,0 0-2,0 0-3,0 0-2,0 0 2,0 0 0,0 0 5,0 0 4,-25 11 5,25-11 8,0 0 0,0 0 2,0 0 3,0 0 2,0 0-7,0 0 4,0 0-3,0 0-2,-6 8 0,6-8 5,0 0-1,0 0 0,0 0 0,0 0-3,0 0-1,0 0 3,0 0 1,0 0-3,0 0 4,0 0 0,0 0-1,0 0 0,33 2 1,-33-2-3,19 0-1,1 0 0,-2 0 1,3 0-1,0 1-5,0-1 2,8 3-4,-1-1-2,1-4-1,1 4-1,1 0-1,-4 0 1,3-2-3,4 3-1,-5-1 0,2 0-3,-1 0-2,-1 2 0,3-1 4,-2-1-4,-4 0 0,-2 2 0,2 2 0,-8-4-3,-1 1 0,-3-1 1,2 2 0,-3-2 1,1 0-4,-14-2 7,21 3-5,-8-1-1,-3 1 1,-1-1-3,-9-2 7,20 1-6,-20-1 0,16 2 3,-16-2 0,18 0 3,-18 0-3,0 0 6,15 2-6,-15-2 0,0 0 2,0 0 3,14 0 5,-14 0-10,0 0-5,0 0 5,0 0 0,0 0 2,0 0-5,0 0 0,0 0 2,0 0 3,10-5-1,-10 5 2,0 0-3,0 0 1,0 0-3,0 0 1,0 0-1,0 0 3,0 0 5,0 0-2,0 0-6,0 0 1,0 0-1,0 0 1,0 0-2,0 0 8,0 0-13,0 0-1,0 0 2,0 0 3,0 0 1,0 0 1,0 0-1,0 0 5,0 0-9,0 0 2,0 0-1,0 0 5,0 0 2,0 0-2,0 0 1,0 0 0,0 0 0,12-5 2,-12 5-21,0 0-29,22 5-36,-5-5-49,-1 1-117,2 3-271,-2-4 121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09:58:19.05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95 36,'0'0'70,"0"0"4,0 0-14,0 0 11,0 0-4,0 0 7,0 0-9,0 0-5,0 0 3,-3-12-5,3 12-7,0 0 0,0 0-3,0 0-4,0 0 1,0 0-4,0 0-7,0 0-2,0 0 2,18-6 8,-18 6-9,24-3 9,-6 2-14,3-5 4,10 2-10,2-2-2,0-2 8,9 0-19,4 0 9,-1 0-2,-12 0-2,-2 2-12,1 4 9,-4-2 0,0 0-8,-7 4-11,0 0-14,-6 0-10,6 2-28,-13-2-22,7 2-120,-15-2-217,9 4 97</inkml:trace>
  <inkml:trace contextRef="#ctx0" brushRef="#br0" timeOffset="391">149 276 39,'0'0'159,"0"0"-28,0 0-5,0 0-13,0 0-10,26 10 1,-5-12-14,6-4-6,4 4-14,2-1-5,0 0-5,1-1-7,-2-1 2,-4 3-10,5-1-17,-12 5-22,-3-4-29,0 5-37,0-4-29,-9 2-105,-9-1-209,12 3 93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09:58:21.10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311 726 27,'0'0'99,"3"-16"7,-3 6 5,0 10-3,0-18-13,0 18-8,-2-18-5,2 18 6,-8-19-12,8 7 2,0 12-4,-5-19-3,-1 11-8,2 0-8,-2-3 0,6 11-10,-18-10 7,8 3-4,2 4-5,8 3-2,-28-2 1,11 4 0,3 3-1,-5 4 3,1-1 8,-3 2-6,0 9-3,-1-2-1,3 3-4,3 1-4,-1 4-1,3-2-4,6 3-3,1-6-1,1-2 0,6 2-7,0 0-1,0-5 2,6 3-3,1-4 0,1-2-1,1 0 0,3-2-4,-1-2-2,1-2 0,1-2-2,5-2-1,-2-8-1,2 2 1,-4-8-6,1 0 1,3-4-1,0-2 2,-3-8-2,-2 2 5,-2-3-11,4-10-4,-2 0-1,1-6-6,-1 0-12,-1-2 0,1-3-4,2-2-4,2-5-7,-2-15-10,1 18 10,-1 1 7,0 4 3,-2 4 6,-5 1-5,2 14 8,-5 3 10,1 6 16,-6 4 0,7 3 10,-4 4 0,-3 8-3,5-14-8,-5 14 3,0 0-6,0 0 7,0 0 19,0 0 6,0 0 1,-15 61 4,7-17 0,-5 4-4,-2 5 4,-1 17 4,-2-16 1,3-2 0,4 4-4,-2-5-1,2 1 1,1-4-10,5-4-2,5 5 2,3-11-4,-1 2-1,4-11-3,4-9-11,1 6-11,-1-9-25,-5 2-24,7-5-14,1-2-16,0-4-38,-5-4-56,-8-4-127,14-4-328,-14 4 146</inkml:trace>
  <inkml:trace contextRef="#ctx0" brushRef="#br0" timeOffset="657">630 594 92,'0'0'130,"13"-10"-22,-13 10-4,15-5-9,-15 5-5,14-2-11,-14 2 0,18 4-19,-18-4-8,15 11-3,-9-2-8,1 1-1,-2 5-5,-2-1 0,-1 6-4,-1-4-2,-1 10-1,-1-6-6,-1 6-4,-1-4 0,-2 2 1,2 0-1,-1-4-1,1-5-11,3-3 5,0 4-1,-3-4-3,3-12-11,-3 12 27,3-12-13,-5 10 7,5-10-2,0 0-3,0 0-6,0 0-2,0 0 3,0 0-1,0 0 9,0 0-5,14-48-9,-2 33 6,-9 1-1,8-3-5,-1-5 4,-3 4 1,6 3-1,-5-7-6,7 4 8,-6 5-1,3-2 3,-1 3-5,-4 5-11,-1-2 3,-6 9-2,12-8 2,-12 8 0,9-2-2,-9 2 11,0 0-9,0 0 4,17 19 2,-16-12-3,3 5-1,-4 0 2,4 2 3,-2-2 4,1 4-10,-3-1 5,0-3-2,4-2-2,-3 5-4,-1-15-2,0 21-11,0-13-10,7 2-1,-7-10 0,6 10 2,-6-10 5,0 0 2,2 12-1,-2-12 6,0 0 14,0 0-14,0 0 7,0 0 0,0 0 15,0 0-4,0 0-8,6-37 1,4 26-5,0-5 8,-2 3-6,2-1-1,-2-2 6,3 3 6,-1-4-5,8-1-1,-3 2 4,1 2 3,-1 0 1,-1 3 9,1 1-14,-5 3 7,1 2-11,-1 4 19,-10 1 9,18 1 3,-18-1 16,11 15-1,-7-3 8,-1 2 3,-3 4 1,-2 1-4,-4 3-7,2 7 0,1-2-2,-5 1-3,6-3-2,-1 0-6,2-5-4,-1-2-1,4 0-8,-2-2 1,4-6 2,0 2-7,-1-4-16,-3-8-10,11 12-30,-11-12-45,15 0-50,-15 0-133,0 0-292,0 0 129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09:58:22.53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0 463 141,'15'-6'157,"-2"4"-21,2-3-13,1-2-5,0 2-12,2 0-15,3 2-6,-3-2-7,2 3-8,-1 0-27,-3 2-13,-2 0-24,2 0-25,-16 0-28,21-2-30,-21 2-97,15 0-188,-15 0 84</inkml:trace>
  <inkml:trace contextRef="#ctx0" brushRef="#br0" timeOffset="212">261 591 33,'31'-12'126,"-2"0"-15,4 4-15,-4 2-20,-1-2-23,-9 1-51,-4 2-86,3-1-89,-2 0 41</inkml:trace>
  <inkml:trace contextRef="#ctx0" brushRef="#br0" timeOffset="467">626 322 47,'26'12'144,"-26"-12"-21,19 0-9,-2 0-9,-1 0-8,3-2-7,-1 0-16,2 0-5,1 0-6,0 0-7,-4 0-1,2-4-9,-4 2-6,-2 2 8,1-2-19,-4-2 0,0 0-1,-3-1-4,1 0 2,-8 7-6,9-14-2,-7 8 2,-2 6-5,0 0 2,-5-26-3,5 26-8,-14-18 1,2 9 2,-1-1-1,-2 2 1,2-1-2,-1 2-7,-3-1 12,3 2 9,-1 5 1,-3-2 2,7 3 1,11 0-4,-26 3 4,13 2 9,5 5 1,-5 4 3,8 0 11,-2 6-3,2 5 7,4 3-3,-1 8 1,2-3 10,3 6-5,-1 5 7,4 0-6,-1-3-5,-3 3-11,6 5 5,-1-8-8,1 4 0,-3-7-9,-1-7 1,0-6-1,-4 2-7,0-6 2,-2-1-3,-3-1-4,-3-3 2,0 0-2,-3-1 1,-4 0-5,0-5-18,-8 4-12,1 0-11,2-6-23,0-1-33,-1 0-43,3-3-56,-3 0-178,2-2-389,-1-4 173</inkml:trace>
  <inkml:trace contextRef="#ctx0" brushRef="#br0" timeOffset="1488">1595 320 7,'0'0'107,"-7"-12"-12,7 12 4,-6-12-2,6 12-1,-10-12-7,10 12-21,-14-6 7,14 6-4,-20-1-5,20 1 1,-29 5 6,14 1-3,-6 2 1,5 2 2,-7 6 1,0-2 2,-2 3-14,6 7-3,-1-4-5,4 4 8,3-2-10,0 2-9,3 0 1,4-8-9,4 5-3,-3-4-2,4-2 1,2 4-3,-1-4-4,7-3 2,1-2-4,0 2-3,0-2 0,4-8-1,-1-2 1,2 2-5,5-8-1,-2-2 0,-1-4 3,0 2-2,-1-3-2,1-1-3,-7-2-2,3 0 1,1-8 0,1 0-4,-5-2 5,3-2-1,-2 2-10,0-15-9,-1 11-10,5-8 3,-1-4-11,-6 2-3,4 2 6,-2 1 2,0 5-8,-1 4 9,-1 2 1,-1 8 2,0 2 7,-1 4 5,-1 3 0,-3 9-1,3-12 0,-3 12 6,0 0 14,0 0 4,0 0 11,-11 51-3,1-23-2,3 2-2,-1-2-1,-3 14 1,3-2 6,-2-3-7,3 3-2,-1-8 0,5-4-2,0 2 1,3-2-1,0-2 0,-4-7-3,8 1 0,-3-4-17,4 2-25,-5-4-32,3 0-14,-1-2-19,1-3-45,-3-9-154,0 0-321,-5 15 142</inkml:trace>
  <inkml:trace contextRef="#ctx0" brushRef="#br0" timeOffset="1996">1784 288 90,'0'0'188,"11"-4"-5,-11 4-8,0 0-3,15 10-16,-7-4-4,-1 2-2,-1 0-14,1 2-9,2 6-15,0 0-8,2 4-6,-3 4-9,2-1-11,1 2-6,-4-10-11,3 4-3,-5 0-7,-2 1-2,3-3-6,-1-2-3,-2-3-9,6 0 1,-5-4 3,-4-8-7,2 14 1,-2-14 10,7 8 18,-7-8-1,0 0-5,0 0-5,0 0-6,0 0-6,16-37-1,-11 22-3,1-4-3,1-10-3,1 4-2,5-6-1,-8 3-2,6-3-2,-3 5-4,5 0 1,-3 0-2,-2 4 0,-3 3 1,3 2-1,-3 3-3,-3 4 3,-2 10-2,6-18-3,-4 13-3,-2 5-4,7-14-11,-7 14-30,1-8-19,-1 8-44,0 0-69,0 0-291,0 0-503,0 0 222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09:58:27.22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 1085 62,'0'0'105,"-3"-9"-5,3 9-7,0 0-12,0 0-2,-3-14 3,3 14-9,0 0-12,0 0-3,0 0-4,-3-13-5,3 13-7,0 0-2,6-14-9,-6 14 3,12-9 0,-12 9-6,9-9-5,-9 9 2,10-8-5,-10 8 0,12-7 6,-3 3 1,-1-2-8,-8 6 4,18-9-3,-8 3-7,2 4 13,-3-2-10,-9 4 3,20-3 3,-10 3-6,-10 0 0,21-2 4,-8 0-5,-13 2-5,23 2-4,-23-2 4,19 5 4,-11-3-9,0 2 4,-8-4 2,20 8-6,-13-2-2,1-3 9,1 1-11,-9-4 4,15 5-3,-15-5 4,15 6-3,-15-6 0,8 2-4,-8-2 1,6 6 2,-6-6-1,0 0-1,0 0 4,15 2 2,-15-2-4,0 0-1,0 0-4,16-8 0,-16 8-6,12-4 6,-12 4 3,10-7-3,-10 7 3,11-6-6,-11 6 4,7-5 1,-7 5 4,0 0-3,0 0-1,13-6-1,-13 6-6,0 0 8,0 0 0,0 0-6,0 0 9,8-8-2,-8 8 0,0 0-2,0 0 1,0 0-1,0 0 4,14 0-10,-14 0 8,0 0 8,0 0-13,22 2 7,-22-2-2,14-2 1,-14 2-6,18-4 1,-8 2-1,1-1 10,2-1-2,-1-1-1,-12 5-1,19-10-5,-7 4 2,-3 1 5,4-5-2,1 2-2,-6 5 3,-2-5-1,-6 8 0,15-9-5,-15 9 9,10-8-12,-4 4 11,-6 4-3,12-9 4,-6 5-6,-6 4-4,11-5 0,-11 5 4,13-5-3,-13 5 8,0 0-5,18 10 6,-11-6-9,-2 5 9,1 1 4,2 3-5,-4 3 0,-1-2 0,3 4-3,-2-2-1,-1 2-14,2-4-19,1 0-25,-2-5-41,1 0-138,-5-9-255,13 7 113</inkml:trace>
  <inkml:trace contextRef="#ctx0" brushRef="#br0" timeOffset="932">533 360 70,'-21'7'110,"21"-7"-6,-8 5 1,8-5-3,-13 8-7,13-8-5,-15 11-8,12-3-3,-4-1-10,2 2-1,-4 1-7,5 0-9,-2 2 2,1 0 0,2 1-15,-4 3 2,4-2-4,1 2-4,-1-5-10,3-11 2,-3 19-3,3-6 0,0-13-4,3 19-1,0-11 2,-3-8-4,8 15-6,-8-9-1,0-6 5,7 9-6,-7-9 4,10 3 0,-10-3-5,0 0 3,21-5-4,-21 5 4,8-11-3,0 3 4,-1 0-2,-1-1-6,2 0-2,-1-5 5,-1 0-3,2-7-2,-1 3-6,-1 2 6,3-4-5,-3-4-21,7-1-5,-5-3-8,0 2-6,1-4 6,-4 0-26,4 1-1,-1-1 7,-4 3-8,-1-1 5,3 3-4,-1 1 7,-5 4 7,0 2 5,4-1 7,-4 4-1,0 1 12,3 2 6,-3 12 9,3-18 8,-1 9 6,-2 9-4,0 0 2,5-17 2,-5 17 11,0 0 1,0 0 6,0 0 1,0 0 9,0 0 4,0 0 3,0 0 0,-10 37 7,3-23 4,4 7 9,-8 3 2,4 4-9,1-3-4,-2 5 7,3 0-7,-2-1 5,4 3-10,-4-4-2,7 1-6,-3-1 1,3-2-3,0-1-6,3-2 2,-3-5-2,4 2-4,-1-3 1,0-4-6,-1 1-12,3-5-8,-4 0-21,6 0-32,-7-9-38,6 12-148,-6-12-264,12 5 117</inkml:trace>
  <inkml:trace contextRef="#ctx0" brushRef="#br0" timeOffset="1580">901 323 91,'0'0'99,"0"0"-13,0 0-4,0 0-15,0 0 4,0 0-14,0 0-5,0 0-3,0 0-9,0 0 9,0 0-1,0 0 5,7 23-8,-7-23 3,-7 23-8,4-9-4,1 0-13,-1 3 8,0-6-20,1 4 12,2 2-10,-2-4 4,-1 3 2,0-3-6,3-13 8,3 21-6,-6-12-5,3-9 2,0 17-9,0-17 6,3 9 11,-3-9-9,0 0-1,0 0-5,0 0 1,0 0 2,0 0-5,0 0 10,0 0-11,5-37 6,-3 25-15,3-3 15,-4 0-3,4-2 1,-2-2 0,2 4 0,-1-4-4,2 2 2,5-7-3,-4 8 3,-1 2-1,4 0 0,-3 5-1,-6 2 1,6-4 0,-7 11-2,10-9 8,-10 9-4,11-5 2,-11 5-6,15-2 7,-15 2-5,0 0 2,21 11 4,-13-4-7,-3 3 4,3 0-1,-1 1-1,-2 0 0,1 4 3,-3-1-2,2-5-5,0 2 3,2 3 0,-6-5 1,-1-9-5,3 19-1,-3-10 6,0-9 0,4 14 1,-4-14 0,1 11 4,-1-11-7,0 0-3,0 0 0,-8 9 4,8-9 0,0 0-3,0 0 5,0 0-7,0 0 4,-18-25 2,18 25 2,4-20-4,-4 20 1,1-24-2,2 12-8,4-3 5,-4-2-2,5 4 7,2-3-3,0 2 6,1 0-3,2-1-2,-1 4 9,2-1 7,-1 3-1,2 2 8,-5 2 1,1 3-1,-11 2 10,18 0-10,-18 0 9,21 7-2,-8-2-1,-4 3 2,-1 1-6,-2-1 1,1 1-4,-1 0-1,1 0-2,-2 2 0,0-2-6,-5-9 0,6 19 3,-6-10-2,0-9 0,0 19-7,0-8-15,0-11-23,-11 23-24,6-14-31,-2 1-33,-6 0-172,5-1-314,-5 1 139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00:22.85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10807 0 41,'0'0'63,"0"0"1,0 0-6,0 0-9,0 0-2,0 0-11,0 0 2,-15-5-7,15 5 0,0 0-2,0 0-11,0 0-3,0 0 8,0 0-14,0 0 8,0 0-2,0 0-3,0 0 0,0 0 1,0 0 2,0 0-3,0 0 3,0 0 3,0 0 5,0 0-5,0 0 6,0 0-3,0 0 6,0 0-11,0 0 4,0 0-9,0 0 3,0 0-2,0 0-1,0 0-4,0 0 6,0 0-5,0 0 2,0 0-1,0 0 0,0 0-2,0 0 2,0 0-9,-16 15 6,16-15 0,0 0 6,0 0-4,0 0 1,0 0 6,0 0 1,0 0-3,0 0-15,0 0 13,0 0-6,0 0 4,0 0-1,0 0 0,0 0 2,0 0 1,0 0-8,0 0 6,0 0-4,0 0-6,-5 12 13,5-12-8,0 0-25,0 0 21,0 0 9,0 0-8,0 0 3,0 0-1,0 0 3,0 0-2,0 0 3,0 0 0,0 0 0,0 0 2,0 0 4,0 0-10,20 10 5,-20-10-4,0 0 0,13 2 2,-13-2 1,0 0-9,0 0 8,11 4-5,-11-4 4,0 0-4,15 0 3,-15 0 0,11 2-10,-11-2 18,0 0-5,15 2-4,-15-2 5,0 0-3,13 2-3,-13-2-4,0 0 3,10 2 7,-10-2-6,0 0 4,13 2-8,-13-2 4,0 0-1,9 4-14,-9-4 19,0 0 1,0 0-5,22 0 5,-22 0 3,13 0 0,-13 0-4,18-2-5,-18 2 1,21 0 1,-21 0 0,18-2 2,-18 2-4,16-2 4,-16 2-5,15-2 6,-4 6-3,-11-4-5,16 2-5,-6 0 9,-10-2 3,18 0-6,-18 0-11,11 2 9,-11-2 4,15 0-2,-15 0 8,12 4-5,-12-4 3,9 4-8,-9-4 5,0 0-6,13 6 6,-13-6-6,0 0 8,13 4-3,-13-4 8,8 6-12,-8-6 2,0 0-4,0 0 7,14 4 1,-14-4 0,14 0-3,-14 0 3,16 0-10,-16 0 8,23 0-6,-10-2 10,-13 2-10,20 0 8,-9-2-2,-11 2 3,21-2-2,-21 2 1,22 0-1,-11 2 2,-11-2-4,20 2-1,-20-2 3,19 2-3,-19-2-1,16 1 3,-4 2-6,-12-3 5,21 2-1,-21-2 4,16 4-8,-6-6 7,-10 2-5,18 0 5,-18 0-4,13 0 1,-13 0-5,16-2 6,-16 2 0,18-2 4,-6 4-6,-12-2 3,16-2 2,-16 2 1,19-4 2,-6 2-9,-13 2 4,20-4 3,-20 4-3,18-4 0,-10 3-7,-8 1 9,16-7-6,-16 7 1,18-2-5,-18 2 3,12 0 4,-12 0-4,0 0 9,19 4-3,-19-4-3,10 2 3,-10-2-4,13 10 1,-13-10 0,11 4 3,-11-4-2,12 6 8,-12-6-11,11 4 6,-11-4 1,10 4-5,-10-4-4,13 2 3,-13-2 5,21 6 1,-21-6-5,17 0 2,-17 0 0,21-6 1,-21 6-1,21 0 1,-11-2-2,-10 2 2,21-3-4,-10 2 5,-11 1-3,18-2 5,-18 2-10,18 0 8,-18 0-12,18 0 5,-18 0 5,18 0-5,-18 0 0,18 0 7,-18 0-6,15 2-8,-15-2 8,14 1 9,-14-1-4,15 1-3,-15-1 2,18 2 2,-18-2 1,24-2 1,-11 1-3,0 0-4,-13 1-6,23-2 6,-13 0 3,-10 2-1,23 0-4,-12-2 5,-11 2 4,25 0-1,-12 0 1,-13 0-3,21-3-1,-10 2-4,-11 1-5,20 1 8,-20-1-3,18-1 5,-18 1 4,16-2-4,-16 2 0,19 0 0,-19 0-5,18 0 3,-18 0 0,18 0-3,-18 0 3,15 0-2,-15 0 0,16 0 3,-16 0-1,21-2 1,-21 2-1,18 0 12,-6-2-13,-12 2 3,19-2 1,-19 2-4,20 0-6,-20 0 10,21 0-3,-10-2-3,-11 2 2,18 0 5,-18 0-9,21-1 7,-12 2-5,-9-1 6,19-1-5,-19 1-1,21-3 8,-21 3-6,17-2 4,-17 2-2,14 0 4,-14 0-2,18-2-3,-18 2 0,18-2-17,-18 2 9,21-1 8,-13-2 2,-8 3-1,23 0-2,-23 0-3,20 0 1,-9-2 5,-11 2 4,17 2-12,-17-2 9,16 0-4,-16 0 5,13 1-2,-13-1 1,16-1-8,-16 1 6,15-2-5,-15 2 7,13 3-9,-13-3 9,0 0-2,19 0 4,-19 0-3,18-1 1,-6 2 2,-12-1-2,21 0-2,-21 0-2,18 0-1,-7 0-2,-11 0 7,21-1 1,-21 1-4,18 3-1,-6-3 0,-12 0-2,24-2 0,-24 2 7,20-1 0,-9 1-6,-11 0-3,20 0 8,-11 1-7,-9-1 6,18-1-4,-18 1 6,22-4 0,-11 2-6,7 0 5,-4 0-2,-4 0 1,8 0-3,-6 2 0,2-2-7,4 0 11,-3 0-3,1 2 0,0-2-3,2 0-2,-3 0 6,0 0 0,1 1-1,0-1 4,-1 0-4,3 0-1,-2 2-2,0-1 3,-16 1-1,26 0-1,-13 0-6,-13 0 12,20 0-6,-20 0-6,21 0 6,-9 0-1,-12 0 6,16 0-8,-16 0 9,21 0 1,-11-2-3,-10 2 1,19 2 4,-19-2-7,22-2-1,-13 0 5,-9 2-12,22 0 6,-11 2 4,-11-2-2,18-2 5,-18 2-9,19 2 9,-9 0 0,-10-2-5,20 1 3,-20-1-3,21 0 0,-8 2-1,-2-2 1,-11 0-1,31 0 0,-19 2 9,1-2-9,3 2 3,2-2-2,-2 0 9,1 1-15,-4-1 9,0 2 0,-13-2-10,31-3 7,-18 3 3,-4 1-8,6-1 4,-15 0 4,21 2-5,-21-2 1,20 2-2,-12 0 0,-8-2-1,16 4 9,-16-4-7,15 4 1,-15-4 3,18 0-7,-8 4 8,-10-4-9,19 0 6,-19 0 0,18 0 5,-7 0-6,-11 0 1,22 2-5,-11-2-10,-11 0 19,20 0-6,-20 0-6,19 0 7,-19 0 9,18 2-5,-10 0 1,-8-2-7,20 0 5,-20 0-6,14 0 1,-14 0 5,13 0 5,-13 0 0,13 2-14,-13-2 7,0 0 2,15 0-4,-15 0-2,0 0 1,16 2 6,-16-2-4,15 1-1,-15-1 10,16 0-7,-16 0-1,22 2-4,-22-2 5,22-2 0,-22 2 1,20 0 7,-10-1-7,-10 1-5,21-2 2,-21 2 3,28 0-6,-12 2 1,-2-2 2,4 1 0,-8-1 3,-10 0 0,18 2 0,-18-2-1,16 3 4,-16-3-9,17-2 6,-17 2 3,16 6-1,-5-6-3,-11 0-2,22 0 3,-13 0-5,-9 0 2,23 0-1,-11 0-2,-12 0 4,21 3 0,-12-2 2,-9-1-4,23 0-1,-11 0 3,-12 0 3,24-1 1,-12 2-6,-12-1 0,21 0 0,-21 0 13,18 2-9,-7-2-2,-11 0-3,21 2 6,-21-2-1,18 4-4,-6-4 2,-12 0 3,16 3-6,-16-3-2,21 0 1,-8 3 2,-3-1 6,-10-2-5,23 4 4,-12-3-4,-1 0 0,-10-1-6,23 2 2,-12 0 5,4-4 0,-15 2-3,24 0 1,-13 0 1,-1 2 0,5-2 2,-15 0 3,24 0-6,-24 0 6,20 0-3,-10 4-2,-10-4-7,16 0 9,-16 0-3,16 3 0,-16-3 11,18 0-22,-18 0 16,20 1 0,-11 1 1,-9-2-4,18 0-2,-6 2 6,-12-2-5,21 0 3,-10 2-3,-11-2 1,22-2 4,-11 4-4,-11-2 2,21-2 0,-21 2 0,20 0-2,-7 2-3,-13-2 7,21 0-10,-21 0 6,19 0 0,-9 0 5,-10 0-2,0 0 4,23-2-11,-23 2 5,18-2 2,-18 2-6,18 0 2,-18 0-1,19 0 4,-9 2-3,-10-2 1,21 0-4,-8-2 8,-13 2 0,22 0-6,-6-2 1,-5 4-4,-11-2 6,25-3-1,-14 4 2,1-1-5,5-1 7,-17 1-7,23-1 2,-13-1 4,-10 2-1,23 0-3,-12 0 7,-11 0-5,20 0 0,-20 0 0,18-4 0,-18 4-4,19 0-2,-19 0 2,18-2 6,-18 2-2,18-3-16,-8 3 14,-10 0 3,21-1-4,-21 1-6,20 0 12,-20 0-7,11-4 5,-11 4-4,15 2 2,-15-2-5,0 0 4,14 0 7,-14 0-5,0 0 3,15 0 1,-15 0-4,0 0-3,18-2 0,-18 2 5,0 0-2,16 0 4,-16 0-2,0 0-6,21 0 3,-21 0-6,15 0 6,-15 0 1,15-5-6,-15 5 4,16 3 6,-16-3-5,18-3 2,-18 3-6,21-1 8,-10-1-1,3-2-4,-14 4-1,21-4 8,-12 4-5,-9 0-6,20-1 7,-20 1 0,15-3 0,-15 3 2,0 0-7,14 0 6,-14 0 3,0 0-1,0 0-1,15-2 10,-15 2-9,0 0 9,15 2-5,-15-2 5,0 0-10,0 0 6,0 0-7,0 0 5,14-4-7,-14 4 6,0 0-7,0 0 5,0 0 2,0 0-4,13-2 3,-13 2-4,0 0 1,0 0 0,0 0-6,0 0 2,17 0 4,-17 0-3,0 0 3,0 0 2,0 0-1,0 0-2,0 0-3,0 0 0,14 0 1,-14 0-2,0 0 1,0 0 4,0 0-11,0 0 13,0 0-7,0 0 3,0 0 5,15 0-5,-15 0 2,0 0-6,0 0 2,0 0 6,0 0 8,0 0-1,0 0 0,0 0 1,0 0-2,0 0 3,0 0-4,0 0 2,0 0 2,0 0-1,0 0 0,0 0 1,0 0-2,0 0 1,0 0-8,0 0 1,0 0 0,0 0 5,0 0-1,0 0-5,0 0 5,0 0-4,0 0 6,0 0-5,0 0 9,0 0 6,0 0-3,0 0 1,0 0 7,0 0-4,0 0-2,0 0 1,0 0 3,0 0-5,0 0-1,0 0-1,0 0-4,0 0 6,0 0-9,0 0 1,0 0-1,0 0-1,0 0-1,0 0-1,0 0 0,0 0 3,0 0-7,0 0-7,0 0-5,0 0-9,0 0-22,0 0-27,0 0-31,0 0-70,0 0-123,-41 12-314,41-12 139</inkml:trace>
  <inkml:trace contextRef="#ctx0" brushRef="#br0" timeOffset="6034">3067 921 28,'0'0'69,"0"0"0,0 0-13,0 0-2,0 0-10,0 0-4,0 0 5,0 0-3,0 0-2,0 0-7,0 0 6,0 0-4,0 0-10,0 0 1,0 0 2,0 0 2,0 0-11,0 0 7,0 0-3,18 9 6,-18-9-1,10 4 1,-10-4-2,11 6-5,-11-6-1,17 3 5,-9 2-8,-8-5 2,21 4-1,-6-2-3,-5-1-2,4-1 5,1 0-3,4 0 4,-4-1-13,6 1 3,-3 0-1,0-2-2,-3 2 4,1-2-4,-1 2 0,-15 0 4,29-2-4,-16 2 7,5 0-11,-3 0 4,-15 0-6,24 0 2,-9 0-3,-15 0 6,21-2-5,-6 2 6,-2 0-2,-2 2-5,-11-2 2,21 0 2,-3 0-3,0-2 5,0-1-7,3 3 9,0-1-8,7-3 5,-10 2-8,10-1 5,-7 3 7,6 0-6,-5-1-3,-1-1 1,0 0-1,-3 2 1,3 0 3,0-4-4,0 4 1,-4 0 2,4-2-9,-5 2 8,5-2-7,-3 0 9,7 4-4,-4-4 12,0 2-15,7-2 7,-2 0-2,-5 4-2,0-4-5,0 2 7,7-2 3,-5 2-8,-2-2 13,7 0-10,-1 0 6,1 0-4,-2 2-1,-5-2-4,1 4 2,-1-2 2,-3 0-4,0 0-3,3 0 8,0 0-5,0 0 9,0 0-8,-3 2 1,-3-4 2,3 4-4,-2 0 1,2-4-5,0 2 5,3 0 0,-3-2 0,3 2-1,0-4 5,1 3 1,2 0-1,4-3-5,-2 4 3,3 0-4,-1-2 5,-5-1 0,3 1 2,1-1-3,-5 3 1,0-2-1,0 0 4,-1 2-4,0 0 1,-2 0-2,-1 0 1,-3 2-3,3-2 5,-7 2-6,-1 0 5,-10-2-2,25 1 8,-12-1-6,-4 2-1,-9-2-6,20 3 4,-9-3 2,2 2-4,-13-2 5,21 5 3,-7-4-2,2 3 3,-2 0-5,4-2 3,-1-2-3,2 2 2,-1 0-1,2-2 4,-2 0-10,3 0-1,0 0 3,0 2 4,0 0-2,2-4 4,-2 6-6,-1-4 3,-2 1-5,1-1 10,1 1-5,-2 1 9,1-4-9,-1 4 5,-3 4-6,3-4-2,-3-2 7,-1 0-7,2 1-2,1 0 8,-3-1-3,3 2-3,1 0-2,-2-2 12,2 2-7,-3-4-2,-1 2 7,2 0 2,4 2-11,-5-2 10,1-2-7,-1 2-4,1 0 8,-3 2-6,-13-2-4,26 0 9,-16 0 0,6 0 1,2 0-6,-18 0 4,23-2-2,-10 2-1,-13 0 4,21 0-5,-10 2-3,-11-2 1,20-2 9,-10 0 0,-10 2-9,21-2 11,-8 2-7,-13 0-3,16-1 3,-16 1 4,20-1-6,-20 1 3,16-4-3,-16 4 2,15 0 2,-15 0 2,0 0 5,18-4-1,-18 4 5,0 0 12,0 0 6,11-2 13,-11 2 5,0 0 5,0 0 9,0 0-7,0 0-5,10-10-5,-10 10-9,0 0 0,0 0-7,-5-14 4,5 14-2,0 0-3,0 0-8,-2-20 2,2 20 6,0 0-7,0 0-3,0 0 0,0-18-3,0 18-1,0 0-8,0 0-18,0 0-22,0 0-36,0 0-43,0 0-56,0 0-109,-6-10-301,6 10 133</inkml:trace>
  <inkml:trace contextRef="#ctx0" brushRef="#br0" timeOffset="9864">11358 899 44,'0'0'73,"0"0"-13,0 0-5,0 0-1,0 0-3,0 0-9,0 0 0,0 0-3,0 0-4,0 0 0,0 0 1,19 3 1,-19-3 0,13 4 4,-13-4-7,16 0-2,-16 0-5,17 2 1,-6 0 3,-11-2-9,23 0-4,-10 0 14,2 2-12,1-4 0,-1 2 1,1 0-4,3-2-5,-1 2 2,4-2 2,-1 0-5,5-2 3,-3 3-6,1-4 5,0 3-2,-2 0 5,7 1-9,-3 1 2,2 0-5,-7 0 4,-2-2-9,-1 2 2,2 2 0,-5-2 7,-1 0-3,-1 0-1,-13 0-3,23 0-2,-10 0 3,-13 0 3,20 0-7,-20 0 7,24-2 1,-14 2-4,-10 0-6,21 0 4,-21 0 2,21 0 5,-8-1-6,2 1 8,1 0-2,-1-2-3,4 4-4,-2-4 9,2 2-4,-2-2 0,4 4-7,-3-2 6,3 0-3,-2 0-1,11 0 6,-9 0-3,7 0 0,-6 0-1,6 0-8,-7 0 7,-1 0-3,4-2 6,2 4-6,-5-2-1,1-2 6,-1 2 1,2 0-3,-4 0-3,-1-2 2,3 2 4,0 0-8,-1 0 4,-4 0-2,4 0 1,-2-2-1,3 0 5,-1 2-6,-1 0 2,1-2 3,1 2 2,0-2-5,2 0 4,4 2-5,1 0 4,-5-2-7,-2 2 7,-1 0-4,9-1 8,-1 1-12,1 0 2,-3 1 5,2 1 2,-1-4-3,1 4 1,-7 0 3,2-2 5,-2 2-12,5-2-1,2 2 5,-7-2-4,7 2 1,0-4 9,-7 2-6,5 0 0,-5 0 0,7 0-4,-7 0 2,2-2 3,-2 2-2,0 0 4,0 0-8,0 0 4,2-2 1,-2 4 2,1-2 0,0 0 0,6 0-7,-2 2 7,0-4 0,-3 4 6,3 0-7,0-2-5,7 0 0,-7-2 3,5 4-2,-5-4 1,3 2 0,4 0 8,-7 4-10,5-6 3,-2 2-3,0 0 0,-3 0 2,2 0 0,-7 0-2,9 0 4,-9 0-1,0 0-1,-1 0-2,-1 2 4,2-2 4,-1 0-5,1 2-4,7-2 3,-5 0 1,1 0 2,-3 2-5,0-2 6,7-2-6,-10 2 18,10-2-13,-1 4 1,-7-4-6,6 4 14,3-4-17,-4 2 12,1 0-10,1-2 4,1 2-6,-5 0 4,5-2 3,1 0 2,-1 2-5,-6 0 0,1-2-2,-2 2 3,9-2-1,-3 0 4,-2 2-5,3 0 0,-7 0 3,2-1 3,3 1-8,3 1 8,-8-1-9,0 2 6,2-2 1,5 0 6,-2 2-4,2 0-1,1-2-4,0 2 0,-1-4 2,1 4 5,1-2-4,-1-2-3,0 4 3,-1-2-1,-7 0 5,0 0-7,7-2 3,-8 4 5,1-2-3,0-2-5,0 2 4,-1-2-2,-2 2-4,3 0-3,0 0 12,0 0-6,-5 0 1,6 0 0,-5 0 0,0-2 4,-1 2-4,4 0 4,-3 0-5,3 0 2,-4 0-7,4 0 4,-1 0 3,3-3 3,-6 0-4,2 3 0,3 0-1,-1-2-1,1 0 3,2 0-1,-2 0-1,2 2 3,-2-1-8,1 1 11,0-2-3,-1 2-2,2 2 3,4-2-2,-5 0 7,7 0-3,-8 0-7,-3-2-7,6 2 6,-6 0 0,5 0 3,-3 0 0,1 0 2,0 0-1,0 0 2,0 2-5,1-1-3,0-1 5,6-1-6,1 2 7,1-1-3,-1 0 2,-3 2 2,2-2-4,1 2 1,-1-2 1,1 2-3,-1-2 6,3 0-7,1 0 3,-2 0 5,-1 0-3,0 0 0,4 0-1,-1 2-3,-1 1 0,-1-2 6,-1-2-3,-1 2-1,3-1 3,-4 2-4,-5 0 2,5-2-2,-6 2 6,2-2-5,-2 2 4,2-2-2,-2 2 1,1-2 0,-1 0 1,0 2-6,0 0 4,-5-2-4,6 2 5,-4-2 1,1 2 0,1-1-1,-4-1-5,2 0 4,1 2 0,1-1-5,-2 1 4,3-2 2,7 0-7,-7 2 4,8 3 4,-1-5-6,-2 1 2,5-1-1,-5 4 4,3-2 3,4-2-4,-2 0-1,0 2-1,-2 0 0,5 0 0,-3-2 3,-5 0 1,4 0-2,1 2-5,-4-2 1,-7 0 8,8 0-1,-2 2-7,1-2 3,-6 0 2,-1 0-9,0 0 5,7-2 3,-6 2 0,9 2 0,-7-4-2,-4 2 6,4 0-2,-2 0 2,0 0-6,2 0 0,-2 0 2,10 0-5,-3 2 4,0-4 2,-4 4 1,4 0-4,-1-2 11,1 2-16,-7-2 9,2 1-6,5-1 2,-4 0-1,-3 0-1,1 0 2,-3 1 1,1-1 1,-2 0 5,0 2-9,1 2 0,-3-2 4,2-2 4,-1 2-8,-1-2 3,2 0 0,-7 0 3,2 1-3,4-1 0,0 0-3,0-1 5,-1 2-4,4-2 4,-1 1-6,-3 0 4,2 1-3,4-1 3,-1 1-4,0 1 2,2-4 2,-2 4-2,7 0 6,2 0-4,-2 0 1,-7-2 6,1 1-3,-1-1-4,11 0-1,-15 0-3,1 0 6,-7 0-6,0 0 2,-11 0 2,25 0-3,-25 0 16,11 0-11,-11 0-1,13 0-3,-13 0 6,0 0-6,0 0-1,0 0 1,0 0 6,0 0-5,18-1 2,-18 1-4,0 0 4,0 0 1,0 0 1,0 0-3,0 0 3,0 0-1,0 0-2,0 0 3,0 0-7,0 0 3,0 0 2,0 0-2,0 0 1,0 0-9,0 0-19,0 0-59,0 0-107,0 0-208,0 0 93</inkml:trace>
  <inkml:trace contextRef="#ctx0" brushRef="#br0" timeOffset="14378">0 1837 11,'0'0'56,"0"0"-2,0 0-7,0 0-5,0 0-3,0 0-5,0 0-4,0 0 2,0 0-6,0 0-2,0 0 3,0 0 3,0 0-14,0 0 5,18-17 1,-18 17 14,0 0 6,14-5 0,-14 5-2,15-1-2,-3-3-2,-12 4-7,22-2-2,-10-3 0,-12 5 4,29-3-10,-8 1 0,-1 1 4,9-3-4,-1-1 5,8 3-8,6-4 3,-9 0-3,9-4-4,7 2 3,-7 1-1,2-2 5,2-1-10,3 4 6,-5-2-6,5-2 8,-10 0-9,9 5 1,-5-3 0,-11 1-3,14 2-2,-13-2 2,1 4-7,-5-4 4,5 4-6,10-2 5,-13-1-4,5 0 6,-5-1-4,2 3 2,-1-4 1,11 1 6,-12-1-11,11 1 4,0-3-1,-12 8 3,1-1-3,-4-2 0,-1 3-2,-5 0 1,1 2-1,5-2 2,-5 2-1,-1-1 4,0 2-6,0-1 6,-3 0-6,3 0 0,8 2 2,-7-2 4,5 0-2,1-3 3,1 3 0,2-2-3,2 1-2,-2 1 9,-2 0-10,4-2 5,-2-2-3,5 2 3,-2 0-4,10 0-1,-10 0 7,8-2-5,-6 2-3,-7 4 1,6-4 0,-3 2 3,-1 0-2,-5 0 0,2 0 1,-7 2-2,0-2-1,0 2 6,1-2-4,-4 2-5,3-2 3,0 2 3,7-4 0,-7 4-6,8-2 6,-1 0-4,1 0 5,2-2 0,-2 0-4,2 0-3,2 2 10,-5-4-3,4 2-1,2 2-2,-4 2-3,7-4 3,-7 4 3,5 0-2,-4-4 0,2 4 0,0-2 1,1 4-1,-3-2-4,1 2 0,-2 2 3,7-2 3,-4-1-3,2 0 7,0 1-4,-3 2-3,1-2-2,3-2 5,-5 2-4,3 0 2,2-4-6,-4 2 4,11-2-3,2 3 13,-12-1-12,1-2 5,-1 0-7,-1 0 3,-1 0 0,2 1 1,-2-1 0,-2 0-2,5 0 1,-4 2 2,0-2-4,0 4 2,-3-4 4,4 1-4,-1-1 7,2 0-7,1 0 2,-2 0 2,0 0-7,1 0 3,-2-1 0,4 1 2,-3 0-7,3-4 9,-3 8-6,2-8 5,-4 1-4,0 1 5,1 0 1,-3 2-5,-9 0 1,7 2 5,-7 0-10,3-2 2,-3 0 2,1 1-1,-2-1 0,4 6 2,-3-6-2,-2 1 6,3 1-1,-2-2-2,1-2 1,3 4 2,0 0-5,0-2 0,9 0 3,-3 0-1,4 0 2,2 0-4,-4 0 1,0-2-1,1 4-3,-6-2 1,4-2 0,0 4 6,-7-2-2,0 0 1,0 0-1,0 1 6,-4-2-10,-3 2 1,7-1-1,-4 0 9,-3 2-12,6-2 4,-7 2-2,5-2 5,-4 0 2,0 0-3,-14 0-1,30 0-1,-15 1 5,-3-1-5,9-1 4,-5 2-1,0-2-1,2-1 3,-1 2-5,4-3 5,-3 1-1,9-1 3,-6 3 6,1-4-2,0 4-2,6-2 4,-7 1-8,1 1 3,5 1-4,-7-1 1,-1-1-2,1 1 5,-2-2-2,-5 4-2,6-2-2,-7 0 1,-1 1 6,-11-1 0,21-1-3,-21 1-3,15 1 0,-15-1 6,10 2 4,-10-2 13,0 0 10,0 0 3,14-3 7,-14 3 5,0 0-1,0 0 5,0 0-3,0 0 2,15-2-2,-15 2 2,0 0-5,0 0-2,0 0 2,0 0-13,0 0 0,0 0-7,13-3 0,-13 3-4,0 0-1,8-6-3,-8 6-5,0 0 1,0 0-12,0 0-27,8-6-34,-8 6-26,0 0-27,0 0-50,0 0-167,0 0-354,0 0 156</inkml:trace>
  <inkml:trace contextRef="#ctx0" brushRef="#br0" timeOffset="18702">11881 1761 58,'0'0'85,"0"0"-7,0 0 2,0 0-18,0 0 4,0 0-10,0 0-4,0 0-8,0 0-7,0 0 0,0 0-1,0 0-9,0 0-2,0 0 3,0 0-10,0 0-2,0 0 7,0 0-7,0 0 2,0 0-1,0 0-6,0 0 5,0 0 1,0 0-2,34 0-3,-34 0 9,0 0-11,19 1 1,-19-1 10,21-1-12,-21 1 11,20 0-4,-5 0 9,3 0 1,-2-1-1,5 1 0,0-2-5,0 2-24,4-2 25,-2 2-2,3-5-2,1 3 0,3 2 3,-3 0-7,-7 0 1,8 0-1,-7 0 1,-2 0-3,3-1-5,-1 1 11,-2 1-4,2 1-1,1-2-2,-3 0-6,-1 3 12,2-3-4,-1 2-5,-1-2 0,2-2-1,1 2-2,-5 2 3,5-2 5,-1-2 2,-2 2-8,3 0-1,-1 0-2,-3-3 0,5 3-5,-3-2 1,4 1 3,-3 1 0,2-2 5,0 0-1,5 0-5,-7 2 2,4-2-4,-3 2 4,-1-2 4,4 1-6,-2-2 6,4 3-2,1-2-3,3 2 6,-1 0 3,-1-2-1,-1 2-1,-5 0 1,0-2-2,6 0-1,-10 2 0,1 0-2,-1-2 1,7 2-4,-7-4-5,1 2 8,2 0-4,1 2 4,-4-4-3,3 2 4,2 0-5,-2-1 13,2 1-12,-2-1 3,6-1 3,-4 1-2,5 1-1,-7-3 0,7 2 5,-5 3-9,4-1 3,-4-1-2,5 2-1,-2 0 5,2-4-4,-1 2 1,-6 2 0,7 0 7,-7 2-11,-1-2 5,4-2-3,-6 1 4,3 1-5,1 0-2,-3 0-2,2 0 5,-3 0 2,3 1 2,-4-1-1,2 0-9,-2-1 8,2 1-1,-3-2 0,4 4-7,-2-4 6,1 2 5,3 0-5,-6-2 2,3 2 0,4 2 1,-2-4-5,-1-1 6,3 1-1,4 0-4,3-1-2,-4 1 8,6-1-3,-4 1 3,-2 1-3,-5 2 1,0-2-7,1 1 2,-1 0 5,-2-3-5,1 3 5,-1 0 2,1 0-8,-2 0-1,3 0 4,-1 0 1,-4 0-4,-1 0 8,1 0-9,2-2 4,-2 2 0,4 2 1,-4-2-1,4 0-4,1-2 6,-5 2 2,5 0-5,-3-2 3,0 2-1,0 0 4,3 0-8,-1 0 1,1-2-1,-3 2 3,1-2 2,2 2-6,1-1 8,-1 1-7,-2 0 4,6 0-3,-4-2-1,-1-1 2,7 3-3,1 0 5,0-4 0,-7 4-3,2-1 6,4-1-2,-6 0-5,9 2 2,-4-2 1,2 2-2,-7-3 3,0 1-2,7-3 0,-1 4-5,-1 1 6,-4-4-3,-1 4 0,8-5 2,-8 5-2,0-2 8,9 2-5,-1-3-1,-1 3-1,-5 0-5,1-3 8,0 3-1,-2 0 1,-3 0-3,2 0 2,7-2 3,-7 2 0,-1 0-5,1-2-7,-2 2 10,3-2-3,-3-1 1,1 2 0,-2-1 0,0 0-1,0 0 0,1 2-2,-1-1 2,0-4 1,0 3 7,1 2-10,1-2-1,-4-1 2,2 3-2,0-2 1,0 2 7,2 0-2,-1-1 2,-1 1-4,0-2 0,-2 2-4,2 2 0,0-2 5,0 1-10,0-1 7,-3 2 4,2-1 3,1 1-6,-1-2 2,-4 2-1,5 3-3,-4-3 5,4 1 1,-3 1-1,0-3 0,-1 4 2,2-3-5,1 1 0,1 1 2,0-3 0,-4 5-4,4-5 0,-8 1 3,6 0 0,2-1-4,-5 1 1,3-2 1,-1 2 6,-2-2-4,3-2 2,1 2 2,1 2-6,-2-1 3,0-2-1,2 1 1,-2 0 1,2 1-2,2-1 2,-1 2-2,3-2 0,-3 0 2,2 3-4,-1-3 3,-1 2 3,3 0-7,-6 0 5,0-1-2,1-1 6,-1 2-1,-5 0-5,7-2 0,-6 3-2,2 0 1,4-1 1,-3 0-1,1 0-1,0 0 2,-3-1-4,2-1 3,5 2 1,-4 1 0,-1-3 0,1 3 0,-1-3 1,4 2-2,1 0 3,-2-1-5,1-1 7,-3 2-6,-3-2 10,-3 2-9,8-2 1,-18 0 3,23 0-3,-10 0 0,-3 3 0,-10-3-3,21 2 1,-21-2 2,16 0 0,-16 0-5,15 2 4,-15-2-2,0 0 3,14-2 4,-14 2-1,0 0-1,14 2 2,-14-2-4,0 0 0,0 0-1,0 0 3,0 0 2,16 0-5,-16 0 3,0 0-11,18 0 10,-18 0-3,11 0 4,-11 0 0,18 0-4,-18 0 2,21-4-1,-21 4 2,18-3 1,-18 3-1,15-2-1,-15 2 0,14 0 5,-14 0-7,15-2 2,-15 2 1,0 0-2,0 0 11,18 0-9,-18 0 0,0 0 0,0 0 3,0 0-2,0 0-1,10-5-9,-10 5 11,0 0 0,0 0-2,0 0 1,0 0 2,0 0-5,0 0-1,0 0 1,0 0 5,0 0 0,0 0 1,0 0-7,0 0 4,0 0-1,0 0-1,0 0 0,0 0-2,0 0-6,0 0 7,0 0-1,0 0-3,0 0 7,0 0-4,0 0 2,0 0 0,0 0-3,0 0 6,0 0-5,0 0 2,0 0-1,0 0 2,0 0-5,0 0 3,0 0 3,0 0 3,0 0-5,0 0-2,0 0-9,0 0 11,0 0 1,0 0 0,15 4-1,-15-4-1,0 0-1,0 0 4,0 0 3,0 0-7,0 0 6,14 0 0,-14 0-1,0 0 3,0 0-4,0 0 2,0 0-2,13 1-1,-13-1 4,0 0-2,0 0 1,0 0 1,16-1-3,-16 1-1,0 0 1,0 0 1,0 0-6,0 0 6,14 1-6,-14-1 4,0 0 1,0 0-1,0 0 2,0 0-4,0 0 4,0 0-2,0 0 0,14 0-4,-14 0 6,0 0-3,0 0 1,0 0-2,0 0-3,0 0 4,0 0-4,0 0-1,0 0 7,0 0 2,0 0-5,0 0 3,0 0-4,0 0 1,0 0 1,0 0-2,12 7 5,-12-7-5,0 0 7,0 0-4,0 0 1,0 0-3,0 0-1,0 0 6,0 0-5,0 0 0,0 0 0,0 0 4,0 0-4,0 0 3,0 0-6,0 0 7,0 0-4,0 0-5,0 0 8,0 0-1,0 0 2,0 0-3,0 0 4,0 0-5,0 0 6,0 0 0,0 0-3,0 0-9,0 0 8,0 0 1,0 0-5,0 0-8,0 0-18,0 0-18,0 0-43,0 0-198,-25 14-311,10-13 139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03:53.34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0 119 72,'0'0'88,"0"0"-11,0 0 0,0 0-8,0 0 1,0 0-14,0 0 6,0 0-5,0 0-18,0 0 14,0 0 5,0 0-11,0 0-2,0 0-2,0 0 0,0 0 0,0 0 1,0 0-6,0 0-1,0 0 8,0 0-8,0 0-4,0 0 3,0 0-5,0 0 0,0 0 0,0 0 0,0 0-8,0 0-5,0 0 0,0 0 1,0 0-7,0 0 4,0 0-4,0 0-2,0 0-3,0 0 3,0 0-1,0 0 2,0 0-4,0 0 0,0 0 4,0 0 0,0 0 2,0 0 1,0 0-3,0 0 5,0 0 2,0 0 2,26-4-7,-26 4 11,15-2-13,-15 2 1,13-2-1,-13 2 5,0 0-1,18-3-9,-18 3 2,11-2 0,-11 2-1,0 0 2,18 0 1,-18 0-2,15 0-2,-15 0 1,16-2-3,-16 2 7,16 0-8,-16 0 4,23-2 2,-11 0-1,-12 2-5,16 2 1,-16-2 2,21-2-1,-21 2 0,16 2-2,-4-2 5,-12 0-5,16 0-3,-16 0 6,15 2-15,-15-2 4,14 2 8,-14-2 0,13 4 5,-13-4-4,17 1 3,-7 1-4,-10-2 4,16 0-2,-16 0-1,21 2 0,-11-2 5,-10 0-9,21 2 2,-8-2 5,0 0-4,3 0 4,-1 0-1,1 0-3,-3 0 0,-13 0 1,23 0-3,-12 0-3,1 2 7,-12-2 0,18 0-5,-8 2 2,-10-2-4,16 3 3,-6-1-1,-10-2 3,22 2-1,-9 1 3,-3-1-6,-10-2-8,23 0 12,-10 1-1,-3 1 4,5-2-6,-1 0 0,-1 2 6,-13-2-4,26 2 1,-16-2-2,3 2-2,-13-2 1,23 1 6,-13 3-9,3-4 5,-13 0-1,23 4 2,-10-4 0,-2 2-4,-11-2 1,23 0 2,-13 0 0,-10 0 0,27 0-3,-14 0-1,-1 1 8,-12-1-4,24 0-1,-12 0-2,2 0 2,-14 0-1,21 2 0,-9-5 3,-12 3-6,21 1 4,-10-1-2,-11 0 4,22 0 2,-11 0 0,-11 0-4,16 0 0,-16 0 1,16 5-1,-16-5 1,18 0 0,-18 0-1,18 0 1,-6 2 2,-12-2-4,24 0 0,-11 0 0,0 0 2,4-2 0,-3 2-1,-1 2 2,0 0-4,-13-2 3,26 0-1,-13 0 1,4 2-1,-4-2 0,-13 0-1,29-2 2,-16 2 0,2 2-3,-15-2-1,24 0 2,-11 0 2,0 0-1,-13 0-2,25 1 3,-14-1-5,2 0 3,-13 0 1,23 0 0,-7-1 2,0 2-3,-3-2 3,-13 1-5,27 1 0,-16-1 2,-11 0 2,24-1 0,-12 1 1,1-2-2,-13 2-2,23 2 2,-10-1 0,-13-1 3,22-1-5,-9 1 1,-13 0-3,22 3 3,-13-3 0,4 2 1,-13-2 0,23 4 1,-11-2-4,-1-1 4,0 1-2,6-2 0,-4 2-1,3 0 3,-1 0-1,-2 0-3,1-2 1,6 2-1,-2 2 3,0-6 1,0 4-2,0 0 1,0-2 0,-2 0 3,3-2-6,-2 2 4,2 0-3,2-2 1,-1 2-2,-2-2 4,-2 0 1,5 2-3,-1-4 0,-4 4 0,2-4-2,0 2 3,2 1-2,-6-1 2,3 0 0,2 2-1,-4-2 0,1 0 3,-1 0-6,-1 2 5,4-3-3,-18 3 1,25 0-3,-15 2 3,3-2-1,-13 0 0,22 0-1,-4-2 2,0 2 3,0-2-1,-2 4 1,1-4-2,1 4 1,-2-2-3,0 0 3,2 2-2,-2-2-3,-1 0 4,1 0-2,-1 0-1,3 0 1,-7 0 2,4 1-2,-15-1 1,26 0 0,-10 2 0,1-2-2,-3-2 6,4 2-3,-1-1-1,2 1-1,-3 1 3,1-2 0,1 1-5,-2 0 1,3 0 2,-4 0 0,3 0-1,-3-2-1,4 0 4,1 2-4,-1 2 1,6-4 1,-4 2 1,2-2-3,-2-1 4,0 3-3,-1-2 1,1 1 0,7-1-1,-6 2 0,6-2 2,-8 0-1,1 2-3,-2 2 1,1-4 2,-1 0 1,-1 2-1,2 0-3,1-2 6,0 1-2,0 1 0,-1-4 5,4 2-3,2 0-3,2-1-1,1 0-1,-1 1 3,1-2-2,6 3 2,-4-1 1,-2-2-5,4 0 4,-3 1 2,1 1-2,2-2 1,-2 2-5,-2-2 5,1 4-4,-3-6 3,-6 5-3,-3 1 2,4-2 2,-3 2-1,-1 0-1,0 0-1,-2 0 0,-16 0-2,28 2 5,-18-2 0,3 0-1,3-2-1,-1 2 0,3 0 2,-2-2-1,0 2-4,2 0 1,-3-2 4,1 2-1,0-2-1,4 2-2,-4 0 4,5-3-4,-3 1 7,0 0-6,-1 0 0,2-3-2,-3 4 7,2-1-4,-1 0 4,-1 0-7,2 2 3,-4-2-4,8 2 4,-6-2 2,0-1-1,4 1-1,-2 2 2,0-2-4,0 0 2,3 2 0,-2-2-1,-1 1 1,2 1 0,1-2-1,-5-1 2,4 1-2,1 0 0,-5 1 3,4-1-1,-2 2-2,-4-2 2,4 2-1,-3 2-3,1-4 4,0 2-2,-16 0 1,27 0 0,-13-4 0,-1 4 1,4 0 0,-1 0-3,2 0 2,0-2 1,1 2-4,-1 2 5,2-2-6,-4-2 5,5 2-2,-1-1 4,-2 1 0,1-2 1,2 2-7,-4-2 3,2 0 0,1 2 0,-2-2 0,-2 2 1,2-2-1,-3 2-1,-2-1 1,3-4-2,-3 5 1,3-2 2,0 2-4,2-3 5,-1 1-1,-17 2 1,27 0-2,-15 2 1,1-2-1,-13 0 3,23-2-3,-10 2 1,-13 0 2,22 2-2,-7-2-1,-4 0-3,-11 0 2,25 0 0,-12 0 2,-13 0 2,23 0-5,-10 0 2,0 0-2,-13 0 4,21 1-1,-10-1 0,7 0-2,-1-1-1,-1 1 2,-1-2 0,-2 4-3,3-2 6,2 0-5,-4 0 2,-2 0 0,-12 0 1,24 0 0,-7 1 2,-3 1-3,3-2-1,0 2 1,-7 0 0,3 1-4,-13-3 7,21 3-5,-11-1 3,-10-2-1,20 6 0,-12-5 0,-8-1 0,19 4 0,-14 0-3,7-1 4,-12-3-1,21 7-1,-11-5-1,3-1 3,-3 3-3,-10-4 3,27 6 1,-14-3-3,0-1 1,2 4-3,0-3 2,-4 2 2,7-1 0,-3-1-1,-6 3 1,4-3-4,0 1 3,-3 0-1,8 0 2,-2-2 2,-6 4-6,8-1 4,-8-1-1,3-1 1,-3 1 0,1 1 0,-1-2 2,1 3-4,-3-3 0,2 1-1,3-2 5,-13-2-3,20 7 2,-10-4-4,-1-1 4,3 2-2,-12-4 3,19 3 0,-11-1-2,-8-2 1,17 2-3,-17-2-1,16 2 3,-16-2-3,15 2 3,-4-2-1,-11 0 2,18 0-4,-18 0 3,20 0-1,-11 0 1,-9 0 1,21-2-5,-21 2 0,20-2 6,-20 2 4,16-2-7,-4 0 1,-12 2 1,18-2-1,-18 2 0,19 0-3,-19 0 0,21 0 0,-21 0 2,15 0-2,-15 0 4,15 0-4,-15 0 2,16 0-1,-16 0 3,20-1 2,-20 1-2,16 0-3,-16 0-1,14-2 4,-14 2-5,15-2 2,-15 2 5,0 0-2,21 0-2,-21 0 0,0 0-2,13-2 3,-13 2-2,0 0 1,0 0 1,13-3 2,-13 3-5,0 0 2,0 0 1,0 0-1,0 0 0,0 0 1,12-3-2,-12 3 0,0 0 4,0 0-5,0 0 2,0 0 0,0 0-2,0 0 2,0 0 1,0 0-3,0 0 0,0 0 3,0 0 1,0 0-2,0 0 1,0 0-2,0 0 1,13-4 3,-13 4 0,0 0-2,0 0-2,0 0 5,0 0-1,0 0 3,0 0 4,0 0 1,0 0 4,0 0-6,0 0 5,0 0-4,0 0 4,8-7-7,-8 7 1,0 0 0,0 0-1,0 0 3,8-8 2,-8 8-1,0 0 3,0 0-1,0 0 0,0 0-3,12-6-3,-12 6-2,0 0 2,8-6 0,-8 6 2,0 0 4,8-5-4,-8 5 0,0 0 1,0 0 2,0 0 2,0 0 7,0 0-1,8-6-2,-8 6 2,0 0 1,0 0-2,0 0-1,0 0 0,0 0 0,0 0-1,0 0-4,0 0 1,0 0-2,0 0 1,0 0-2,0 0-2,0 0 0,0 0-1,0 0 2,0 0-4,0 0 0,0 0 0,0 0 5,0 0-5,0 0 3,0 0-7,0 0 4,0 0-3,0 0-2,0 0 6,0 0-7,0 0-25,0 0-42,0 0-57,0 0-76,-38-9-205,16 5-439,-6-2 194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04:47.16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32 84,'0'0'79,"0"0"-3,0 0-6,0 0-6,0 0-3,0 0-12,0 0-1,0 0-6,0 0-4,0 0-5,0 0-2,0 0-3,0 0 1,0 0-1,0 0-6,0 0-8,0 0 9,0 0 6,0 0-5,0 0 8,0 0 2,0 0-4,0 0-3,0 0 6,0 0 3,0 0-3,0 0-1,0 0 4,0 0 1,0 0-2,0 0 2,0 0-1,0 0-10,0 0 3,0 0-7,0 0-4,0 0-2,0 0-2,0 0 4,0 0-8,40-10 5,-27 7-7,0 1 4,2 0-1,1 0 2,4 2-9,1-3 0,-3 5 4,2-5-4,-1 1-3,-1 2 4,2-2-8,-6 2-6,-1-2 1,-13 2 0,18 0-22,-18 0-1,15-3-12,-15 3-15,0 0-4,15 3-11,-15-3-27,0 0-88,0 0-203,0 0 91</inkml:trace>
  <inkml:trace contextRef="#ctx0" brushRef="#br0" timeOffset="620">130 194 90,'0'0'133,"0"0"4,0 0-16,0 0-7,0 0-11,0 0-15,0 0-2,0 0-10,0 0-11,0 0 1,44-14-8,-33 10-5,4 2-6,-2 0-11,5 0-1,0 0-3,-2 0-4,2 0 3,0 1-14,0 2-8,-8 1-27,-10-2-25,26-3-47,-18 1-123,-8 2-230,0 0 102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04:48.69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15 64,'0'0'95,"0"0"-1,0 0-5,0 0-6,0 0-10,0 0 2,0 0 0,0 0 2,0 0-6,0 0 1,0 0-8,0 0-8,0 0-8,0 0 3,0 0-4,0 0-1,0 0-5,0 0-7,0 0-6,0 0 2,0 0-5,0 0 1,0 0 0,0 0-8,0 0-3,0 0-1,0 0-4,0 0 7,0 0-7,0 0-8,0 0 10,0 0-10,0 0 16,0 0 0,0 0 1,0 0 3,0 0-4,0 0-1,0 0 5,0 0-1,0 0 6,0 0-6,0 0-6,47 4 4,-37-6 0,-10 2 0,18-2 6,-18 2-8,20-2 3,-20 2-6,16 0 3,-5-2-7,-11 2 3,25-1 0,-14 1-3,-1-5-2,-10 5 1,21-2 1,-11 2-2,-10 0-2,19 0 0,-19 0-2,15 0 3,-15 0-1,10-3-2,-10 3 2,0 0-3,0 0-2,14 0 1,-14 0-5,0 0 7,0 0 4,0 0-7,18 0 4,-18 0-10,0 0 7,0 0 2,0 0-3,0 0-1,17 0 2,-17 0-1,0 0-1,0 0 1,0 0-2,0 0 1,0 0-3,13 1 5,-13-1-1,0 0-4,0 0 6,0 0 2,0 0-6,9 4-1,-9-4 0,0 0-1,0 0 3,0 0 3,0 0-6,9 6 3,-9-6 0,0 0-5,0 0 1,0 0 4,0 0 1,0 0 2,0 0 1,0 0-3,0 0-1,0 0 1,0 0-1,0 0 2,0 0 1,0 0-5,0 0 6,0 0-6,0 0 2,0 0 0,0 0 0,0 0-9,0 0-13,-30 9-28,30-9-36,-19 3-39,2-3-162,1 0-308,-5 2 136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06:38.16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4 25,'0'0'67,"0"0"-4,0 0-7,0 0-3,0 0-6,0 0-4,0 0-1,0 0 4,0 0-16,0 0-1,0 0-1,0 0 8,0 0-7,0 0 7,0 0-4,0 0 2,0 0-7,0 0 4,0 0 9,0 0-14,0 0 4,0 0-6,0 0-11,0 0 3,0 0-3,8-7 0,-8 7 4,0 0-4,0 0-2,0 0 1,13-2-2,-13 2 5,0 0-2,0 0 3,0 0-2,21 6 3,-21-6-6,13 1 3,0 1-1,-13-2 6,29 2-6,-11 0 6,5 0-4,5-2 5,1 6-6,2-4 9,3 0-10,-1 0 0,11-2 2,0 2-6,-10-1 0,10-1 3,-13 4-2,3-2 0,-6 0 1,1 0-3,-8-1-6,1 1 10,-4 0-4,0 3-5,-7-2-1,0-1 0,-11-2-1,15 0-4,-15 0 1,13 4 2,-13-4 3,11 0-1,-11 0-2,0 0 6,0 0-8,13 2 8,-13-2-5,0 0-1,0 0 2,0 0 18,0 0-21,0 0 2,0 0-2,0 0-3,0 0 1,-48 0 2,48 0-4,-17 1 2,17-1 1,-14 2 2,14-2-3,0 0 7,-13 0-3,13 0-1,0 0-8,0 0 5,0 0-16,-15 0-4,15 0-14,0 0-13,0 0-6,0 0-22,0 0-107,0 0-201,0 0 88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06:39.26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11,'0'0'84,"0"0"-9,0 0 5,0 0-23,0 0-9,0 0 5,0 0 0,0 0-8,0 0-8,0 0-3,0 0-1,0 0-4,0 0-7,0 0-2,0 0 5,0 0-8,0 0-2,0 0 0,0 0 2,0 0-5,0 0 5,0 0 11,0 0-14,0 0 9,22 25-1,-22-25 1,21 1-6,-5-1 1,5 2 4,0-2-2,9 2-6,-1 0 10,4 2 1,1-3-14,10-1 4,-2 0-9,-8 2 9,-1-2-8,3 0 0,-4 2-2,1 0-1,0 0 5,-4 0-5,2-2 12,-10 0-8,-3 1-6,0 1 4,-5 0-2,-2-2-10,-11 0 9,20 3-6,-20-3 6,13 0-5,-13 0 4,0 0-9,0 0 5,15 2 0,-15-2-1,0 0 2,0 0-11,0 0 9,0 0-14,0 0-8,0 0-21,0 0-22,0 0-96,0 0-177,0 0 79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07T08:34:02.54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40 25 23,'0'0'69,"0"0"-2,0 0-7,0 0 6,-12-12-11,12 12 9,0 0-8,0 0 0,0 0 4,0 0-3,-15-4 3,15 4 6,0 0-3,0 0 10,0 0-5,0 0 3,0 0-7,-13-2 1,13 2 2,0 0-3,0 0-8,0 0 3,0 0-8,0 0 1,0 0-8,0 0 4,0 0-10,0 0 5,0 0-13,0 0 0,0 0-3,0 0-4,0 0-3,0 0 3,0 0-3,0 0 0,0 0-5,0 0 5,0 0-5,0 0 2,0 0 0,0 0-3,0 0 1,0 0-2,0 0 4,0 0 1,0 0 6,0 0-3,0 0-4,0 0-4,0 0 1,46-2 0,-36 1-4,-10 1 2,24 0 1,-12 1-2,-12-1-2,24 0 1,-13 0-2,6 2-2,2 0-1,-2-2 4,4-2-2,2 2 2,3 2-1,0-6 1,6 3-2,-4-1 1,1 0 2,1 2-2,-6 2-1,-1-4 2,-2 0 0,0 4-2,0-2 1,-1 0 0,-2-2 1,1 6 0,1-2-3,-4-1 2,1 3-6,-3 0 8,6-6-5,-2 2 1,0 2 3,3-4-1,0 4-2,5-2 1,-5-4 1,0 4-1,1 2 0,0 0-2,6 0 1,0-1 2,-5 1 0,6-2-2,0 0 2,-1 3 2,1-3-3,1 2-1,-1-2-2,-1-2 2,1 4 0,-5-2-2,-1 0 2,-3 0 3,3-2-6,-2 2-1,-2 0 0,-2-3 1,2 6-1,-3-3 1,4 4-1,-4-4 2,4 0-2,-4 0 0,0-2 0,4 0 0,-2 2-2,1 2-1,1-4 2,-2 2 1,1 0 1,1 0-2,-1-3 2,3 3-3,-4 0 0,-1-2-1,5 1 2,-3 1-1,-1 0-1,2 0 2,-4-2-2,2 2 5,-2 2-3,0-2-1,2 0 0,-3 1-1,1-1 3,-16 0-2,25-3-2,-7 5 2,-4-4 0,-2 4 0,-12-2-3,24 0 5,-12 0-1,1 0 0,3 0-1,-3 0 0,-13 0 1,26-2 2,-15 2-3,-11 0 1,25 2-3,-14-2 3,2 0 0,-13 0 0,23 0 1,-23 0-2,21-2-1,-8 0 0,-13 2 2,17 2-1,-17-2 0,18-2 5,-18 2-7,17 0 2,-17 0 0,18-6-3,-18 6 4,15 2-4,-15-2 2,0 0 1,15 4-1,-15-4-1,9 2 4,-9-2-2,13 2-2,-13-2 2,10 3-1,-10-3-1,0 0 3,0 0-4,0 0 1,0 0 2,15 0 4,-15 0-5,0 0 1,0 0 1,0 0 1,0 0-1,0 0 1,0 0-3,0 0 3,0 0-1,0 0 4,0 0 3,0 0 0,0 0 4,0 0 4,0 0-3,0 0 5,0 0 0,0 0 0,0 0 3,0 0-1,0 0-1,0 0 3,15-3 2,-15 3-1,0 0 7,0 0 1,0 0 0,0 0 5,0 0 1,0 0 0,0 0-4,0 0-2,0 0-3,0 0 1,0 0-2,0 0 0,0 0-2,0 0-5,0 0-4,0 0 0,0 0-6,0 0-11,0 0-26,0 0-38,0 0-48,0 0-47,0 0-55,0 0-240,-38 13-494,17-11 219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07T08:35:06.31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9 67,'0'0'67,"0"0"-4,0 0-2,0 0-12,0-17 4,0 17 0,0 0-11,0 0 3,0 0 2,0 0-12,0 0 4,0 0-9,0 0 2,0 0-8,0 0 8,0 0-5,0 0-5,0 0 3,0 0-12,0 0-1,0 0-2,0 0 6,0 0-8,0 0-2,0 0 5,0 0-14,0 0 8,0 0 4,0 0-2,0 0-14,0 0 13,0 0-3,0 0-1,0 0 2,0 0-2,0 0 2,0 0 2,0 0-8,0 0 4,0 0 0,0 0 3,0 0-3,0 0 0,0 0-3,18 27 4,-18-27 0,0 0-2,0 0-2,1 12 6,-1-12 1,0 0-8,0 0 8,4 10 3,-4-10-2,0 0-9,3 10 2,-3-10 6,0 0-3,0 0 1,0 0-7,5 12 5,-5-12-4,0 0 3,0 0 4,0 0 0,10 5-5,-10-5 3,0 0 0,13 4 2,-13-4-1,0 0-1,16 1-4,-16-1 7,10 2 4,-10-2-10,0 0 1,0 0-2,11 2 5,-11-2 7,0 0-17,0 0 4,0 0 0,0 0-2,0 0-4,0 0 8,18-9-2,-18 9 3,0 0 3,5-7 5,-5 7 3,0 0 3,0 0 1,3-16-7,-3 16-3,0 0 3,0 0-9,0 0 8,0 0-3,0 0 3,-6-17 3,6 17 2,0 0-7,0 0 0,-7-12-4,7 12 1,0 0 2,0 0 2,0 0-3,0 0 1,0 0-2,0 0-3,0 0 1,0 0 2,0 0-2,-28 10-3,28-10 6,-8 6-6,8-6 6,0 0-7,-8 11 1,8-11-8,-5 10 6,5-10 9,-3 10-3,3-10-5,0 0-3,-11 12 8,11-12 0,-4 10-1,4-10 4,-3 12 1,3-12-9,0 0 2,-3 12-1,3-12 11,0 0 1,0 0 5,0 0-9,0 0 5,0 0 4,8 10 1,-8-10-5,0 0 1,0 0 4,0 0 0,0 0-2,0 0-2,28-14-3,-28 14 2,14-3 1,-14 3-8,13-3-3,-13 3 6,0 0 3,12-6 0,-12 6-8,0 0 0,0 0 6,0 0-5,8-6 2,-8 6 4,0 0-10,0 0 7,0 0-7,0 0 3,0 0 4,0 0-4,0 0-3,0 0 8,0 0-8,0 0-1,-31-10 5,31 10 1,0 0-2,0 0 0,0 0-10,-23 6 4,23-6 0,0 0 0,0 0 3,0 0 3,-11 8-6,11-8 1,0 0 2,0 0 11,-2 13-13,2-13 4,0 0 7,5 17-6,-5-17 4,13 10-5,-8-5 1,-5-5-1,13 12 1,-8-7 10,-2 2-9,-3-7 0,12 12 4,-4-7-1,-8-5-9,8 6 3,-8-6 9,10 6-4,-10-6-4,9 5 5,-9-5 2,0 0-2,0 0-7,9 5 4,-9-5 4,0 0-7,0 0 10,0 0-2,0 0-9,0 0 6,0 0-5,0 0 8,0 0-7,6-18 1,-6 18 0,0 0 1,0 0 0,0 0 3,-13-26-4,13 26-3,-5-7-9,5 7 13,0 0 5,-6-11-5,6 11-4,0 0 2,0 0-6,0 0 0,0 0 4,0 0 3,0 0-2,0 0 1,0 0-1,0 0 5,0 0 3,0 0 2,0 0 4,0 0 2,24 30-9,-21-25 6,-3-5-7,8 9 1,-1-3-6,-7-6 7,0 0 1,6 14-3,-6-14-9,0 12-19,0-12-24,-8 11-75,-6 0-130,-9 0-271,-6-7 120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07:50.23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21,'0'0'74,"0"0"-4,0 0-12,0 0-3,0 0-7,0 0-3,0 0-6,0 0 1,0 0-6,0 0-5,0 0-1,0 0-2,0 0 0,0 0-2,0 0-6,0 0 4,0 0-4,0 0 5,0 0-1,0 0 9,0 0-4,0 0 3,0 0 5,0 0 0,0 0 3,0 0 0,0 0-2,0 0-1,0 0-4,0 0 1,0 0 0,0 0 8,0 0-11,0 0 4,0 0-7,0 0-4,0 0-4,15 29-2,-15-29 0,0 0-5,0 0-3,0 0 7,0 0-12,0 0 4,0 0 2,0 0-3,0 0 1,3 9-3,-3-9 4,0 0-2,0 0-2,8 8-2,-8-8 3,0 0-2,0 0-1,7 11 5,-7-11-1,0 0-5,5 7 6,-5-7-1,0 0-3,6 10 2,-6-10 0,0 0 1,7 8-5,-7-8 6,3 9 0,-3-9 4,5 11 6,-5-11-3,0 0 2,8 12 9,-8-12-3,8 7-1,-8-7-7,0 0 1,5 11-1,-5-11 2,0 0-4,3 10-2,-3-10-3,0 0 1,5 13 0,-5-13-3,0 10 2,0-10 3,0 0-3,0 0 1,-2 17-5,2-17 4,0 0-3,0 0 3,-3 17 0,3-17-1,0 0-3,0 11 5,0-11-3,-2 11 1,2-11-1,-4 12 0,4-12 0,-2 11 0,2-11 4,0 0-4,-2 14-2,2-14 5,4 13 1,-4-13 2,4 11 0,-4-11 0,5 10-2,-5-10-3,5 11-1,-5-11 3,10 7-1,-10-7-1,3 12-1,-3-12 3,5 9-4,-5-9 3,3 14-1,-3-14 4,0 11-3,0-11 5,0 0-2,-6 21-2,6-21 1,-3 13 0,3-13-3,-2 9 0,2-9-2,0 0-2,0 15 2,0-15 3,0 0-2,3 16-2,-3-16 0,0 0 3,2 13-1,-2-13-2,3 11-1,-3-11 2,0 0-3,0 0 1,7 10 2,-7-10-1,0 0-3,0 0 6,0 0-5,0 0 3,0 0-1,0 0 4,0 0-4,0 0 4,0 0 0,0 0-1,8 5 1,-8-5 1,0 0-1,0 0 3,0 0-2,0 0-1,0 0 1,0 0-2,0 0-1,3-28-2,-3 28 1,5-9-2,-5 9 2,0 0-1,3-14 4,-3 14-4,0 0-1,4-11 0,-4 11-1,0 0 1,0 0-1,1-12 2,-1 12 1,0 0 0,5-9-2,-5 9-1,0 0 1,3-11 0,-3 11-3,0 0 1,4-16 0,-4 16 0,0 0-1,1-11 2,-1 11 1,0 0-1,0 0-2,0-15 1,0 15-2,0 0 2,0 0 3,0 0-2,0 0-2,-6-11 1,6 11 0,0 0-3,0 0-5,0 0-13,-5-14-24,5 14-38,0 0-62,-10-13-181,10 13-354,-13-11 157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08:13.03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51 327 84,'0'0'75,"-18"0"4,18 0-13,0 0-2,0 0 3,-18 2-6,18-2-20,0 0 7,0 0 2,-15 0-32,15 0 12,0 0 5,0 0-7,0 0-7,0 0 0,0 0-1,0 0 9,0 0 3,0 0-6,0 0-4,0 0 4,0 0-4,0 0 1,0 0 8,0 0 7,0 0-3,0 0 2,0 0-1,0 0 8,0 0-3,0 0 0,0 0-1,0 0 4,0 0 0,0 0-5,0 0 0,0 0 1,0 0-7,0 0-5,0 0 2,0 0-9,0 0-4,0 0 3,0 0-7,0 0 8,0 0-10,0 0-2,0 0-3,0 0 4,0 0-4,0 0 14,0 0-17,0 0-1,0 0 1,0 0 1,0 0-2,0 0 1,0 0 1,0 0 3,43 10 1,-43-10-5,17 0 7,-17 0 1,22-3-6,-8 3-1,1-2-3,3 2 5,-2-2 0,2 0-4,3 2-2,-6-1 2,6-1 2,-6 2 2,6-2 0,0 2-2,0-2 4,0-2-4,-3 3 0,0-1 6,4 0-1,-6-2-4,3 3 1,3-4 0,-5 3-1,3-2 2,-12 4-2,8-3 6,4 1-7,-4 0 2,-1 0-2,3 0-1,0-1 2,0-1-1,0 0-5,-2 0 9,5 2-8,0 2 6,-1-4-1,3 1-4,-2-1 4,0 2-3,8-3-3,1-2 2,-9 5-3,10 1 2,-4-3-2,3 2 2,1-2 0,-2 4 5,-1-1-5,-7 1-5,0 0 7,0 0-1,7-2 1,-7 0-1,2 2-3,1 0 0,-2 0 1,-1-2 1,-3 0 1,3 0-1,0 2 2,0-1-4,0-2 3,1 1 1,-1-2 4,0 3-9,7-3 3,1 0-3,-5 2 3,4-3-1,-2 1 0,5-2 1,-7 2 1,3 1 3,0-1-2,-9 2-3,7 0 3,-7-1 0,3 3-5,-3 0 5,3-4 1,-3 2 0,6-1-2,-6 1-4,0 1 2,3-1 2,0 0 2,-3 2 1,3 0-2,1-2 3,-4 0-2,3 2-2,3-2-2,4 4 1,-4-2-2,6-2 4,-3 1-4,3-1 3,-3 2-2,1 0-2,1-4 2,-1 2 2,0 2-2,1 0 3,2 0 0,-8 0-4,1 0 1,4 0-1,0-2 0,-7 2 3,0 0 2,5 0-4,-8-1 2,3 1-1,-3 0-6,3 1 12,-1-2-2,-2 1 3,3-7-5,-3 7-1,6-2 4,-4 1-2,3-1 0,-5-2 0,3 2 2,-2-1-6,4 1 3,3-2-2,-5 0-3,7 0 0,-7-2 2,4 3 2,1-1-1,1-1-2,1 1 2,-7-3 2,0 4-4,1 1 3,-1-2 0,-2 1-3,1 1-1,1 0 5,-1-2-2,-2 4 1,1-2-5,-4 1 4,3 1-1,0-2 2,-2 0 4,-5 2-5,7 2 0,-3 0 0,-15-2-2,21 0 3,-3 1-3,-8 1 5,4 0-5,-14-2 5,22 2-5,-13-2 4,-9 0 0,21 0-1,-9 2 5,-12-2-7,15 0 1,-15 0 0,24 0 1,-13 0-1,-11 0-3,23-2 10,-15 2-7,-8 0-4,28 0 1,-20 0 5,-8 0-3,25 0 1,-12 0 1,1 0 2,-14 0-5,23-2 1,-13 2-1,3 2 2,-13-2 0,24-2 0,-15 0 5,-9 2-6,21-3 1,-10 3 1,-11 0-1,18-2-3,-18 2 3,10-5-2,-10 5 4,0 0 1,18-2-3,-18 2 3,0 0-3,0 0 4,11-1-8,-11 1 1,0 0 2,0 0-2,0 0 3,0 0-2,0 0 2,13-2 2,-13 2 2,0 0 2,0 0 8,0 0 8,0 0 5,0 0 8,0 0 5,0 0 3,0 0 7,0 0 2,0 0-6,0 0-3,0 0-4,0 0-3,0 0-1,0 0-8,0 0 2,0 0-7,0 0 0,0 0-2,0 0-1,0 0-4,-10-23-25,10 23-39,0 0-52,0 0-65,-11-9-235,11 9-432,-15-2 192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08:31.72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153 129 25,'0'0'66,"0"0"-5,0 0-4,0 0-11,0 0 0,-29-8-7,29 8-2,0 0-5,-8 6-5,8-6 2,0 0-6,0 0 0,-7 8-9,7-8 1,0 0 0,0 0 1,0 0-3,0 0 0,0 0-5,0 0 3,0 0-8,0 0 11,-8 7 0,8-7-1,0 0-1,0 0 5,0 0-6,0 0 4,0 0 1,0 0-5,0 0-2,0 0 0,0 0 5,0 0-6,0 0-1,0 0 9,-11 4-9,11-4 0,0 0-3,0 0 8,-12 5-2,12-5 0,0 0-4,0 0 8,0 0-7,0 0 14,0 0-7,-11 5 3,11-5-1,0 0-5,0 0 9,0 0 9,-13 3-17,13-3 2,0 0 4,0 0-5,-12 4 0,12-4 0,0 0 3,0 0-6,-13 2 0,13-2 8,0 0 0,0 0-1,0 0 1,-14 2 7,14-2 4,0 0 7,0 0-4,0 0 8,0 0 4,0 0 0,0 0-1,0 0 3,0 0 0,0 0-1,-15 0-5,15 0-2,0 0-3,0 0 1,0 0-5,0 0-2,0 0-4,0 0 3,0 0-6,0 0-4,0 0-2,0 0 1,0 0-6,0 0 2,0 0-2,0 0 0,0 0-4,0 0 0,0 0-2,0 0-2,0 0 1,0 0 0,0 0-4,0 0 11,0 0-12,0 0 3,0 0-4,44-8 3,-44 8 2,13 0-5,-13 0 4,0 0 0,18-3-3,-18 3 4,15-3-3,-15 3 3,17-2-4,-7 0 1,2-1 0,-12 3 1,19-4-2,-19 4 1,18 0 0,-18 0-2,18-2 3,-18 2 2,20-2-3,-20 2 4,19-1-1,-19 1-3,18-2-4,-18 2 4,21 0-3,-9 0 5,-12 0-1,19-2 2,-6 0-4,-13 2 2,21-2 0,-9 0-4,-12 2 4,19 2-5,-7-2 2,-12 0 3,21-2 5,-21 2-5,18 0-2,-18 0 2,21 0 0,-8-1 0,-13 1-1,20 1-2,-20-1 1,17 0 1,-17 0 0,18 2-3,-18-2 1,17-2 0,-17 2 3,14 0 0,-14 0-2,15-1 2,-15 1-2,16 0 1,-16 0 0,13 1 0,-13-1-5,17 2 10,-17-2-2,14 0-7,-14 0 5,18 2 1,-18-2-3,15 2 3,-15-2-5,15 4 1,-15-4 4,14 3-4,-14-3 1,15 2 2,-5-2 0,-10 0-1,21 2-1,-10-2 2,-11 0 0,23-2 3,-10 2-5,-13 0 1,23 0-1,-7 0 2,-16 0-3,21 2 4,-8-6-2,-13 4 1,23 2 0,-10 0-2,-13-2 3,18 0 0,-10 2-3,4 1 1,-12-3 1,18 2 1,-18-2-1,19 0 0,-7 0 0,-12 0 2,19 2-1,-6-6 0,0 6-4,-13-2-1,25-2 5,-12 4-1,0-2-1,-13 0 2,22-2 1,-22 2-1,22 2-5,-9-4 3,-13 2-4,22 0 2,-12 0 3,-10 0-3,20 0 3,-20 0-2,16 0 2,-16 0 0,18 4-3,-18-4 3,11 3 0,-11-3-2,13 2 3,-13-2 0,13 1-2,-13-1 1,15 4 0,-15-4 1,18 0 0,-18 0-2,18 2 1,-18-2 1,16 2-2,-16-2 0,17 3 0,-8-1 0,-9-2 0,17 0 0,-17 0 1,14 2 0,-14-2-2,0 0 1,20 2-1,-20-2 2,8 5-5,-8-5 4,0 0 0,16 2 0,-16-2-1,8 5 7,-8-5-6,0 0 3,15 2 0,-15-2-4,15 0-3,-15 0 6,18 0-3,-18 0 4,16-2-1,-16 2-2,16 0-1,-16 0 3,15-5-3,-15 5 2,13 0 0,-13 0-1,0 0 1,0 0 1,0 0-4,15-3 5,-15 3 1,0 0-2,0 0 7,0 0-8,0 0-1,0 0 4,0 0-3,9-4 6,-9 4-6,0 0 1,0 0-1,0 0-3,0 0 2,0 0 0,0 0-3,0 0 5,0 0-4,0 0 2,0 0-3,0 0 0,0 0 3,0 0-2,0 0 1,0 0-1,0 0-1,0 0-3,0 0-10,0 0-13,0 0-17,0 0-15,0 0-29,0 0-35,-39-2-167,39 2-315,-14-2 140</inkml:trace>
  <inkml:trace contextRef="#ctx0" brushRef="#br0" timeOffset="1758">774 337 24,'0'0'103,"0"0"-6,0 0-7,0 0-15,5-10-10,-5 10-4,0 0-2,11-4-8,-11 4-5,0 0-4,16-1-8,-16 1-4,0 0 3,0 0-3,15 5-6,-15-5-2,5 10 9,-5-10 7,0 0-12,1 15 3,-1-15-4,0 13 1,0-13-5,-3 15 1,3-15-1,-5 19 5,4-9-10,-3 1 1,1-1-4,3-10 9,-6 18-20,1-8 7,0-3 0,5-7 2,-12 18-3,8-11 2,4-7-6,-10 11 5,10-11-6,-8 10 10,8-10-7,-5 7 4,5-7-2,-8 8-3,8-8-2,0 0 2,0 0-2,-13 5 5,13-5-7,0 0 4,0 0-5,0 0 3,0 0-4,0 0 2,0 0 1,0 0 1,0 0-2,0 0-1,0 0-3,0 0 0,0 0 3,0 0 2,0 0-2,0 0 1,21-24-1,-8 16 0,-3 3-5,1-1 2,-1 1 3,3-5 2,1-1-6,-1 3 8,2-2-4,-2 3 0,-1-2-1,-3 1 6,1 0-6,-2 1 2,0 1 1,-1-4-3,4 1 0,-3 2 6,-4-2-7,-4 9 8,11-14-7,-8 7-1,-3 7 6,10-10 5,-10 10-11,10-10 6,-10 10-3,8-5-2,-8 5 2,0 0-3,7-7 1,-7 7 1,0 0 1,0 0-7,0 0-1,0 0 2,0 0-1,0 0 6,0 0 1,0 0 18,0 0-26,0 0 5,0 0-2,0 0 0,0 0 2,0 0 0,0 0-5,0 0 4,0 0 0,0 0-1,0 0 0,0 0 6,-28 16-4,28-16-1,0 0 4,0 0-1,0 0 6,0 0-5,-8 10 1,8-10-2,0 0 6,-7 7-3,7-7 3,0 0-3,-8 8 6,8-8-2,0 0 9,-10 15 14,4-7 1,6-8 2,-13 14-7,8-5-4,0-4 3,5-5-2,-6 15-7,1-5 7,5-10 1,-4 14 1,4-14-3,2 18 3,-2-18-7,10 13 6,1-8-3,-1 2 0,9-6-2,11 3 0,1 0 2,16-2-6,-11-2-37,8 1-26,-3-2-51,-7-1-185,-7 0-306,-5-2 135</inkml:trace>
  <inkml:trace contextRef="#ctx0" brushRef="#br0" timeOffset="3093">2088 191 44,'0'0'99,"0"0"-3,0 0 2,-3 19-13,3-19-3,0 0-2,8 21-8,-8-21-8,8 11-5,-1-3-3,-1-2-5,-6-6-8,12 12 2,-6-5 2,2-4-12,2 3-2,-10-6-5,17 7 3,-4-3-5,-13-4-8,17 5-2,-3-2 2,-14-3 5,19 2-3,-19-2-3,15 0-2,-15 0-10,16-2 9,-16 2-6,0 0-5,15-6 2,-15 6 2,9-8-2,-2 3-2,-7 5 0,8-14 0,-1 7 1,1 0 1,2-1-6,-4 0 3,4 3-4,-2-3 2,3 1 0,4-1 0,-7 0-2,5 1 1,-1 1 4,-1 1-5,0-1-1,2 2 2,-1 0-1,4-1 1,-1-1-5,-1 3 7,1-2-4,1 3 9,-3 2-4,4-2 4,-17 2 1,24-1-6,-12 1 0,-12 0 5,24 1-4,-14 1 1,-10-2-3,16 7-1,-9-4 1,-7-3 1,11 8-2,-11-8 2,7 9-2,-7-9 5,3 10-3,-3-10 1,-2 13 3,2-13-5,0 0 3,-1 15-3,1-15-3,0 0 5,-10 13-1,10-13-1,0 0 2,-3 9 5,3-9-3,0 0-2,0 0 6,0 0-3,0 0 2,-14 4-8,14-4 3,0 0 3,0 0-1,0 0-9,0 0 4,0 0-1,0 0 2,0 0 10,-4-26-10,4 26 6,0 0-5,0 0 3,9-15-3,-9 15 0,12-10-4,-6 5 9,2-1-12,-8 6 4,15-8 4,-5 5-2,-10 3-1,18-6 2,-5 4-4,-3-1 2,-10 3-2,19-2 5,-19 2-1,20 0 1,-9 0-8,-11 0 8,21 3-3,-13-1 1,4 2-1,-12-4 6,16 9-5,-8-5 0,4 1 0,-3 0 0,-9-5 2,15 5-1,-7-1-3,4 0 4,-12-4-2,14 3 5,-6 1-2,-8-4 3,13 4-1,-13-4 4,0 0-4,15-2-3,-15 2 2,13-9-1,-8 3 7,-5 6 5,11-17-9,-7 6 6,1 2 15,-4-5-16,6 1 2,-2-4-3,-2 2 0,2 1 2,1 1-4,-2 0 2,0 4 4,-2-5-2,-2 14 5,7-13-4,-7 13-3,4-11-1,-4 11-7,2-10 2,-2 10 1,0 0-1,0 0 1,0 0-4,0 0-10,0 0-13,0 0-30,0 0-35,0 0-175,0 0-282,25 17 125</inkml:trace>
  <inkml:trace contextRef="#ctx0" brushRef="#br0" timeOffset="4201">2865 666 92,'0'0'120,"0"0"-14,0 0 3,0 0-10,0-16-3,0 16-11,0 0 0,0 0-11,0 0-7,0 0-12,0 0-4,0 0-3,-19-5-7,19 5-18,0 0 17,-26 9 2,16-4 6,-3 0-15,5 2 3,0-1-1,-4 1-1,4 1 7,-2 0-9,4-1 2,-6 3-12,6-2 6,-1 1-3,3 0-6,-3 1 7,2-1-1,5-9-4,-3 21-2,0-12 1,3-9-1,3 18-4,-3-18-5,8 11-3,-8-11 1,15 9 1,-7-9-3,-8 0 3,19 6 1,-19-6-3,17-2 5,-17 2-5,22-6-3,-12 2 0,2 3-1,-4-7-3,0 3-9,-8 5 8,19-18 2,-9 7-10,2-1 1,-3 0-9,0 1 4,2-3-7,-1-1-4,1-2-11,-1-2-16,3-2 11,0-2 1,-3 1 1,3-1 14,-5 6-9,-2-2 1,1 3-1,-1-2 10,-1 3 3,-1 4 5,-3 0-1,-1 11 9,7-18 13,-6 11 1,-1 7 2,0 0-4,0-19-2,0 19 9,0 0-7,0 0 6,-16-4 2,16 4 1,0 0 5,-26 15-8,18-4 5,-2 0 12,2 3-3,0 1 4,-4 2 1,4-2-1,2 2-4,1 3 0,0-4-3,0 0 5,0 2-2,4-1-4,-1 1-4,0 0 3,-1 1-3,3-2-2,0 0 2,0-2-2,3 0-3,-1-2-1,0-1 1,-2-12 0,4 18-1,-4-9 0,0-9-7,2 13-10,-2-13-15,2 11-8,-2-11-13,0 0-13,3 13-10,-3-13-10,0 0-16,0 0-33,0 0-116,0 0-260,0 0 115</inkml:trace>
  <inkml:trace contextRef="#ctx0" brushRef="#br0" timeOffset="4896">3261 335 67,'0'0'108,"0"0"1,0 0 4,-13 22-4,13-22-11,-3 10-7,3-10-4,-3 11 6,3-11 0,-5 16 1,5-16-8,-5 15 0,3-6 7,2-9-9,-6 19-4,-1-5 4,-1-2 0,3-2-8,-3 3-4,3-2-6,2 3 6,-5 1-5,1-1-7,-1-2-5,2 1-6,1-1 0,1-3-5,0 3 0,-1-3-11,5-9-1,-4 19-1,3-9-3,1-10-4,0 14 0,0-14-3,-5 12-4,5-12 2,0 0-5,2 15-1,-2-15 3,0 0-3,4 12 1,-4-12 0,13 3-2,-13-3 0,15 0 0,-15 0-2,18 0 1,-5-1-2,-13 1-1,23-2-1,-10-3 2,3 5-5,2-3 1,-3 1-4,1-2 2,4 4 2,-4-4 0,2 3-2,1-1-2,1-2 2,-5 2-1,-4 0 2,2 1-2,0-1-2,-13 2 5,20 0-5,-20 0-1,14 0-1,-14 0 2,12 2-1,-12-2-1,0 0 2,0 0-2,14-5 4,-14 5-3,0 0 3,0 0 0,0 0-2,0 0 3,0 0 0,0 0 1,0 0 2,13 5-3,-13-5 2,0 0-4,0 0 4,0 0-36,0 0-39,0 0-56,0 0-94,0 0-171,0 0-421,0 0 187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08:45.55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11 90 53,'0'0'82,"0"0"-6,0 0-8,0 0-6,0 0-6,0 0 1,0 0-17,0 0 17,0 0-14,0 0 4,0 0-4,0 0 2,0 0-9,0 0-6,0 0 7,0 0 0,0 0-10,0 0-4,0 0-9,0 0 13,0 0-12,0 0 4,0 0-1,0 0 4,0 0-8,0 0 0,0 0-5,0 0 8,0 0-3,11-4-4,-11 4-2,0 0-5,0 0-3,0 0 4,0 0-9,0 0 11,23 6 0,-23-6 7,10 6 0,-10-6-4,11 4 6,-11-4-9,17 2 8,-17-2-2,19 0-7,-9 1 6,-10-1 4,26 0-2,-10-1-1,1 2 2,4-2 3,7-1 0,-7 2-1,6-4 2,3-1-1,1 2 5,4 1-2,0-2 6,-3-2 2,16 2-7,-3 3 8,-1-2-2,3-4-2,-6 3 1,6 1-8,-14 1 3,1 0-5,0 1 3,-4-4-7,-1 5 2,0 0-1,-8 0 2,-3 0-6,2 0-2,1 0-1,-6 0-1,-1 0 1,-1 2-3,-13-2 0,18 3-1,-6 0 2,-12-3 2,16 0 4,-16 0-4,15 0-3,-15 0 0,14 2-2,-14-2 3,12 2-1,-12-2 2,0 0-3,0 0 0,16 1 2,-16-1 3,0 0-10,0 0 5,0 0 1,0 0-2,0 0-1,10 2 0,-10-2-5,0 0-9,0 0-15,0 0-15,0 0-22,0 0-11,0 0-21,0 0-26,0 0-105,0 0-247,0 0 110</inkml:trace>
  <inkml:trace contextRef="#ctx0" brushRef="#br0" timeOffset="1033">461 0 40,'0'0'91,"0"0"-9,0 0-1,0 0-7,0 0-6,0 0-7,0 0 0,0 0 0,0 0-14,0 0-7,0 0 0,0 0-4,0 0-1,0 0-5,0 0 5,0 0-3,0 0 7,0 0-12,0 0 1,0 0-5,0 0-2,0 0-6,0 0-1,0 0 0,0 0-1,0 0-4,0 0 2,0 0-6,0 0 11,0 0-8,-39 7 2,39-7-3,-17 7 5,11-2-3,6-5 0,-18 3-1,8 0 7,10-3-3,-21 5-4,11 1 0,-1-1 4,-6 2-12,-1-3 6,2 3 4,-2-3-2,-1 4 7,2-1-6,-4 3-1,7-3 2,-4 2-3,1-3 4,3 1-5,-1 2 6,0-3-8,4 0 4,1-2-4,2 2 8,8-6-10,-15 10 6,7-8-4,8-2 0,-11 8-2,11-8 0,-10 5 5,10-5 0,0 0 7,-15 5 1,15-5 1,0 0 3,0 0-5,-8 4 3,8-4-1,0 0-3,0 0-3,0 0 6,0 0-7,0 0-5,0 0 4,0 0-2,0 0-1,0 0-3,0 0 3,-14 1-6,14-1 3,0 0 2,0 0-3,0 0-2,0 0 7,0 0-1,0 0-4,0 0 0,0 0 0,0 0 3,0 0-5,0 0-2,0 0 1,0 0 0,0 0 0,0 0 0,0 0-1,0 0 3,0 0 0,0 0 4,32 9 4,-32-9 0,18-2 2,-18 2 5,26 0 1,-6 0-3,7 2 3,3-2 7,-1-4 2,4 2-6,2 2 0,14-3-2,-5 3-2,0 3 2,-11-3-6,-2 7 2,-3-7-3,-7 4 10,-3 3-13,1-3-1,-4 5 4,-2-6-17,-5 1-20,0 1-11,-8-5-13,8 13-18,-6-4-20,-2-9-33,0 0-134,-16 20-275,7-12 122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07T08:36:25.21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240 296 19,'0'0'107,"0"0"-17,0 0-7,0 0-5,0 0 1,0 0-8,0 0 1,0 0-14,0 0 4,0 0-4,0 0-10,0 0-3,0 0 8,0 0-5,0 0 9,0 0 4,0 0-7,0 0 11,0 0-4,0 0-4,0 0-9,0 0-7,0 0-1,0 0 3,0 0 2,0 0-5,6-7 1,-6 7-2,0 0 0,0 0-1,0 0-7,0 0-1,7-10-2,-7 10-2,0 0-1,0 0 0,0 0-2,0 0-5,0 0-4,0 0 1,0 0-4,0 0-2,0 0 3,0 0-5,6-7-2,-6 7 2,0 0-9,0 0 12,0 0-2,0 0-1,0 0-1,0 0-3,0 0 2,0 0-3,0 0 0,0 0 3,0 0-2,0 0 0,0 0-1,0 0 1,0 0-3,0 0 6,0 0-9,0 0 8,0 0-4,0 0 0,0 0 3,0 0-4,0 0 5,0 0-9,0 0 4,0 0-4,0 0 4,0 0 0,0 0-12,0 0 11,0 0 9,0 0 14,0 0 9,0 0-2,-21 32 2,13-21 8,-2 2 0,0 2-1,-1-1-5,1 2-1,1 2 1,-5-1 1,5-2-1,-4 0-2,0 0-5,5 1-3,-2 0-2,-2 0-4,3-4 4,0 2-1,1-1-2,-3 1 0,4-1 0,-1-4-3,2-1-4,-1-1 1,7-7-1,-10 13-6,6-7 7,4-6-7,-9 8 4,9-8-2,-6 7-5,6-7 8,0 0-4,0 0 2,-7 7-1,7-7 4,0 0 4,0 0 8,0 0 2,0 0 4,0 0-6,0 0-6,0 0 0,0 0-3,0 0-1,13-37-4,-1 23 2,-2 0-1,3-4-8,3-4 2,3-1-6,3-2-4,-4-1-3,4-10-6,3 0-5,-2-2-8,-2 2-3,0 1 4,2-3 0,-5 1 2,-4 9 3,1 2 3,-2 2 1,0 1 3,-5 5 1,-1 2 0,-1 2 5,-3 5 5,2 2 1,-5 7 3,8-14 0,-8 14-4,5-11-1,-5 11 0,7-7-1,-7 7 1,0 0 9,0 0 1,0 0 2,0 0 4,0 0 2,-5 37-1,5-37-5,-5 23 1,2-14 0,-2 7 5,2-2 5,-1 0 6,3 1-2,-1-1-3,1 0-1,1 2-2,0 0 2,-4 2 17,4 0 2,0 1 4,-1-1-1,1-2-7,0 0-6,0 2 4,0 1-1,0 0 13,1 0 0,3-2-5,-3 1 0,1 0 0,3-1 0,-4 0-7,4 0 4,-2 0-3,2 0-1,-1-4-2,2 2-2,1-2-5,-2-3 2,-4 0-5,2 0 0,2 1-1,-5-11-7,7 16 4,-4-9-1,-3-7-7,3 12 2,-3-12-2,7 9 2,-7-9-1,3 8 2,-3-8 9,0 0-13,0 0-2,0 0-2,7 10 11,-7-10 0,0 0-5,0 0-6,0 0 8,0 0 4,0 0 1,0 0-3,0 0-6,0 0 0,0 0-4,0 0-9,0 0-14,0 0-15,0 0-14,0 0-27,8-27-22,-8 27-28,0 0-28,5-15-50,-5 15-56,1-13-225,-1 13-526,0-16 233</inkml:trace>
  <inkml:trace contextRef="#ctx0" brushRef="#br0" timeOffset="1077">160 460 156,'0'0'190,"-5"-9"-11,5 9-11,0 0-16,0 0-18,0 0-14,0 0-3,0 0-10,0 0-1,20-7-5,-20 7-6,18-4-1,-9 2-8,-9 2 1,23 0-9,-10-4-4,0 4-4,2-4-3,4 2-7,-2-1-12,1-1 0,0 2-6,-1-2-2,-2 4-4,-2-1-5,-13 1-25,23 0-27,-23 0-29,18-2-24,-18 2-38,11 2-34,-11-2-203,0 0-376,0 0 166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07T08:36:26.68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 13 79,'0'0'171,"0"0"-10,0 0-6,0 0-9,0 0-11,0 0-7,0 0-17,0 0-4,0 0-8,0 0-6,0 0 0,0 0-5,0 0 3,0 0-3,0 0-3,0 0-4,0 0-3,0 0-6,42-4-5,-29 2-7,2-1-4,-4 1-8,7 2-5,-5-2-2,3 2-7,-16 0-2,23 0-4,-23 0-2,20 0-4,-10 0-4,-10 0 2,14 2-7,-14-2-17,13 0-13,-13 0-19,0 0-12,15 5-33,-15-5-18,0 0-2,10 4-31,-10-4-64,0 0-114,0 0-334,0 0 148</inkml:trace>
  <inkml:trace contextRef="#ctx0" brushRef="#br0" timeOffset="319">0 176 191,'24'-4'204,"-14"2"-9,10-2-11,-3-2-12,3 3-12,-2-3-13,3 2-15,4 1-13,-1-1-8,-1-1-14,-4 5-9,2 0-11,-3-1-9,-3 2-25,-15-1-24,24 0-18,-14 3-18,-10-3-20,17 4-21,-17-4-22,13 0-40,-13 0-45,0 0-91,0 0-276,11 4 122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07T08:36:27.66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32 272 33,'0'0'158,"0"0"-17,0 0-4,-14 0-20,14 0 11,0 0-9,0 0-4,0 0-4,0 0-5,0 0-10,0 0-5,0 0-7,0 0-4,0 0-6,0 0-3,0 0-7,0 0-9,-7-14-7,7 14 3,0 0 0,0 0-8,0 0 0,0 0-4,10-21-7,-10 21 0,13-9-3,-7 3 0,-6 6-5,22-10 2,-13 5-9,3-1 6,4 1 0,-6 3-6,4-3 1,-2 3-6,3-1 9,-2-1-5,-2 2 3,-11 2-5,21-4-2,-8 6-2,-13-2 0,16 4-5,-7 1 2,-9-5 0,11 12-2,-6-4 3,-5-8-2,3 17 0,-3-17 0,-3 18-2,3-18 3,-10 23 0,2-10-2,0-1 0,-2 1 0,-5-1-6,2-1 6,-1 0-5,1-1 0,0-3 5,1 2-2,1 0-4,3-4 4,-2 2-3,10-7 2,-13 8-3,5-5 1,8-3-1,0 0 1,-13 9 0,13-9-3,0 0 1,-7 7 1,7-7-1,0 0 0,0 0-2,0 0 2,0 0 3,30 5 0,-30-5-1,19 2 7,-8 2-3,1-2-1,1 4 3,-3-2 9,4 1-4,-2 1 1,-1-1 1,2 3 1,-5 0-1,4-1-2,-4 1-1,2 2 0,-4-3-3,1-2 2,-7-5-4,5 20 6,-4-13-3,-1-7 1,-5 19 1,-3-11-3,-2-1-2,-1 0-1,1 3 1,-8-2 2,4 1-4,-3 1 1,-2-7-1,4 5 3,-1-3-4,1-1 6,-1 0-8,1-3 3,2 2 0,13-3 0,-19 4 0,19-4 2,-17 2-2,17-2 1,-13 0 1,13 0-5,0 0-4,0 0-6,-14 3-10,14-3-3,0 0-8,0 0-8,0 0-8,0 0-21,0 0-16,0 0-19,0 0-20,0 0-38,0 0-186,0 0-376,0 0 167</inkml:trace>
  <inkml:trace contextRef="#ctx0" brushRef="#br0" timeOffset="763">819 306 30,'0'0'153,"0"0"-12,0-14-5,0 14-7,0 0-10,0 0-8,0 0-10,-5-18-6,5 18-18,0 0 5,0 0-8,-11-5-4,11 5-8,0 0-1,-15 0 1,15 0 3,0 0-3,-28 5 0,19 2 1,-3-4-3,2 3-1,-3-1-4,-1 5-4,-1 0-3,0-1-3,2 4 2,4-2-6,1 0-2,-4 1-1,4-1-4,0 4-5,1-1-2,4 0-2,-2 2 1,4-5-4,1-11-2,-4 21 0,4-12-1,0-9-3,10 19-2,-5-9 3,0-4-5,1 1 3,2-1-2,-8-6 0,17 5-4,-6-3 1,-1 0 0,-10-2-1,19 2-3,-19-2-7,18-4-4,-8 0-2,-10 4-9,12-7-4,-6 2 6,-6 5 1,12-12 2,-6 4-2,-6 8 1,8-14 3,-5 6 1,2-3 2,-5 11-3,7-18 4,-7 18 0,3-15 0,-3 15-1,3-11 2,-3 11-2,5-11 1,-5 11-8,0 0 8,10-11-2,-10 11 2,0 0-6,8-5 3,-8 5 4,0 0 1,0 0-3,0 0 0,25 12 4,-19-7 0,-6-5-5,8 14 10,-1-8 2,-7-6 5,8 14 0,-2-4-1,-1-2 5,2-1-1,-7-7-6,10 16 4,-4-9-2,2-2 2,0 1-3,-8-6 0,15 10-1,-5-6 1,-10-4-6,16 3-9,-8-1-17,-8-2-12,15 0-11,-15 0-17,15-4-25,-15 4-32,16-8-55,-10 3-144,1-4-345,-2-1 152</inkml:trace>
  <inkml:trace contextRef="#ctx0" brushRef="#br0" timeOffset="1345">1300 0 122,'0'0'176,"0"0"-18,0 0-13,0 0-12,0 0-15,0 0 5,0 0-5,0 0-12,0 0-3,0 0 0,0 40-3,-7-25 2,2 5-7,-3 2-1,2 2-3,-1-1-5,1-2-5,2 3-10,-2 1 0,-1 1-7,1 1 0,2-2-7,0-1-2,-1-3-6,3-4-6,-1 2-7,0-2-1,1 0-5,-3-6 1,3 3-5,1-3-2,1-11-3,-3 17 0,3-17-2,-2 13-3,2-13 0,-2 9-2,2-9 3,0 0 4,0 0-4,0 0-1,0 0-3,0 0-3,0 0-3,0 0 3,0 0-1,0 0-1,15-36-2,-9 25-7,3-2-8,-1 0 1,0-1 0,0 1 3,3-2-3,-2 2 1,-1 0 2,3 1-2,-1 3 2,1 0-1,-3 3-2,4-2 3,1 3-4,-2 1 4,-11 4-1,18-5 6,-6 3-3,-12 2 2,21 0-1,-13 3 1,2 1 2,-10-4 2,14 9 0,-5-3 5,0 2-4,-4 1 2,2-2 1,-1 1-1,-1 0-2,-3 3 2,-2-11-4,5 19 3,-5-10 0,0-9-1,-7 18 1,2-9 0,-3-4 1,0 3-1,-3 0-2,-4-1 6,3 1-4,-5-3-4,0 1-20,3 0-19,-3-2-32,-1-2-29,2-1-43,3-1-47,-5-1-209,3-3-432,2 2 192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07T08:36:30.50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33 144 81,'0'0'142,"0"0"-10,0 0-4,0 0-11,0 0-6,0 0-9,0 0-6,0 0-9,0 0-4,0 0-8,0 0-2,0 0 1,0 0-4,0 0 1,0 0-4,-20-4-1,20 4-8,0 0-2,0 0-3,0 0-2,0 0 0,0 0-3,0 0-2,0 0 3,0 0 3,0 0-5,0 0 0,0 0 1,0 0-3,0 0-2,0 0-1,0 0-5,0 0-1,0 0-4,-13-4-1,13 4-3,0 0-2,0 0-4,0 0 1,0 0-2,0 0 0,0 0-3,0 0 0,49-4-1,-38 2 1,6 0-1,2 0-2,7-1 0,2 1 1,1-2 4,5 1-1,12-4 1,1 4 2,2-5-1,2 3 1,-1 1-2,4-1 0,0 0 0,-2-2 0,3 1-1,2 3 1,-3-3-6,1 1 2,-3 0-2,-3-1-2,-1 1-2,-1 3 2,-16-3 0,3 3-3,-3-2 1,-8 1-2,-4 2-1,1 1-3,-4 0-2,-6-2 3,-10 2 0,21 0-1,-21 0-3,15-2 5,-15 2-1,0 0-2,18 0-2,-18 0 1,0 0-1,0 0 2,0 0 1,0 0-3,14 0 1,-14 0 2,0 0-1,0 0-6,0 0 6,0 0 0,10-4-1,-10 4 1,0 0-8,0 0-17,0 0-16,0 0-23,0 0-37,0 0-38,0 0-44,0 0-80,0 0-133,-34-9-424,34 9 187</inkml:trace>
  <inkml:trace contextRef="#ctx0" brushRef="#br0" timeOffset="659">551 253 60,'0'0'201,"0"0"-9,0 0-6,0 0-6,0 0-9,0-13-13,0 13-12,0 0-10,0 0-12,0 0-6,0 0-11,0 0-4,0 0-12,0 0-12,0 0-7,0 0-8,0 0 5,0 0 1,0 0 3,0 0-4,0 0 5,4 32 1,-4-16 3,-1-2-4,-2 4 0,-1 2-7,4 3-6,-6 1 3,1 1-1,2-2-6,-2-3-3,-2-1-6,4 1-7,1-2 2,-4 1-7,3 0-3,1-4-1,-3 1-7,3-2 4,1-3-6,-1 1-4,2-12-3,-3 15 1,3-15-3,-3 12 5,3-12-5,0 0 2,0 0 0,0 16-6,0-16 3,0 0-3,0 0 4,0 0-4,11 2 2,-11-2-2,25-5-1,-9-1-2,3 1-3,3 1 5,4-2-9,1 0 5,3 1-5,-3-1 11,-6 2-9,1 1 0,0 3 6,-4-2-10,2-1 1,-4 1 3,-3 1-10,-13 1-14,20 0-11,-20 0-2,14 1-10,-14-1-8,0 0-9,14 7-17,-14-7-17,0 0-13,0 0-24,0 0-30,0 0-31,-27 18-39,27-18-188,-21 4-454,21-4 201</inkml:trace>
  <inkml:trace contextRef="#ctx0" brushRef="#br0" timeOffset="1137">814 514 126,'0'0'228,"0"0"-12,0 0-18,0 0-15,0 0-20,0 0-11,0 0-17,0 0 7,0 0 12,0 0 3,-13 28-15,9-12-10,0-2-2,-1 4-11,-1-2 6,3 5-4,-4 4-5,1 4-6,-3-3 0,3 4-11,-2 1-10,3-1-8,2 9-7,-1-12-11,3 1-1,1 2-4,0-5-8,1 0-6,3 0-2,-3-11-4,1 2-23,-2-2-16,3-2-22,-3 3-18,0-15-29,2 21-40,-4-12-40,2-9-59,0 14-61,0-14-197,-10 11-506,10-11 225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07T08:38:22.58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96 133 61,'0'0'121,"0"0"-6,0 0-15,-7-10-2,7 10-3,0 0-4,0 0 5,0 0-18,0 0-1,0 0-8,0 0-6,0 0 2,-8-7-4,8 7-9,0 0-11,0 0 5,0 0-14,0 0 8,0 0-11,0 0-2,0 0-5,0 0-4,0 0 3,0 0-4,0 0 2,0 0-1,0 0-11,0 0 11,0 0-3,0 0 0,0 0 11,0 0 4,34 13-3,-19-11 3,3 0-5,3-2-3,8 4 1,2-4-3,-1 2-1,14 0 1,-10-2-3,15-2 2,-2-2-1,3 2 1,3-2 4,-6 4-1,2-6 3,-2 2-1,0 1-5,-6 1-2,1-3 2,-9-2-3,-2 3 5,-4-1-9,-5 1 3,-3 2-5,1 1-1,-4-1 2,-1-2-1,-2 2-1,-13 2-2,16-2-4,-6-2 1,-10 4-9,0 0-7,14-2-7,-14 2-14,0 0-13,0 0-10,0 0-15,0 0-25,0 0-19,0 0-37,0 0-118,0 0-291,0 0 130</inkml:trace>
  <inkml:trace contextRef="#ctx0" brushRef="#br0" timeOffset="664">474 0 113,'0'0'120,"0"0"3,0 0-18,0 0-2,0 0-11,0 0-5,0 0-14,0 0 0,0 0-8,0 0-8,0 0-6,0 0-1,0 0-9,0 0-1,0 0 0,0 0-10,0 0 1,0 0-4,0 0-2,0 0-1,0 0-6,0 0 4,0 0 19,0 0-19,0 0-6,0 0-1,0 0 4,0 0-5,0 0 0,0 0 0,0 0-4,0 0 5,0 0-3,0 0 4,0 0 0,0 0-6,-38 20 2,25-17-2,2 4 4,-1-3 0,-6 4-5,2 0 4,0-3-3,-4 5 4,4-3-4,-10 1 0,8-1 2,-3 1-8,-7 1 4,9-1-1,1 1-1,0-1-4,0 0 5,3-2-1,1-2-3,1-1 1,3 0 2,10-3-3,-20 8 0,14-4 1,6-4-3,-15 4 7,15-4-4,0 0-2,-10 4 0,10-4 7,0 0-7,0 0 3,0 0-3,0 0 6,-13 4-8,13-4 2,0 0 1,0 0 0,0 0 0,0 0 2,0 0-5,0 0-1,0 0 0,0 0 7,-13 2-4,13-2 1,0 0-6,0 0 6,0 0-6,0 0 1,0 0-1,0 0 5,0 0-4,0 0 9,0 0-7,0 0-5,0 0 5,0 0 0,0 0-2,0 0 7,0 0-3,0 0 1,0 0-5,0 0 3,0 0 0,0 0 1,0 0-2,0 0 4,0 0-4,0 0 0,0 0-2,0 0 2,0 0-1,0 0 3,0 0-1,0 0 6,0 0 3,0 0 4,-19-6 5,19 6-1,0 0 2,0 0 4,0 0 5,0 0-8,0 0 3,0 0 0,0 0 0,0 0-2,0 0-1,0 0-3,0 0 0,0 0-2,0 0-3,0 0 3,0 0 1,0 0 5,0 0 2,0 0 1,42 6 3,-22-3 0,7 2 4,3-3 4,2 8-2,10-4 2,6-1-5,-4 1-1,0-1-4,-2 3-2,-9-2 0,1 3-2,-5-3-4,2 5-4,-3-3-16,0-3-31,-11 4-40,3-2-43,-4-3-67,-4 1-207,-4 0-421,-8-5 188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10:48.10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31 0 8,'0'0'90,"0"0"-6,0 0-2,0 0-1,0 0-8,0 0-6,0 0-9,0 0 1,0 0-3,0 0-3,0 0-13,0 0-3,0 0 2,0 0-5,0 0-3,0 0-2,0 0 1,0 0 9,0 0-2,0 0 3,-12 21-3,12-21 3,-5 10-3,5-10-8,-4 13-1,4-13 0,-7 13 1,7-13 3,-2 16 2,2-16-5,-1 11 0,1-11-4,0 0-2,3 19-6,-1-12 4,-2-7-19,0 0 15,9 13 3,-9-13-2,9 8-5,-9-8-1,8 6 7,-8-6-12,14 2 2,-14-2-1,0 0 3,22-4 1,-22 4-10,14-4-11,-6-2 13,-8 6 4,15-7-3,-7 1 1,-8 6-7,13-13 5,-6 5 2,-1 1-6,1-1 1,-7 8 8,8-13-5,-8 13 4,6-11-4,-6 11-2,9-11 3,-9 11-7,9-10-1,-9 10 1,9-4 4,-9 4-4,0 0 1,11-6 1,-11 6-2,0 0-4,0 0 11,15 0-8,-15 0 1,0 0 3,16 6-4,-16-6 1,15 7 6,-15-7-2,13 7-1,-5-4-2,-8-3 1,14 8 3,-7-7-3,-7-1-1,16 4 4,-6-2-5,0 2 2,-10-4 0,19 1 1,-9 1-4,-10-2 5,16 0-2,-16 0 3,18 5-7,-10-3 7,-8-2-1,0 0-3,17 0-1,-17 0 1,0 0 3,13 3-4,-13-3 1,0 0 4,0 0-6,13 2 5,-13-2-11,0 0 8,0 0-1,0 0 5,18-5-8,-18 5 9,0 0 0,14-4-2,-14 4-4,12-3 4,-12 3 3,11-2-3,-11 2-2,18-3 0,-10-1-4,-8 4 4,20-4 2,-12 1-7,-8 3 9,16-4-1,-16 4-1,13-4-2,-13 4-5,13-1 5,-13 1 4,0 0-4,12-3-5,-12 3 2,0 0 3,0 0 0,13-2 0,-13 2 2,0 0-3,0 0 1,0 0 5,0 0-8,0 0 6,9-4-1,-9 4-1,0 0 2,0 0-3,0 0 4,0 0-3,0 0 6,0 0-8,5-11-4,-5 11-10,0 0-16,0 0-10,0 0-12,0 0-29,5-11-46,-5 11-100,0 0-246,0 0 108</inkml:trace>
  <inkml:trace contextRef="#ctx0" brushRef="#br0" timeOffset="1003">813 414 79,'0'0'98,"-15"-3"-9,15 3 6,0 0-3,0 0-11,-21 5-6,21-5-6,-15 6 1,7-2-9,8-4-4,-18 11 6,7-5-10,-2 4 18,-4-1-9,3 0-4,1-2-5,1 5-4,1-1-10,1 1-2,2-3 5,1 0-8,4 2-7,3-11-4,-6 14 0,4-5-2,2-9-8,0 16 3,0-16 1,3 13-4,-3-13 2,12 10 1,-6-5-5,-6-5-2,17 6-12,-9-4 8,-8-2 0,16 0-3,-16 0 5,18-4 3,-10-1-14,-8 5-4,15-12 0,-6 4 1,1 1 2,-2-5 0,2 1-13,-2-2 11,4-4-7,-2 2-1,1 0 0,-3-3-5,0 2-3,2-7-6,0 4-2,-5 2 2,4-2 5,-4 2 0,5-2-7,-5 5 14,5-4 6,-2 5-4,-2 0-6,1 3 4,1 0 5,-5 1-2,4 0 4,-1 2 4,-6 7-2,8-12 2,-8 12 1,7-11 4,-7 11-11,7-6 6,-7 6 1,0 0 5,0 0-4,0 0-3,0 0 4,0 0 4,0 0 6,0 0 0,0 0 13,-2 30-8,2-30 5,-13 21 3,6-8 1,-1 4 6,-3 0 10,3-2-2,0 2-3,-1 1 0,1-2-10,2 2 5,-1 0-4,1-1-2,2 1 1,1-4-3,0 2-4,0-5 1,3 0-5,0-11 1,3 21 2,-1-14 0,-2-7-3,4 16-4,-4-16 2,2 13 0,-2-13-4,2 10 1,-2-10-10,5 7-12,-5-7-14,0 0-7,0 0-13,0 0-28,3 9-21,-3-9-131,0 0-249,0 0 111</inkml:trace>
  <inkml:trace contextRef="#ctx0" brushRef="#br0" timeOffset="1640">1112 345 64,'0'0'141,"-8"16"0,5-6-10,-3-1-6,-1 7-14,2-3-11,-1 2-7,-1 2-11,2-2-9,-1 2-1,-1-2-6,1 2-9,-1-3-7,4-2-3,-4 4-4,2-7-2,2 2-1,-2-1-11,5-10-4,-5 17 3,4-9-9,1-8 1,0 0 2,-3 15-5,3-15-1,0 0-1,-5 9 1,5-9 0,0 0-2,0 0-5,0 0 2,0 0 0,0 0-2,0 0-1,0 0 3,0 0-13,9-32 3,-9 32-16,10-25-12,-5 10-9,5 0-8,-7-3 12,5 0-21,0 2 0,4-4 4,-4 3 1,0-1 9,4 0 0,-4 2 2,1 0 8,0 0-2,0 0 9,-4 5-6,7-3 12,-6 3-5,1 4 2,1-3 0,-2 1 11,1 2-1,1-4-3,-1 4 4,1 2-8,0-3 7,2 2 4,-1-1 4,0 1-5,0 2-1,3-1 6,-12 5-1,18-10-9,-10 4 6,-8 6 0,14-5 7,-4 3-3,-10 2 1,10-4-8,-10 4 15,0 0-7,15-3 9,-15 3 8,0 0 20,0 0 8,9 14 7,-9-14-4,0 16 9,0-16-6,-3 26 6,-2-11 7,2 3-2,-3-2-4,-1 1-4,5 2 4,-3-2-7,2 2 0,0-2-2,1 4-4,1-4-6,1 2 0,-4 0-4,4-4 0,-1 2-3,6-2 0,-5-2-2,1 0-7,-1-13-1,0 19 1,5-11-4,-5-8 1,3 13-6,-3-13 0,2 11-2,-2-11-2,3 11-1,-3-11 0,0 0 1,0 0 2,0 0-1,0 0-2,0 12-1,0-12-3,0 0-10,0 0-17,0 0-29,0 0-25,0 0-11,0 0-30,0 0-48,0 0-139,0 0-330,0 0 146</inkml:trace>
  <inkml:trace contextRef="#ctx0" brushRef="#br0" timeOffset="2290">1251 418 143,'28'-4'128,"-1"-1"-9,3 3-11,-3 0-10,1 2-18,-8-2-65,-1 2-131,1-2-125,-4 2 56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11:32.16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1 110 112,'0'0'90,"0"0"-5,0 0-4,0-18-10,0 18-6,0 0-12,0 0 0,0 0 2,0-14-14,0 14-7,0 0-15,0 0 10,0 0-1,0 0-5,0 0-7,0 0 6,2-11-4,-2 11 0,0 0-7,0 0 6,0 0-4,0 0-5,0 0-8,0 0 18,0 0-7,0 0-3,0 0 1,0 0-5,0 0 6,0 0-3,0 0 0,0 0 5,0 0 3,0 0 5,0 0 0,0 0 9,0 0-2,0 0-12,0 0 4,0 0-2,0 0-3,0 0 3,0 0-3,0 0 0,0 0 0,0-18 3,0 18-5,0 0 2,0 0 0,0 0 4,5-9 2,-5 9 0,0 0-8,0 0 2,0 0 3,3-12-3,-3 12 4,0 0 1,0 0-4,0 0 1,0 0 4,0 0-3,0 0 3,0 0 1,0 0 1,3-11 1,-3 11-3,0 0 1,0 0-3,0 0 2,0 0 1,0 0-3,0 0 2,0 0-6,0 0 1,0 0 1,0 0 0,0 0 0,0 0-1,0 0-3,0 0-1,0 0-3,0 0 3,0 0-6,0 0 1,0 0-1,0 0-1,0 0 2,0 0-5,0 0 3,0 0-3,0 0 3,0 0-2,0 0-2,0 0 1,0 0 2,0 0-1,0 0-2,0 0 3,0 0 0,0 0 0,0 0-2,12 25 1,-12-25-3,0 0 4,0 0-1,9 7-1,-9-7-3,0 0 5,0 0-3,5 10-2,-5-10 5,0 0 1,0 0-1,0 0-3,7 8 2,-7-8 1,0 0 3,0 0-5,0 0-2,5 7-7,-5-7 10,0 0 6,0 0-11,0 0 5,0 0 1,0 0-2,0 0 3,0 0-7,9 6 7,-9-6-1,0 0 1,0 0-2,0 0-2,0 0-1,0 0 2,0 0 5,0 0-4,12-21-1,-12 21 4,0 0-1,6-8-3,-6 8 2,0 0-1,7-13 2,-7 13-4,0 0-3,0 0 4,5-8-1,-5 8 3,0 0 0,0 0-6,0 0 5,5-9-2,-5 9-1,0 0 0,0 0 1,0 0-4,0 0 6,0 0-16,0 0 13,0 0 0,0 0-3,0 0 6,0 0-8,0 0 5,0 0 1,5-11-2,-5 11-3,0 0 2,0 0 0,0 0 6,0 0-9,0 0 3,0 0 2,0 0 5,0 0-7,0 0 0,0 0 1,0 0 5,0 0-1,0 0-5,0 0-2,0 0 3,0 0-2,0 0 2,0 0 5,0 0-4,9 23 2,-9-23-4,0 0 3,0 0 6,7 9 2,-7-9-5,0 0 5,3 11 5,-3-11-6,3 10-1,-3-10-1,4 9 4,-4-9-1,0 0 2,5 13-2,-5-13 2,6 8 4,-6-8-6,7 11 2,-7-11-3,8 10-1,-8-10 0,9 5 0,-9-5 4,9 3-4,-9-3 2,13 3-2,-13-3 0,13 2-6,-13-2 5,0 0 0,16 0 1,-16 0 0,0 0 2,0 0-2,15 0 5,-15 0-2,0 0-4,13-10 1,-13 10 1,14-5-8,-14 5 7,10-4-3,-10 4 2,10-7 1,-10 7-1,0 0-3,15-8-5,-15 8-2,9-10 3,-1 7 1,-8 3-1,12-6 3,-12 6-2,10-13-1,-4 9 1,-6 4 3,8-8-4,-8 8-3,12-7 6,-12 7-3,0 0 0,8-5 0,-8 5 0,0 0 4,0 0-7,0 0 0,13-4 3,-13 4 1,0 0-4,11-5 4,-11 5-4,0 0 2,0 0-2,18 7 5,-18-7-2,8 5 1,-8-5 4,10 6-6,-10-6 3,7 5-3,-7-5 5,8 8-4,-8-8 1,8 8-1,-8-8 1,6 5-3,-6-5 1,0 0-5,9 9 1,-9-9-2,0 0-1,0 0 2,6 6 2,-6-6 1,0 0-8,0 0 12,0 0 0,0 0-4,25-7 0,-25 7 2,14-10 4,-14 10-7,10-7 6,-3 1 0,-7 6 0,13-11-2,-9 7 1,-4 4-1,10-7 2,-10 7-2,8-12 2,-8 12-3,9-7 4,-9 7 1,6-6-5,-6 6 4,0 0-5,0 0 0,0 0 3,0 0 1,8-10-6,-8 10 3,0 0 2,0 0-8,0 0 4,0 0 5,0 0-1,0 0-10,0 0-11,0 0-19,0 0-6,0 0-30,0 0-24,0 0-60,0 0-109,0 0-291,0 0 129</inkml:trace>
  <inkml:trace contextRef="#ctx0" brushRef="#br0" timeOffset="1777">461 558 95,'-2'-15'112,"2"15"-3,0 0 0,0 0-6,0 0-9,0 0-4,0 0-10,0 0-9,-10-9-9,10 9-5,0 0-7,0 0-6,-18 2 5,18-2-7,0 0 5,-23 9-12,15-7 5,8-2-17,-16 9 12,8-4-3,-2 2-2,2-2 1,8-5-3,-8 15-8,5-7 2,3-8-2,-13 11-3,8-5-4,5-6 4,-4 13-6,4-13 0,0 0-2,0 15-1,0-15 4,0 0-4,9 9 3,-9-9-3,9 5 3,-9-5-5,13 3-5,-13-3-4,17 0-5,-17 0 4,0 0-4,19-10 7,-19 10-4,15-5 2,-9 1-5,1-3-2,-7 7-1,11-12 2,-1 3-4,-2 0 14,-5 1-12,4-2 4,0-1-2,-1 2-1,1-6 4,1 2-3,0-3-22,-3-1 17,3 4-5,-5-6 3,4 2-3,-1 0-6,1 0 3,-1-2 0,-3 2-6,4 0 2,-2 2 10,1 0-1,-2-1 0,1 5 3,-1 2 2,-4 9 15,2-17 8,-2 17-1,3-13 3,-3 13 3,4-10-5,-4 10-8,0 0 12,0 0-7,0 0 9,0 0 11,0 0 8,0 0-6,0 0 0,0 0-4,0 0 4,0 0 0,-28 37 16,21-25 7,1 3 2,-2 2-10,1 3 2,1-4-5,-3 3 4,3 4-4,-4 2-4,2-7-4,3 0-3,-1 0-1,-1 1-5,6-3-2,-4 0-2,3 0 0,0-3-1,-3 2-1,5-4-2,0-11-6,0 18-16,0-18-14,4 16-11,-4-16-9,0 11-17,0-11-3,0 0-18,3 14-13,-3-14-19,5 5-60,-5-5-94,0 0-282,0 0 124</inkml:trace>
  <inkml:trace contextRef="#ctx0" brushRef="#br0" timeOffset="2453">702 477 30,'-7'13'153,"-3"-2"-19,6 3-6,-3 0-18,-1 0-7,-2 3-7,2-4-20,0 2-3,5-1-5,-2-3-11,-2-1-2,2 1-15,2-2 8,3-9-4,-8 17 1,5-11-7,3-6-9,-4 11-2,4-11 1,0 0-2,-6 12 7,6-12-5,0 0-1,0 0-8,0 0-4,0 0 6,0 0-1,0 0-18,0 0 19,1-41-4,4 25 1,-1 0 1,0 0-2,1-2 1,0-6-9,5 5-2,-7 0 3,5-6 1,-1-1-5,4 2-10,1 1 2,-2 4-9,-2-6 5,0 11-2,-2-4 4,1 3 2,-1 2-1,-1 4 6,0-1-7,-5 10 1,7-17 7,-6 10 5,-1 7 1,5-12-3,-5 12 3,0 0-3,8-11-8,-8 11 9,0 0-9,0 0 9,0 0 0,8-6-10,-8 6 10,0 0 6,0 0-5,0 0-1,0 0 3,0 0-8,23 11 5,-23-11-2,8 12 0,-8-12 2,5 13 10,-3-2 4,-2 1 13,-2 3 7,1 2-2,-3-1 4,1 4 0,-3 3 0,1-5-3,-3 5 2,4-4-5,-2 0 0,-1-2-4,2 2-2,-3-3-1,2 2-3,3-3-3,-1-2-4,1-2 1,1 1 0,2-12 0,-6 19-7,1-9 2,5-10-3,-2 12 0,2-12-3,-1 11-4,1-11-11,0 0-13,0 0-17,-4 14-9,4-14-11,0 0-26,0 0-38,0 0-44,0 0-185,0 0-377,0 0 167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11:35.87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73 75,'0'0'155,"0"0"-6,0 0-12,0 0-10,0 0 0,0 0-8,0 0-17,0 0-2,0 0-14,0 0-8,0 0-6,0 0-6,0 0-11,0 0-6,0 0-6,0 0-4,0 0-3,0 0-13,0 0-1,0 0 5,0 0-5,0 0 3,0 0 0,0 0 0,0 0-5,0 0-4,18 27 0,-18-27 4,0 0-8,7 13-1,-7-13-3,0 0 1,3 10-2,-3-10 1,0 0-4,5 7 0,-5-7 3,0 0-5,0 0 7,0 0 0,0 0 0,0 0 0,0 0-2,0 0 4,0 0-1,0 0-3,0 0 2,0 0-4,0 0-1,18-17 6,-18 17-1,10-10-7,-10 10 1,5-9 3,-5 9-4,9-12 1,-9 12-4,8-7 2,-8 7 2,7-7-4,-7 7 2,8-6-2,-8 6 4,15-6-5,-15 6 2,10-4 3,-10 4-3,14 0 0,-14 0 0,0 0 0,15 0 0,-15 0 3,0 0 2,15 7 1,-15-7 5,9 7-2,-9-7-1,8 9 1,-4-2 2,-4-7 3,8 12-4,-3-4 0,-5-8-2,10 9 3,-10-9-5,6 10 0,-6-10 7,11 7-7,-11-7 3,9 6-1,-9-6 1,0 0-1,13 3-2,-13-3 1,14-2-3,-14 2 1,0 0 1,17-7-4,-17 7 2,9-7-1,-9 7-2,13-10-5,-6 4-1,1 1-2,-8 5-1,8-9 3,-8 9-1,10-10 2,-10 10 1,10-8-3,-10 8 3,6-7 4,-6 7-5,0 0 3,7-10 1,-7 10-6,6-8 4,-6 8-1,8-5 0,-8 5-3,13-7 4,-3 3-2,-10 4 0,17-6-2,-9 2-1,-8 4-6,19-4-8,-19 4-4,17-5-5,-8 3-7,-9 2-22,18-4-17,-18 4 1,12-3-27,-12 3-48,0 0-115,11-4-288,-11 4 128</inkml:trace>
  <inkml:trace contextRef="#ctx0" brushRef="#br0" timeOffset="813">165 366 50,'0'0'172,"0"0"-6,0 0-5,0 0-9,0 0-6,0 0-6,0 0-16,0 0-5,0 0-12,0 0-11,0 0-6,0 0-10,0 0-10,0 0-1,0 0-3,0 0 0,5 18-11,-5-18 3,-5 11-3,5-11-10,-2 12-6,2-12-2,0 20-2,0-20-7,2 13 3,0-3-7,-2-10 0,9 11-1,-9-11-6,5 9 1,-5-9-2,12 8-8,-12-8-5,14 2-3,-14-2-5,17-2 2,-17 2-4,14-4 0,-14 4 1,15-10 0,-9 5-6,-6 5 4,15-13 0,-4 7 1,-6-4 1,5 3-1,-7 0-1,4-3 3,-1 2 2,-1-1 0,-5 9 0,12-15-2,-7 5 6,-2 3-5,-3 7 3,6-14-1,-6 14 2,0 0 0,7-9 2,-7 9-6,0 0 5,6-9-3,-6 9 4,0 0-1,0 0-3,0 0 13,0 0 1,0 0 2,0 0 5,0 0 3,0 0 4,-21 34-1,13-23 2,0 4 0,-3-4-1,2 4-1,3 1 1,-4-3-3,-1 2-1,6 0-8,-7 2 3,3-1-3,1-2-1,-2 0-1,2-1 0,-1-4 1,5 3-3,-1-7 1,-2 3-2,1-1 4,6-7 3,-15 10 5,7-6 4,8-4-3,-18 5-2,18-5 3,-15 0-4,15 0-2,0 0 1,-18-3-26,18 3-39,0 0-54,-11-11-70,11 11-258,-2-14-464,2 14 206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7:58:41.73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31 88 8,'0'0'124,"0"0"2,0 0-16,0 0 3,0 0-1,0 0-2,0 0-3,0 0-10,0 0-3,0 0-14,0 0-3,0 0 3,0 0-6,-2-13-2,2 13-9,0 0 1,0 0-6,0 0 5,-8-14-2,8 14-4,0 0 3,-6-9-2,6 9-1,0 0-4,0 0-3,-8-7 0,8 7-2,0 0-1,0 0-2,0 0-4,-7-12 2,7 12-5,0 0-2,0 0 2,0 0-6,0 0-6,0 0-2,0 0-2,0 0-2,0 0-2,0 0 0,0 0-3,0 0-3,0 0-1,0 0 0,0 0-1,0 0-2,0 0 0,0 0 1,0 0 1,0 0-4,0 0 0,36-2 2,-36 2-2,31 0 2,-10-2 1,0 0 0,9-3-2,-3 1 2,6-2-5,-2 2 4,1 2-2,-7-2-1,2 6-4,-5-4 1,-8 2-2,4 0-7,-18 0-12,21 0-22,-11-1-22,-10 1-7,0 0-23,0 0-17,12 3-44,-12-3-214,0 0-398,0 0 176</inkml:trace>
  <inkml:trace contextRef="#ctx0" brushRef="#br0" timeOffset="729">85 271 73,'0'0'156,"-3"-11"1,3 11-3,0 0-7,0 0-11,0 0-8,0 0-7,0 0-12,0 0-4,0 0-1,-12-4-9,12 4-6,0 0-5,0 0-6,0 0-3,-13-3-3,13 3-3,0 0 0,0 0-7,0 0 0,0 0-2,0 0-6,0 0-5,0 0-4,0 0-3,0 0-9,0 0 2,0 0-7,-11-7 2,11 7-4,0 0-3,0 0 0,0 0-4,0 0 1,0 0 0,0 0 0,0 0 3,0 0-4,0 0 9,0 0-4,0 0 3,0 0-2,42 2 0,-24-4-2,3 0 2,8-5-6,6 7-1,10-4 0,-1-1-4,-1 5-1,6-2-7,-7-4-43,-10 6-48,1-4-84,-13 2-279,4 2-486,-8-2 215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7:58:43.82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17 44 88,'0'0'169,"0"0"3,0 0-12,-7-12-5,7 12-9,0 0-4,0 0-6,0 0-9,-6-9-5,6 9 0,0 0-4,0 0-8,0 0-2,0 0-9,0 0-5,0 0-11,-4-11-1,4 11-12,0 0-7,0 0-2,0 0-8,0 0-4,0 0-4,0 0-6,0 0-5,28 0 1,-17-2-2,4 0-3,5 2 1,2 0-6,6 0-1,1 0-5,2-2-3,-1 1 0,2 1 0,-1 0-2,-3-3-5,-7 6-1,-5-6-9,1 1-15,-4 2-13,-13 0-21,21 0-15,-21 0-25,15 0-20,-15 0-23,0 0-19,0 0-67,0 0-124,0 0-373,0 0 165</inkml:trace>
  <inkml:trace contextRef="#ctx0" brushRef="#br0" timeOffset="493">51 214 57,'0'0'211,"0"0"-12,0 0-8,0 0-10,0 0-10,0 0-12,0 0-15,0 0-6,0 0-7,0 0-6,0 0-4,31-19-12,-17 15-11,4 1-10,0 1-7,10-2-5,0 0-8,3 2-8,4 0-8,11-2-26,-4 4-55,2 0-73,-11 0-120,-4-5-134,-3 1-385,-6-1 171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7:58:45.66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33 82 40,'-8'-9'162,"8"9"-11,0 0-3,-10-6-1,10 6-4,0 0-10,0 0-5,-8-10-6,8 10-7,0 0-7,0 0 0,0 0-9,0 0-3,-7-7-2,7 7-3,0 0-7,0 0-1,0 0-5,0 0 2,0 0-7,0 0-4,0 0-7,0 0 0,0 0-2,0 0-3,0 0-6,0 0-2,0 0-8,0 0-2,0 0-4,0 0-5,0 0-1,25-9-3,-14 7-5,-11 2-1,25-3-1,-11 1 1,4-2-7,2 3 0,-2-3 0,3 2-9,0 0-16,-1 0-8,1 1-14,0-3-6,-10 0-15,2 4-16,-13 0-17,22-4-21,-14 2-18,-8 2-16,13-4-47,-13 4-165,0 0-384,0 0 170</inkml:trace>
  <inkml:trace contextRef="#ctx0" brushRef="#br0" timeOffset="638">61 263 73,'0'0'146,"0"0"-4,0 0-2,0 0-8,0 0-8,0 0-9,0 0-10,0 0 2,0 0-12,0 0-5,0 0-5,0 0-3,0 0-4,0 0-3,0 0 0,0 0-2,0 0-3,0 0-5,0 0-1,0 0-2,0 0-8,32-15 0,-32 15-2,20-3-3,-10 0-4,3 1-8,3 2-1,5-2-7,7 1 3,-1 1-5,-1-2-7,2 2-33,-7 0-51,7-4-74,-13 2-232,-6 0-400,1-1 176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1:49.99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38 332 77,'5'-7'92,"-5"7"-10,0 0-4,0 0-5,0 0-7,0 0-1,0 0-3,4-11-5,-4 11-3,0 0-8,0 0-4,0 0 4,0 0-7,0 0-4,0 0 3,0 0-5,0 0 1,0 0-9,0 0 2,0 0-5,0 0 2,0 0-1,0 0-3,0 0-4,0 0 5,0 0-4,10-4-2,-10 4 0,0 0-5,0 0-4,0 0 3,0 0 1,0 0-3,0 0-1,0 0-2,0 0 3,13-4-4,-13 4 0,0 0 5,0 0-2,0 0 0,0 0 5,0 0-1,0 0 0,0 0-2,0 0-1,0 0 4,12-8-6,-12 8-1,0 0-2,11-3 1,-11 3 2,10-4-3,-10 4-1,14-5 2,-2 3 3,-12 2 1,18-8-5,-5 4 5,-2 0-6,7-1 1,3-1-2,7-2 2,3 1-4,3-1 3,12-1 0,3-1 2,0 2 0,6-7-4,2 8 4,-2 1-4,4 0 3,-2-3-3,0 0-1,-2-1 2,2 4-2,-1-3 4,-2 1-6,1 3 8,-6-1-6,-4 3 1,-1-2 9,-9 3-7,0-1-4,-2-2 2,0-1 3,-4 2 14,-3 0-19,2-2 4,-7 4-6,-5-1 5,-3-1 0,-1 2 7,-12 2 1,21-5 1,-11 1-6,-10 4 7,14-12-4,-6 6 2,-8 6-2,12-9 0,-12 9-1,8-7 1,-8 7-6,6-7 4,-6 7-7,0 0-8,4-12-24,-4 12-18,0 0-39,0 0-132,0 0-242,0 0 107</inkml:trace>
  <inkml:trace contextRef="#ctx0" brushRef="#br0" timeOffset="906">505 64 47,'0'0'69,"0"0"-2,0 0-6,0 0-4,0 0-8,0 0 2,0 0-10,0 0-6,0 0 4,0 0 5,0 0 3,0 0 10,0 0-2,0 0-3,0 0-10,0 0 6,-13 25-4,13-25-3,-19 7 4,9-2-8,-5 4-5,-1-2 2,-2-2 3,0 3-11,-2 1-2,1-1 1,-5 1-6,4-1 6,2 2-6,-5 1-2,4-4-8,-1 3 10,2-1-4,0 0-4,2 3-3,0-3 8,1 1-9,0-2 7,1 1-11,1-1 1,1 0-3,-2-1 8,5-2-8,0 3 3,2 0-4,-1 0 9,0-3-6,1 2-1,7-7-2,-8 10 4,8-10-1,-10 9-3,10-9 4,-8 8 7,8-8-10,0 0 2,-8 7-3,8-7 0,0 0 7,0 0-2,0 0-6,0 0 3,0 0-1,0 0 9,0 0-8,0 0 0,0 0-2,0 0 4,0 0-1,0 0 5,0 0-7,0 0 4,0 0-4,0 0 5,0 0-1,2-34 1,-2 34-4,0 0-2,0 0-5,14-8 2,-14 8-1,0 0 3,12-4-1,-12 4 1,0 0-2,0 0 1,19 2 4,-19-2-2,0 0 0,0 0 0,12 5 0,-12-5 2,0 0-4,11 5 4,-11-5-1,10 6 0,-2-2 6,4 0 8,-12-4 2,17 4 3,3 2 13,-4-3-1,14 2-2,-3-1 1,6 0-7,-2-2 0,13 0-6,-8 2 3,-2-2-6,-2 1 8,3-1-9,-4 1-1,-2 0-4,-8 0 5,0 1-1,-1 1-4,-4 0-6,-3-3-21,-3 2-31,-2 1-14,-8-5-34,7 10-67,-7-10-86,0 0-269,-22 17 119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6:12.93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0 217 2,'0'0'90,"0"0"-10,0 0-2,0 0-7,0 0-6,0 0-3,0 0-3,0 0-4,0 0 1,-11-3 7,11 3-18,0 0-3,0 0 9,0 0-10,0 0-5,0 0-5,0 0 0,0 0-7,0 0 0,0 0-3,0 0 3,0 0-6,0 0-3,0 0-4,0 0 3,34-12-7,-34 12 6,15-4-6,-15 4-2,21-4 0,-8 0 6,-2 2-2,4-1-7,3 0 1,0 1 5,1-2-5,-1 0 4,3 0-5,0 0-1,-1 2 5,1-4 3,0 2-7,1 3 5,-6-2-7,3 1 3,1-2 0,1 1-2,0-2 0,-1 1 5,1 0-8,-3 0 2,10-3 4,-2 2 0,-7 2-5,9-1 3,-8-1-3,2 2 1,-1 0-1,-1 1 3,0-1-3,1-1-14,-2 1 4,1 1-3,-4-1-4,-3 1 2,-1 0 3,-12 2 8,21 0-9,-21 0 4,14-2 1,-14 2 4,0 0 0,15-3 2,-15 3-2,0 0-1,0 0 5,7-5 4,-7 5-6,0 0 1,0 0-7,4-10 11,-4 10-7,0 0 1,0 0-1,0 0 5,0 0 2,0 0 2,0 0-5,0 0 0,0 0-2,0 0 8,0 0-3,0 0-4,0 0-1,0 0 1,0 0 1,7-10-1,-7 10-8,0 0 12,0 0-11,0 0-1,0 0-1,0 0 1,0 0 2,0 0 4,0 0 2,0 0-6,0 0 1,0 0-15,0 0-14,0 0-4,0 0-10,0 0-90,-39 13-150,39-13 66</inkml:trace>
  <inkml:trace contextRef="#ctx0" brushRef="#br0" timeOffset="759">704 0 46,'0'0'85,"10"1"-8,-10-1 0,0 0-4,21 2-4,-21-2-7,18 0-4,-9 2-2,5 0-8,-3 0 4,-11-2-15,24 2-5,-14-1 2,3 4-4,-3-3-6,3 0 1,-13-2-7,23 3 0,-12 2 1,-1-3 2,-10-2-9,19 3 2,-19-3-6,12 3 2,-12-3-7,10 4 0,-10-4 0,0 0 1,11 5-3,-11-5-1,0 0-3,0 0 7,0 0 6,0 0-7,0 0 0,0 0-3,-29 15 0,29-15 10,-18 2-5,18-2 4,-20 3 4,11-1-2,9-2-9,-20 3 4,20-3-2,-15 5 10,7-1-9,-3 3-1,1-2-32,-1 1-41,-4-1-102,7 0-185,-2 4 83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6:51.58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91 133 19,'0'0'62,"0"0"-8,0 0-4,0 0-5,0 0-8,0 0 0,0 0-6,0 0 4,0 0 0,0 0 1,0 0-3,0 0 3,0 0 2,0 0 1,0 0-12,0 0 0,0 0 1,0 0-9,0 0 4,0 0-13,0 0 16,0 0-8,0 0 10,0 0 2,0 0 3,0 0-11,0 0 4,0 0-9,0 0-4,0 0-4,0 0 5,0 0-4,0 0-9,0 0 8,0 0-12,0 0 11,0 0 3,0 0 4,0 0-7,0 0-4,0 0 6,0 0 7,0 0-8,0 0 10,0 0-8,0 0 1,0 0-9,0 0 8,0 0-1,0 0-1,28 19 8,-28-19 1,0 0-7,0 0 3,0 0 1,0 0-3,21-4-1,-21 4 1,0 0-8,6-10 7,-6 10 2,0 0-5,0 0 1,2-10-5,-2 10 3,0 0-1,0 0 3,0 0-10,-8-24 6,8 24 2,-8-9-2,8 9-6,0 0 4,-8-11-1,8 11 0,-9-7 1,9 7 0,0 0-3,-6-10-3,6 10 3,0 0-6,-7-7 3,7 7-3,0 0 4,0 0-2,0 0-1,0 0-3,0 0 2,0 0 4,0 0 2,0 0-3,0 0 2,0 0-3,0 0 0,0 0-2,0 0 4,0 0 5,0 0 1,0 0-9,0 0 6,0 0 4,0 0 0,0 0-9,0 0 3,0 0-1,18 29 4,-18-29-5,7 5 0,-7-5 5,0 0-7,13 9 8,-13-9 4,0 0-5,6 8-2,-6-8 1,0 0 5,0 0 1,7 5 2,-7-5-3,0 0 3,0 0-4,0 0 0,18-3 0,-18 3 4,0 0 1,0 0-6,13-12 11,-13 12-4,6-7-9,-6 7 4,7-10-3,-7 10 1,0 0 4,3-12-7,-3 12-3,0 0 4,0 0-2,-3-15 7,3 15-5,0 0 6,0 0-11,-12-12 7,12 12 0,0 0-5,-6-10 4,6 10-5,0 0 1,-18-4 1,18 4 0,0 0 0,0 0-18,-15 0 19,15 0-1,0 0 1,0 0 3,-16 4-3,16-4-10,0 0 12,-11 2-3,11-2-7,0 0 5,0 0 5,-15 4-1,15-4-2,0 0 1,0 0-7,0 0 2,0 0 3,-7 8-5,7-8 3,0 0-6,0 0 6,0 0 1,0 0 0,0 0 7,0 0 1,0 0-6,0 0 0,0 0 3,18 14 1,-18-14-8,0 0 9,0 0-3,10 4 1,-10-4 1,0 0 4,0 0-7,0 0 3,0 0-1,0 0 7,20-16-3,-20 16 4,3-8-8,-3 8-5,0 0 8,0 0 4,0 0-1,-3-17-3,3 17-4,0 0 0,0 0 0,-13-13 1,13 13-3,0 0 4,-12-8-1,12 8-5,0 0 3,-18-4 0,18 4-5,0 0 5,0 0-3,-14-2 0,14 2-2,0 0 5,0 0-1,0 0 0,0 0 0,0 0-3,-15 8 4,15-8-8,0 0 4,0 0 2,0 0-2,0 0 8,0 0-6,0 0 5,0 0-9,16 22-2,-16-22 4,0 0 16,8 6-10,-8-6 2,0 0-6,0 0-5,0 0 0,0 0-11,0 0-5,0 0-23,-16 20-63,0-16-106,-15 2-231,-3-4 103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7:03.01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0 236 71,'0'0'66,"0"0"-3,0 0-4,0 0-10,0 0-3,0 0-6,0 0-3,0 0-6,0 0-1,0 0-2,0 0 3,0 0-5,0 0 2,0 0 2,0 0 1,0 0 9,0 0-4,0 0 4,0 0-2,0 0-2,10 20-3,-10-20-1,7 7-7,-7-7 4,6 9 11,-6-9 3,7 10-13,-7-10-1,8 13-5,-7-6 4,-1-7-9,8 10 0,-3-1-1,-5-9-1,10 15 1,-7-9 5,2 2-13,-5-8 10,12 8-10,-12-8 3,8 12-7,-3-6 11,-5-6-14,0 0 2,9 8 6,-9-8-7,7 5 1,-7-5-1,8 5-3,-8-5 6,0 0-1,0 0-2,7 8 7,-7-8-11,0 0-1,0 0 0,0 0 0,0 0 10,0 0-5,0 0-4,0 0 4,0 0 2,13 4-1,-13-4 2,0 0 0,18-4 2,-18 4-3,0 0 1,26-6 1,-18 4 3,-8 2-10,19-5 6,-7 2-3,-1-1 1,4-4-1,1 0 4,-1 2 9,-1-2-5,4-6-1,7-2 3,-2-2 16,3-4-18,6-7-6,2-1-7,2-3-33,2-2-30,2-3-74,-4 0-95,0-2-251,-3 1 111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7:01.92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1 133 18,'0'0'122,"0"0"-23,0 0-3,-2-12-7,2 12 2,0 0-11,0 0-8,0 0 0,0 0-10,0 0-2,0 0-1,0 0-6,0 0 1,0 0-5,0 0-2,0 0-5,0 0-3,0 0-3,0 0-7,0 0 0,0 0 1,0 0-8,0 0-2,0 0-5,0 0 4,0 0-6,0 0 2,7-13-4,-7 13 1,0 0-5,0 0 4,0 0-8,0 0 0,0 0-3,0 0 1,0 0 1,0 0-4,0 0 7,0 0 7,0 0 7,0 0-1,0 0-1,8 32-2,-8-32-2,6 16 4,-6-7-3,2 2 6,-2-11 0,7 17 0,-6-8 0,4-1-2,-2 2-2,2 1 0,0-2-1,-2 1-3,4-1-6,-2 0 7,0 0 0,1-2 1,2-2 0,-8-5-6,12 11 1,-9-4-1,-3-7 0,11 5-4,-11-5 0,7 8-2,-7-8 0,0 0-4,6 7 3,-6-7 7,0 0-1,0 0-1,0 0-3,7 10 6,-7-10-8,0 0 1,0 0 1,0 0-2,0 0 0,0 0 6,0 0-2,0 0 0,0 0 8,0 0-10,0 0 8,0 0 1,0 0-4,24-14 3,-9 5-4,5-2 3,2-3-8,6-3 5,8-5-10,1-3-26,7-1-35,5-8-56,10-17-180,6-3-324,-3-6 143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7:39.85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0 347 5,'0'0'156,"0"0"-9,8-9-8,-8 9-14,0 0-16,10-9-9,-10 9 1,0 0-2,7-9 0,-7 9-7,0 0-3,8-7-10,-8 7-3,0 0-11,0 0-4,10-7-5,-10 7-6,0 0-6,0 0-9,0 0 0,0 0 1,0 0-7,0 0 2,0 0-6,17 16-2,-17-16-1,9 9-1,-6-2-2,-3-7 1,8 18 0,-1-9-6,-4 2 6,3 1-5,1-3-3,-1 0 2,4 3 0,-2 1-5,2-7-3,-5 1 4,0 1-2,-5-8 4,13 9-4,-7-6-2,-6-3 6,18-1 2,-18 1 4,26-11-4,-3-2-3,0-8-1,11-9-1,-1-1 2,3-3-4,6 2-6,5-4 3,17-7-13,4-1-26,1 6-29,-16 12-33,1-3-57,-7 3-164,1 2-345,-6-1 152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7:43.78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0 412 55,'0'0'127,"4"-9"-6,-4 9 1,0 0-7,3-16-8,-3 16-7,0 0-4,3-13-3,-3 13-10,0 0-7,0 0-3,5-13-15,-5 13 8,0 0 1,0 0-11,0 0 3,3-11-10,-3 11 1,0 0-6,0 0-11,0 0 5,0 0-9,0 0 2,0 0-11,0 0-2,0 0-2,0 0-1,0 0-5,0 0-1,0 0 2,0 0 4,0 0 0,0 0-4,25 18 0,-22-10-1,3-1 4,1 1-1,1 1 7,-1-1-5,-1 1-1,1 2-1,1 3 2,0-5-4,-1 1-10,1-1 12,0 4-3,0-1 0,-2-3-2,1 0 0,-2 2-2,-2-4 3,-3-7-1,12 13 2,-6-7-5,-6-6 3,5 7-2,-5-7 5,6 8-2,-6-8 2,0 0 3,7 5-1,-7-5 2,0 0 3,8 6-3,-8-6 5,0 0-2,0 0-2,0 0 4,0 0-5,0 0 9,0 0-5,0 0 4,0 0-3,0 0 2,12 4-2,-12-4-3,0 0 0,0 0-1,0 0-4,0 0 2,16-17-3,-8 11-1,3-1-3,4-5 0,3-6 0,8 2-4,2-5-1,4-5 1,4-5-2,5 3 3,-2-4-2,8 0 0,18-15 0,-14 12 0,16-8 3,-2 2-3,-13 11-2,-3 2 0,-7 3 2,2 0 2,-18 10-3,0 2 0,-9 4 0,-3 2-1,-2 0-4,-4 1-9,-8 6-10,10-3-11,-10 3-7,0 0-35,0 0-10,0 0-29,-61 21-69,34-10-154,-4 0-367,1-3 163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8:12.75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562 23 7,'-6'-10'133,"6"10"-21,0 0 1,0 0-8,0 0-7,0 0-9,0 0-9,-2-13 2,2 13-6,0 0-10,0 0-6,0 0-8,0 0-6,0 0-2,0 0-6,0 0-7,0 0 7,0 0-10,0 0 5,0 0 1,0 0 6,-31 15-12,23-9 3,0 1 11,8-7-8,-15 12-5,7-5 5,-5 3 6,3 2-3,-3 2 0,5-2-3,0-2-6,-5 6 3,3-1 6,4 0 2,-4-2-5,0 5-3,5-4 6,0 2-4,1-1-6,-1 0-1,1-2-1,3 3-4,-2-5-2,3-11 1,4 24 0,-4-13 0,4-1-6,2 0 0,-1-3 1,3 2 0,0-1-5,4-2 3,2-1-1,-4-1-4,2 0 3,-3-1-2,4 0-1,-3 1 4,2-1-5,-12-3-1,21 2 0,-21-2-3,16 2 3,-16-2-2,16 2-2,-16-2 3,0 0-4,20-2 1,-20 2 2,10 0 5,-10 0-5,0 0-1,13-5 2,-13 5 1,8-6-8,-8 6 4,8-6 0,-8 6-1,0 0 1,7-10-3,-7 10-7,0 0-2,4-12-2,-4 12-5,0 0-1,0 0 4,-4-18-2,4 18-3,0 0-5,-13-9-1,13 9 0,-15-5 5,15 5-2,-20-3 4,20 3 4,-19-2 1,19 2-4,-17 0 3,17 0 3,-14-2 1,14 2-1,0 0 0,0 0 1,-15 2 1,15-2-2,0 0 4,0 0 3,0 0-1,0 0-1,0 0 1,33 12-2,-22-8 7,-11-4-3,16 7-2,-7-3 4,2-1-4,-11-3 4,15 8 2,-12-2-6,-3-6-1,13 11 2,-10-7 3,-3-4-4,7 15 3,-4-7 2,-3-8-2,2 13-2,-2-13 5,0 0 1,-2 19-2,2-19-4,0 0-12,-5 15-8,5-15-7,0 0-5,-5 11-8,5-11-8,0 0-19,0 0-5,-5 9-14,5-9-21,0 0-125,0 0-253,0 0 112</inkml:trace>
  <inkml:trace contextRef="#ctx0" brushRef="#br0" timeOffset="1748">263 121 67,'9'-6'139,"-9"6"-11,0 0 1,4-11-12,-4 11-5,0 0-5,5-9-5,-5 9-4,0 0 3,0 0-8,0 0-5,0 0-5,0 0-10,6-10-7,-6 10-7,0 0-6,0 0-7,0 0 0,0 0-11,0 0-4,0 0 0,0 0-3,0 0 4,-34 15-2,34-15 0,-15 8 1,6-7-2,-3 5 7,2-1 2,-3 0 2,2 1-2,1-1-4,-3 4 2,3-3 0,-4 4-3,1-1 1,0 1-6,1-1 3,-1 2-3,0 5-1,-2-3 3,6 0 0,-3 2-2,3 0 0,0 1 0,0 1 0,5-1 1,3 0-3,-3-2-1,4 2 2,4-5-7,4 3 0,-5-3-2,5 0 3,5 0 3,0-3-2,2-1-3,-5-1-2,4 2 0,1-3-3,-4-1 0,-1-2 1,-10-2-3,25 3 1,-14-1-5,2 0 3,-13-2-4,21 0 3,-21 0-4,17-4 2,-17 4-2,18-1-1,-18 1 2,17-4 0,-17 4-4,15-6 3,-7 5-3,-8 1-2,15-4-5,-15 4-12,11-4-10,-11 4-14,0 0-18,10-6-28,-10 6-30,0 0-52,0 0-253,0 0-455,0 0 202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8:08.80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10 44 64,'0'0'89,"0"0"-6,0 0-11,0 0-12,0 0-7,0 0-5,0 0-1,0 0-6,0 0-8,0 0-1,0 0 4,0 0-11,0 0-2,0 0 2,0 0-1,0 0-1,0 0-7,0 0-1,0 0 7,0 0 3,0 0-3,0 0-2,0 0 0,0 0 5,0 0-2,0 0-6,0 0 5,0 0 2,0 0-13,0 0 13,0 0-9,0 0 9,0 0-1,0 0 2,0 0 4,0 0-2,0 0-2,0 0 2,0 0 6,0 0-10,0 0 0,0 0 1,0 0-8,0 0 0,0 0-2,0 0 0,0 0-11,0 0 6,0 0 5,0 0-9,0 0 9,0 0-12,0 0 11,0 0-9,0 0 1,0 0-6,0 0 7,0 0-2,16 30 4,-16-30-10,7 7 5,-7-7-5,0 0 4,6 8 6,-6-8-8,0 0-3,12 6 4,-12-6-2,0 0 2,18 0 1,-18 0-1,0 0-3,16-4 6,-16 4 2,8-5-1,-8 5-2,0 0-1,13-10 2,-13 10 0,8-11-5,-8 11 7,7-10-1,-7 10-5,3-10 1,-3 10 1,0 0-3,7-14 5,-7 14-3,0 0 5,3-12 1,-3 12-7,0 0 0,0 0 0,0-13 11,0 13-16,0 0 2,0 0 5,0 0-3,0 0-1,-13-9 6,13 9-10,0 0 4,0 0-2,0 0 1,-21 3-1,21-3 0,0 0 1,0 0-2,-13 10-13,13-10 16,0 0-3,-5 9 2,5-9-2,0 0 3,-7 9 0,7-9 3,0 0-2,0 0 1,0 0-3,0 16 8,0-16-2,0 0-1,0 0-4,0 13 5,0-13-6,0 0 13,0 0-6,0 0 2,0 0 5,3 11-16,-3-11 12,0 0 8,0 0 0,0 0-5,0 0 8,0 0-1,0 0-5,0 0 8,15 0-8,-15 0-1,0 0 3,0 0-3,0 0-2,0 0-2,23-7 6,-23 7-2,0 0 3,0 0-5,8-10-1,-8 10 2,0 0-1,0 0 0,3-13 0,-3 13-2,0 0-1,0 0-3,4-10 1,-4 10 0,0 0 0,0 0 4,0 0-2,0 0 0,0 0-10,0 0 8,-17-13-1,17 13-3,0 0 0,0 0-3,0 0 1,-21 4-2,21-4 2,0 0 1,0 0-5,0 0-2,-15 6 8,15-6-3,0 0 2,0 0-3,0 0-2,0 0 8,-6 9-3,6-9-2,0 0 1,0 0 6,0 0-1,0 0-3,0 0 3,0 0 0,0 0-1,0 0 2,0 0-2,0 0-2,13 21 0,-13-21 0,0 0 3,0 0 1,0 0-1,0 0 2,0 0-3,10 4-4,-10-4-7,0 0 15,0 0 1,0 0-4,0 0-3,0 0 5,0 0 1,0 0 0,0 0-1,0 0 4,0 0-6,0 0 6,18-17-8,-18 17 3,0 0-4,0 0 3,0 0 1,0 0-4,0 0 0,0 0-1,-26-14 0,26 14 0,0 0 0,0 0-3,0 0 3,0 0-5,0 0-3,0 0 9,0 0-16,0 0 13,0 0-1,0 0 5,0 0-1,0 0 5,0 0-7,-18 16 2,18-16-3,0 0 8,0 0-4,0 0 0,1 15 0,-1-15-2,0 0-1,0 0 5,0 0 2,0 0-1,12 13-3,-12-13 2,0 0-7,0 0 7,0 0-1,0 0-2,0 0 0,0 0 6,0 0-7,0 0 5,0 0-2,0 0 2,0 0 4,0 0-5,0 0 5,0 0-11,0 0 3,0 0 1,0 0-1,0 0 8,0 0-11,0 0 3,0 0-3,0 0 10,0 0-10,-33-15 2,33 15 1,0 0 2,0 0-2,0 0 2,-14-2-9,14 2 6,0 0 4,0 0-8,0 0 3,0 0-3,-22 2 1,22-2-1,0 0 6,0 0-5,0 0-2,0 0 2,0 0-2,-13 4 6,13-4-1,0 0 1,0 0-2,0 0 1,0 0 3,0 0-4,0 0-1,0 0 8,0 0-5,0 0-1,0 0-3,0 0 3,0 0 1,0 0 0,0 0-1,0 0 3,0 0 0,0 0 3,0 0 0,0 0-4,0 0 6,0 0-4,0 0 3,0 0-4,0 0-7,0 0 6,0 0 3,0 0-9,0 0-4,0 0 14,0 0-5,0 0-16,0 0 7,0 0-21,0 0-32,39 5-103,-39-5-106,0 0-293,0 0 130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7:21.55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276 83 74,'0'0'97,"8"-10"-7,-8 10-7,3-13-8,-3 13 1,4-8-6,-4 8-2,0 0-6,6-8-14,-6 8 0,0 0-12,0 0 1,0 0 5,0 0-11,0 0 10,0 0-3,8-9-7,-8 9 8,0 0 3,0 0 2,0 0-1,0 0 1,0 0 0,0 0-2,0 0 1,0 0 2,0 0-6,0 0 6,0 0-6,0 0 1,0 0-5,0 0 1,0 0-8,0 0 3,0 0-6,0 0 3,0 0 2,0 0-4,0-13 4,0 13-3,0 0-3,0 0-2,0 0 5,0 0-6,0 0 2,0 0-2,0 0-4,0 0 2,0 0-4,0 0-4,0 0 3,0 0-6,0 0 1,0 0-1,0 0 0,0 0-1,0 0 8,-21 22 0,21-22-6,-15 14 7,6-8-5,-3 3 4,1 4 5,-2-4 4,-2 5-6,1-3 0,1 5-1,-5-4-2,5 4-1,-9 0 4,1 0-3,2 3 9,4-4-2,5 1-5,-4-2-1,1 2 1,3-3-3,2-1-2,-2 2 2,5-1-5,2 3 3,3-4 3,0 0-3,0-12 0,11 22 0,-1-8-3,-2-5 3,10 3 0,1-1-2,-1-3-1,4 0 0,5 1-1,-1-4 1,-4 1-4,-5-1-1,1 0 1,2-1-2,-2-3 0,-4-1 1,4 0-4,-3-1-1,-15 1-5,18-2 3,-5-4-3,-13 6-5,11-6-2,-4 0 0,-7 6-6,5-17-6,-5 17-2,-5-17 2,5 17 1,-13-19 1,5 8-2,-5 2 1,1-1 6,-2 1 6,2 0-5,-1 0 3,-1 2-3,4 2 7,10 5-2,-15-10 3,9 5-5,6 5 4,0 0-3,0 0 2,0 0 2,0 0 5,0 0-4,0 0 1,0 0 2,0 0 0,34 20 4,-20-16-4,8-2 4,-8 5-4,-1-1 1,-1-2-4,-2 3 0,-2-3-3,-8-4 4,11 12 3,-8-8-5,-3-4 3,0 0-1,0 16 6,0-16-7,0 0 6,-8 19 1,2-13 2,6-6-6,-7 12 0,7-12-9,-6 11 16,6-11-4,-2 9 2,2-9 1,-3 14 1,3-14-2,-4 11-2,4-11 2,0 0 5,0 17-2,0-17-3,0 12-4,0-12-2,0 0-3,-6 16 1,6-16-19,-2 10-6,2-10 1,-6 11-5,6-11-7,-7 9-7,7-9-15,-6 8 0,6-8 2,0 0-2,0 0-8,0 0 2,0 0-68,0 0-87,18 9-243,-18-9 107</inkml:trace>
  <inkml:trace contextRef="#ctx0" brushRef="#br0" timeOffset="917">659 75 14,'0'0'143,"0"0"-15,0 0 3,-7 43-9,4-33-7,0 5-8,1 0 0,1 2-6,-4 1-6,5 0-9,-7 1-8,7 0-7,-3-2-10,-2 4-1,3-2-4,-3-2-3,5 1-1,-6-3-6,6 1-4,0-3-5,0-13-4,-5 17 0,2-9-7,3-8 1,-2 15-8,2-15-1,0 0 2,-1 11 0,1-11 1,0 0 1,0 0-5,0 0-23,0 0-12,0 0-18,0 0-16,0 0-29,0 0-35,0 0-160,-18-34-298,14 25 132</inkml:trace>
  <inkml:trace contextRef="#ctx0" brushRef="#br0" timeOffset="1234">724 22 33,'20'-4'123,"-9"3"-2,0-1-1,6 0-14,4 0-7,0-1-6,0 0-9,-3 1-8,3 0-10,-3-1-3,0 8-9,3-5-10,-6 0-4,3 2-4,-3-4 3,-15 2-15,19 0-2,-19 0-3,18 2-8,-18-2-16,15 0-13,-15 0-12,0 0-1,0 0-20,0 0-23,0 0-104,0 0-192,0 0 86</inkml:trace>
  <inkml:trace contextRef="#ctx0" brushRef="#br0" timeOffset="1584">724 239 29,'0'0'129,"13"-3"-9,-13 3-13,18-4-5,-12 2-12,-6 2-7,22-5-11,-22 5-5,18-2-11,-7-2-2,2 2-5,-13 2-5,21 0-7,-9-2-4,-12 2-5,21-2 16,-21 2-31,21-2-4,-21 2-23,15 0-30,-15 0-41,13-2-86,-13 2-184,14 2 81</inkml:trace>
  <inkml:trace contextRef="#ctx0" brushRef="#br0" timeOffset="2066">457 818 130,'0'0'167,"0"0"-11,0 0-4,0 0-12,0 0-5,0 0-15,0 0-6,0 0-17,0 0-4,0 0-15,0 0-6,0 0-5,0 0-5,0 0-5,36-11-5,-36 11-6,21 2-5,-7-2-3,-14 0-6,28 0-1,-13 2-5,0-2 2,-2 2-5,-2-2-6,-11 0 1,21 3-3,-11-3-9,-10 0-14,11 2-16,-11-2-4,12 4-11,-12-4-11,0 0-10,9 5-19,-9-5-13,0 0-41,0 0-117,0 0-272,0 0 121</inkml:trace>
  <inkml:trace contextRef="#ctx0" brushRef="#br0" timeOffset="2361">483 944 77,'24'0'116,"-9"0"-19,3 2-7,-2-2-10,-1-2-8,-2 4-8,2 0-3,-15-2-11,17 2 0,-17-2-8,22 2-20,-11-2-24,-11 0-30,15 0-100,-15 0-142,16-6 64</inkml:trace>
  <inkml:trace contextRef="#ctx0" brushRef="#br0" timeOffset="2644">1073 576 101,'0'0'129,"0"0"-8,0 0 4,0 0-7,0 0 3,4 15 0,-4-15-12,4 14-9,-4-14-3,-4 14-6,4-14-7,4 25 4,-4-12 0,-7 1-13,6 3 20,-1-2-8,0 3-8,-1-2-5,3 2-10,0-1-2,-3-1-8,3 0-3,-3 2-3,6-3 0,0 2-6,-3-17-2,0 21-5,0-14-3,0-7-1,0 18-4,3-9-5,-3-9 1,2 11-1,-2-11-3,0 0 1,2 12-1,-2-12-5,0 0 4,0 0-6,0 0 4,0 0-4,0 0-19,0 0-20,0 0-24,0 0-26,0 0-37,0 0-40,0 0-214,0 0-397,-22-27 175</inkml:trace>
  <inkml:trace contextRef="#ctx0" brushRef="#br0" timeOffset="3097">1304 663 109,'0'0'143,"0"0"-4,0 0-14,0-13-5,0 13-13,0 0-6,0 0-3,0 0-13,15-19-3,-15 19-4,9-12-12,-2 7-9,-7 5 4,11-9-7,-11 9 2,7-11-4,-7 11 5,8-10-3,-8 10 2,10-8-8,-10 8 0,6-8-7,2 3-5,2-3-4,-10 8-3,12-9-3,-3 5 0,-9 4 0,18-8 1,-3 4-7,-5 3 0,-10 1-1,21-4-4,-6 4 0,-15 0-4,17 0 2,-7-2-2,-10 2-5,20 3-2,-20-3 0,16 0-1,-16 0-2,15 4 4,-15-4-4,9 8 2,-9-8 2,12 6-1,-12-6-4,3 11 6,-3-11-7,3 11-1,-3-11 1,5 16 3,-5-16 4,-1 14 2,1-14 0,-7 18-4,1-9 6,2 3 2,-4-3 0,2 4 5,-4 1 0,-1-3 0,2 2-1,3-4-1,-4 2-8,-1 1 8,1-1 5,-1-2-4,1 2 0,2-2-4,-5 4 3,4-3 1,3-3-3,-2 0-3,-2 2 1,3-2-1,-1-2-2,8-5 1,-9 12 0,9-12-3,-9 8-2,9-8-1,-13 5 2,13-5-1,0 0 0,-8 7 0,8-7 0,0 0 1,0 0 0,0 0 3,0 0 4,0 0 2,0 0 3,-6 6 0,6-6-2,0 0-5,0 0 6,0 0-1,0 0-7,0 0 4,0 0 1,32-13-6,-19 8-1,-13 5 1,22-6-3,-5 2 4,-2 0-6,0-2 0,-2 1 3,5 1-1,-4 1-3,-4-1 1,2-1 2,-1 3-3,-11 2 5,21-5-9,-21 5 4,16-4 2,-16 4-3,12-2-1,-12 2 1,0 0-1,0 0-1,13-5-2,-13 5 0,0 0 2,0 0 2,0 0 0,0 0 0,0 0-2,0 0 1,0 0-4,0 0-9,0 0-8,0 0-11,0 0-6,0 0-17,0 0-10,0 0-21,-43 9-24,43-9-20,0 0-45,0 0-164,-19-4-367,19 4 162</inkml:trace>
  <inkml:trace contextRef="#ctx0" brushRef="#br0" timeOffset="3878">1956 432 47,'0'0'143,"0"0"-8,0 0-7,0 0-10,0 0-9,0 0-7,0 0 0,0 0-7,0 0-7,0 0-9,0 0 3,0 0-12,0 0 2,-40-1-4,40 1 5,0 0-5,-17 9 5,10-5-5,7-4-2,-15 12-5,7-2-4,-2 1 8,4-1-4,-2 3-4,1-4-2,1 5-4,-2-1-1,1 1-1,1 0-2,1 0-9,5 1-2,-4 0-2,4-4-3,0-11-2,0 21 0,4-11-4,1 1-2,-2-1 2,3-3 0,1 0-1,1 1-2,5 0 1,2-3-4,-1 3-6,1-4 2,1-2 1,-1-1 6,3-1-1,0 3 0,0-3-6,-5-4 3,5-1-1,-4 2-6,-2-1 5,4-1-2,-1-5-4,-6 5 1,3-3-3,-1 0 2,-1 1-4,-3-3-2,1 3 2,-2-2-2,2 1 2,-1-4 0,-4 3-4,-3 9 2,7-17-2,-7 9 2,0 8-3,5-17 1,-5 17-1,-5-15 1,5 15 0,-7-15-2,7 15 0,-10-12 0,10 12 0,-11-10-1,11 10 1,-11-10-1,4 4 4,7 6-6,-18-5 11,8-1-9,10 6-1,-21-5 1,21 5-3,-18 0 1,18 0 1,-18 0 0,18 0-32,-21 5-33,10-4-41,-2 6-59,1-4-272,3 1-473,9-4 210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8:23.77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7 94 90,'0'0'147,"0"0"-10,0 0-8,0 0-8,0 0-16,0 0-4,-7-10-10,7 10-3,0 0-11,0 0-1,0 0-16,0 0 4,0 0-2,0 0-5,0 0-4,0 0 1,0 0 7,0 0-9,0 0 1,0 0-8,0 0 0,0 0-4,0 0-3,0 0-1,0 0 1,0 0-6,0 0-1,0 0 1,0 0-1,0 0-4,0 0-2,0 0 1,0 0-4,0 0 1,0 0-1,0 0-4,0 0 1,0 0-3,0 0-1,0 0-5,26-12 5,-26 12-3,21-1-3,-21 1 0,17 0-1,-17 0 2,22 1-7,-7-1 5,-2 0-5,3 3 1,4-3-1,-4 3 3,4-3-5,1 3 0,-3 0 2,3-3 1,-1 3-1,1-1 1,5-1-5,-5 1 2,7 0 1,-7 0 1,-2 0-4,-2-2 0,-1 3 2,-1-1-2,-2-2 4,0 2 0,-13-2-3,21 5 2,-13-4-5,-8-1 2,18 0 2,-18 0-1,11 4-1,-11-4 1,17 2 0,-17-2-3,11 1 3,-11-1 3,11 3-1,-11-3-3,15 0-1,-15 0-1,0 0-3,15 5 1,-15-5-9,0 0 0,14 4-4,-14-4 0,0 0-6,12 2-2,-12-2 1,0 0-2,0 0 0,13 1 3,-13-1 1,0 0 4,0 0-4,0 0 1,0 0-5,0 0-3,0 0-7,0 0-4,0 0-20,0 0-20,0 0-35,0 0-40,0 0-97,0 0-274,0 0 122</inkml:trace>
  <inkml:trace contextRef="#ctx0" brushRef="#br0" timeOffset="604">551 13 137,'0'0'158,"0"0"-1,0 0-12,0 0-4,-8-13-16,8 13-8,0 0-8,0 0-13,0 0-9,0 0-9,0 0-2,0 0-14,0 0-3,0 0-5,0 0-5,0 0-5,0 0-5,0 0 0,0 0 3,0 0 0,0 0 8,0 0-4,0 0 2,0 0-9,0 0 0,30 23-3,-30-23-6,13 7-3,-6-3 2,3-1-3,1 3-8,-4-1 4,4 2-8,-1-2 4,-2 2-2,0-2-5,0 1 5,0 3-4,-8-9-3,12 11 1,-6-6-3,-6-5-2,5 12 2,-5-12-5,7 9 3,-7-9-2,0 0 2,0 0 2,0 0-5,0 0 5,-15 21-2,5-19 0,10-2-4,-21 7-2,10-3-4,3 0-4,8-4-5,-22 8-11,11-6-9,0 0-19,11-2-3,-18 5-17,6-1-3,12-4-13,-14 4-13,6-1-28,8-3-29,-14 4-110,14-4-289,0 0 129</inkml:trace>
  <inkml:trace contextRef="#ctx0" brushRef="#br0" timeOffset="1166">745 77 135,'0'0'149,"0"0"-18,0 0 0,0 0-5,0 0-12,0 0-3,0 0-6,0 0-4,0 0-10,0 0-5,0 0-10,0 0-2,0 0-4,0 0-6,0 0 0,0 0-3,0 0-3,0 0 1,0 0-9,0 0-6,0 0-1,0 0-3,0 0-4,0 0-6,0 0-1,0 0 2,0 0 2,0 0-4,0 0-1,-38 15-3,28-9 2,9 1-7,1-7 0,-10 13-1,5-7-2,5-6-3,-7 11 3,7-11-5,-3 10 2,3-10-2,0 0-3,-5 15-1,5-15 3,0 0-2,0 0 1,0 0-1,8 14-5,-8-14 6,0 0-4,9 3 1,-9-3 0,0 0 1,19-1-2,-19 1 2,0 0-2,15-12-1,-15 12-4,11-8 5,-8 1-2,-3 7 0,5-14 0,-5 14 2,4-17-2,-1 10-1,-3 7-1,0-19-3,0 19 2,0-15 5,0 15-5,-3-15 1,3 15-2,-2-14 1,2 14 0,0 0-1,0 0-2,-3-13-3,3 13-1,0 0 1,0 0 1,0 0 1,0 0 0,0 0 0,0 0 2,-26 23 4,26-23-2,0 14 3,0-14 1,1 20 6,-1-20 0,8 18-1,-3-10 2,3 2-3,-1-3 3,1 1-4,4-2 1,-1 1 3,0 1-6,4-2 6,-7-4-5,2 2 4,-10-4-2,18 3 2,-18-3-4,16 0 1,-16 0 2,15-3-2,-15 3-2,11-11 0,-11 11-2,7-9-1,-7 9 0,1-14 2,-1 14-6,0 0 0,-11-25-1,8 18 0,3 7 1,-12-12-1,3 6 1,9 6 2,-18-5-3,18 5 0,-17-4-2,17 4 3,-16-2-3,16 2-1,0 0 2,-18 6 0,18-6-3,-15 9 2,15-9 3,-4 9-2,4-9 3,-5 13-3,5-13 2,3 14 3,-3-14-3,0 0 3,3 13-3,-3-13 4,0 0-3,8 9 6,-8-9-1,0 0 0,0 0 1,0 0 1,0 0-4,0 0 4,0 0-17,0 0-40,0 0-65,0 0-99,0 0-180,0 0-425,0 0 188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23:45.28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140 0 22,'0'0'104,"0"0"-21,0 0 9,0 0-13,0 0-2,0 0-8,0 0-1,0 0-7,0 0-6,0 0-2,0 0-4,0 0-17,0 0 10,0 0-11,0 0 0,0 0-2,0 0 3,0 0-11,-29 2 4,29-2-5,0 0 5,0 0-3,0 0-4,0 0-2,0 0 2,-16 7 7,16-7-1,-12 6-9,12-6 11,0 0-6,-14 4 1,14-4-7,0 0 5,0 0-6,-8 6-2,8-6 3,0 0-2,0 0 1,0 0 0,-14 5-6,14-5 2,0 0-5,0 0 5,0 0 0,-8 7-2,8-7-2,0 0 6,0 0-2,0 0 4,0 0-3,-3 11 9,3-11-2,0 0 2,0 0 9,-10 5 2,10-5 0,0 0-2,-8 9-3,8-9 5,0 0-12,0 0 5,-1 14-4,1-14-5,0 0-1,-5 9 1,5-9-3,0 0-4,0 0 2,-4 11 5,4-11-6,0 0 3,-3 12 2,3-12 1,0 0 0,0 0 4,-2 13-4,2-13 0,0 0-1,0 0-2,-1 14-5,1-14 4,0 0-5,0 0 2,0 0-2,0 0 1,-2 11 1,2-11-7,0 0 6,0 0-5,0 0 4,0 0 3,0 0-8,0 13 5,0-13-3,0 0 1,0 0 1,0 0 3,0 0 2,5 11-2,-5-11 2,0 0 2,5 9-3,-5-9 5,0 0-3,7 9 0,-7-9-6,0 0-1,0 0 0,6 11 3,-6-11 1,0 0 1,3 7-3,-3-7 3,10 5-2,-10-5 3,0 0-3,11 7 1,-11-7-1,0 0-2,9 2 0,-9-2 3,14 3-5,-14-3 4,0 0-2,13 4 0,-13-4-1,13 2-1,-13-2-2,0 0-1,0 0 2,0 0-1,15 4 4,-15-4-2,0 0-2,0 0 2,8 3 1,-8-3-3,0 0 0,0 0 3,0 0-2,0 0 2,20-5-1,-20 5-2,0 0-3,11-2 4,-11 2-2,0 0 4,13-4-4,-13 4 3,0 0 0,0 0-2,0 0 0,12-3 2,-12 3-2,0 0 1,0 0 2,0 0-3,0 0 0,0 0 4,9-9-3,-9 9 2,0 0-2,0 0-2,13-9 1,-13 9 1,0 0-1,0 0 0,7-7 1,-7 7 0,0 0 0,0 0-3,10-6 0,-10 6 3,0 0-2,0 0 1,0 0 0,1-10 1,-1 10-2,0 0 1,0 0 5,0 0-5,0 0 0,0 0 1,5-9 0,-5 9 0,0 0-2,0 0 2,0 0-1,0 0 2,0 0-2,0 0 2,5-11 2,-5 11-2,0 0-2,0 0-4,0 0 9,0 0-5,0 0 1,0 0-3,0 0 1,2-14 1,-2 14-3,0 0 2,0 0-3,0 0 2,0 0 2,0 0 3,-2-14-6,2 14 1,0 0 5,0 0-3,0 0 1,0 0-2,0 0 1,0 0-1,0 0-1,0 0 2,-10-10 0,10 10-1,0 0-1,0 0 4,0 0-2,0 0 1,-8-8 1,8 8-1,0 0 1,0 0-1,0 0-2,0 0-1,0 0 4,-6-9-1,6 9-1,0 0 3,0 0 0,0 0-3,0 0 3,-9-8 1,9 8-2,0 0 1,0 0 1,0 0 0,0 0 2,-3-11-2,3 11 1,0 0 4,0 0-3,0 0 3,0 0-2,0 0 0,-6-9 5,6 9 1,0 0-4,0 0 1,0 0 0,0 0-2,0 0-1,0 0 0,0 0 3,0 0-3,0 0-2,0 0 1,0 0 2,0 0-3,-7-10-1,7 10-2,0 0 1,0 0 9,0 0-12,0 0 2,0 0 0,0 0 3,0 0-4,0 0-2,0 0 2,0 0-1,0 0-2,0 0 2,0 0-3,0 0 1,0 0-2,-14-2 2,14 2 3,0 0-4,0 0-18,0 0-24,-20 10-31,20-10-50,0 0-64,0 0-158,-13 4-376,13-4 166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23:48.99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57 3 21,'0'0'62,"0"0"-8,0 0-4,0 0-5,0 0 3,0 0-8,0 0 3,0 0-1,0 0-1,0 0-6,0 0-1,0 0 0,0 0-2,0 0 2,0 0 2,0 0-6,0 0 1,0 0-6,0 0 12,0 0-10,0 0-2,0 0 4,0 0-3,0 0 2,0 0 1,0 0 0,0 0-5,0 0-1,0 0 6,0 0-7,0 0-1,0 0-4,0 0 4,0 0-4,0 0-1,0 0 5,0 0-4,0 0 1,0 0-1,0 0-8,0 0 2,0 0 0,-9-8 4,9 8-1,0 0 2,0 0-2,-19 8 1,19-8-1,-8 5-2,8-5 2,0 0-1,-13 11-3,13-11 2,0 0 1,-3 12 0,3-12-1,0 0-6,-5 14 0,5-14 4,0 0-4,0 12 0,0-12-2,0 0 4,1 16-3,-1-16-4,4 13 8,-4-13-1,6 9-5,-3-1 1,-3-8-3,12 10-3,-3-5 5,-9-5 2,13 9-2,-4-6-4,-1 4 2,2-4 3,-1 1 1,-9-4-2,18 8-4,-6-6 8,-4 3-8,-8-5-1,16 7 3,-8-2 2,2 0-8,-10-5 1,11 8-7,-4-4-1,-7-4 3,8 6 0,-8-6 0,7 7 1,-7-7-2,9 7-1,-9-7-9,9 8 14,-9-8-16,9 6-2,-9-6-12,8 6-7,-8-6-9,13 4 0,-13-4-18,0 0-12,10 2-18,-10-2-60,0 0-173,0 0 77</inkml:trace>
  <inkml:trace contextRef="#ctx0" brushRef="#br0" timeOffset="900">351 107 59,'0'0'122,"0"0"-5,0 0-14,0 0 2,0 0-10,0 0 2,0 0-4,0 0 0,0 0-2,0 0 6,0 0-11,0 0 3,0 0-5,0 0-2,0 0-11,0 0-5,0 0-4,0 0-6,0 0-4,0 0 1,0 0-2,0 0-6,0 0 2,0 0-8,0 0-1,0 0-5,0 0 0,0 0-5,0 0-3,0 0-2,0 0 0,0 0-3,0 0-2,0 0-4,0 0 0,10-16-5,-10 16-1,0 0 0,0 0-1,0 0-1,0 0-2,0 0 0,0 0-2,0 0 1,0 0-3,18 22-2,-18-22 0,7 10 6,-4-3-4,-3-7 1,3 17-1,0-9 8,-3-8-9,9 18 2,-9-10 1,3 2 1,0 0-1,-3-10 4,3 17-6,-3-17 0,4 16 0,-3-10 0,-1-6-3,4 14 3,-4-14 2,0 12 0,0-12-3,3 8 1,-3-8 0,0 0 4,3 12-2,-3-12 1,0 0-1,0 0 1,3 10 1,-3-10-5,0 0-10,7 7-17,-7-7-32,11 3-30,-11-3-41,18 0-202,-18 0-360,18 0 160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23:54.77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157 0 27,'-14'4'143,"14"-4"-15,-14 5 5,14-5-10,-14 6-2,14-6-5,-15 6-7,5-2-6,10-4-8,-14 5 0,14-5-3,-8 4-9,8-4-5,-13 4-4,13-4-13,0 0-4,0 0-5,-15 3-7,15-3-7,0 0 2,-7 10-8,7-10-2,-6 9-2,6-9-4,-2 10 2,2-10 1,-10 17 1,10-8-5,0-9 0,-3 23-1,0-10 3,0 2-3,1 0 1,2 3 0,-2-1-4,-2-1 3,8 2-2,-4 0-4,2-2 1,0-2 1,1 2-1,3-3-4,4 2 5,-2-4-4,-1 3 2,8-5 0,-9-1-4,12-3 0,0 1-1,-3-4-6,6 2-16,0-4-11,-3 0-26,3 0-23,0-4-33,7-4-32,-4-1-202,-6 2-365,0-1 162</inkml:trace>
  <inkml:trace contextRef="#ctx0" brushRef="#br0" timeOffset="494">483 473 137,'-3'21'152,"3"-10"-19,-2 0-6,2-11-12,0 21-18,0-21-5,-2 21-12,2-21-3,4 16-6,-4-6-10,3 0-4,-3-10-6,0 15-9,0-15-3,3 11-1,-3-11-8,0 0-13,0 15-9,0-15-5,0 0-17,0 0-11,0 0-18,0 0-31,0 0-139,0 0-229,0 0 103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23:56.55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78 58 32,'0'0'125,"0"0"-7,0-15-8,0 15-9,0 0 9,-5-15-1,5 15-4,0 0-3,0 0 0,0-15-1,0 15-2,0 0-7,0 0-1,0 0-7,0 0-3,0 0-13,0 0-10,0-13-3,0 13-9,0 0-2,0 0-11,0 0 7,0 0 1,0 0-1,0 0-3,-16 34-3,11-25-1,-2 5 1,4 0-4,-2 0 3,-1-1 0,3 2 4,-2 2 0,3 0 4,-1 2-9,1 0 1,-1 0-3,0-4-3,-1 4-2,4-4-1,-3 2-4,1 0 1,4-2-2,-4 1-1,1-4-3,2-1-3,1 1 1,1-3 0,-3-9 1,7 18-6,-2-11 4,0 0 1,0 1-5,-5-8 4,9 8-3,-9-8-1,12 7 1,-1-7 2,-11 0-5,13 0 2,-13 0-5,18-1 5,-18 1-2,18-6 1,-8 1-3,1 0-1,-3-2-3,-8 7 1,13-11-3,-6 2-7,1 0-9,-1 0-2,-4 0 3,3-3 0,-1 1-1,2-3 3,-7 1-4,3-4 1,-3 2 0,0 0-1,0-2 3,-3 2 1,-1-2 1,1-2 2,-2 4 2,-4 0-1,4-4 3,-4 6-1,1-1 0,0 3 1,-5 2 0,-2-1 1,6 4-4,-3-3 3,3 6 2,-3-3 2,4 1 3,8 5-4,-16-5 0,16 5-4,-18-4-12,18 4-21,-13-3-21,13 3-30,-12-2-35,12 2-40,0 0-151,0 0-343,0 0 152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23:57.30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34 94,'0'0'169,"0"0"-15,-10-5-17,10 5-12,0 0-14,0 0-12,0 0-9,0 0-9,0 0-12,0 0-2,0 0-10,0 0 8,0 0-7,0 0-2,0 0-7,0 0 6,0 0-7,42 0-3,-42 0-2,25-4-4,-12 1 4,2 1-15,6-1 5,-5 1-7,2-2-1,-2 2-1,-3 0-6,2 1-1,-15 1-4,16-4-14,-16 4-12,15-2-16,-15 2-31,15 2-21,-15-2-18,0 0-49,0 0-104,0 0-272,0 0 121</inkml:trace>
  <inkml:trace contextRef="#ctx0" brushRef="#br0" timeOffset="324">57 212 92,'13'-2'130,"2"-2"-15,3-2-24,6 2-41,-6 0-130,3-1-87,-1 1 39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24:49.77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54 78,'0'0'169,"0"0"-25,0 0 3,0 0-10,0 0-17,0 0-7,0 0-10,0 0-8,0 0-11,0 0-8,0 0-6,0 0-16,0 0-2,0 0-5,0 0-7,0 0-4,0 0-1,0 0-5,0 0-6,0 0-3,0 0 2,0 0-4,0 0-5,0 0 2,0 0-4,0 0-6,0 0 4,0 0-3,0 0-2,0 0 5,0 0-5,0 0 0,0 0 2,0 0-1,0 0-5,0 0 4,0 0-3,0 0 0,0 0-3,0 0 6,0 0 0,0 0-1,0 0 1,0 0-6,0 0 6,0 0 3,0 0-10,0 0 5,0 0-2,0 0-1,0 0-1,0 0-3,0 0 6,0 0 0,0 0-5,0 0 1,0 0 1,0 0-2,0 0 3,25-2 7,-10 2 1,-2 2-2,1-4 4,4 4-1,0-2-1,0 0-3,10 0 3,3 0-1,-2 0-2,5-2 5,-1 4-3,16-4 0,-9-6-2,6 6 1,-4 4-4,1-4 2,2 1 1,3 0 1,-4-1-3,0-2 4,-2 4-3,0-2-3,-14 2 2,5 0-5,-1 2 4,-1-2 0,-10 2-2,5 0 2,-5 0-5,-1 0 0,-2 0 0,0 0-7,-7 4 4,4-6 2,1 4-4,-4-4 2,-12 0 4,21 2 3,-21-2-5,19-2 1,-10 0 3,-9 2 2,21-2-4,-10 2 2,-11 0 0,21-6-2,-14 4 0,-7 2 0,21-3 2,-21 3 3,15-5-8,-15 5 5,18-4-1,-18 4-1,9-2-13,-9 2 10,0 0-1,15 0 1,-15 0 0,0 0 7,0 0-8,16-8 2,-16 8 0,0 0-2,0 0 1,0 0 3,0 0-2,0 0 3,0 0 5,0 0 1,0 0-5,0 0 14,0 0-2,0 0 6,0 0 3,0 0 6,0 0 5,0 0 8,0 0-3,0 0 4,0 0-1,0 0 8,0 0 0,0 0 0,0 0-6,0 0 1,0 0-6,0 0-5,0 0-2,0 0-2,0 0 4,-27-16 2,27 16-5,0 0 0,-10-6-6,10 6-1,0 0-2,0 0-2,0 0-4,0 0 1,-15-4-13,15 4-17,0 0-26,0 0-35,-24 8-50,14-5-69,-1 0-190,11-3-415,-22 6 184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24:53.83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12 258 61,'-3'-9'97,"3"9"-1,0 0-12,0 0-7,0 0-5,-5-12-8,5 12-7,0 0-8,0 0 10,0 0-4,-4-11-7,4 11 8,0 0-10,0 0 12,0 0-10,0 0 0,0 0 6,0 0-6,0 0-1,0 0-4,0 0-1,0 0-6,-3-14 7,3 14-5,0 0 2,0 0-3,0 0 7,0 0 2,12-11 4,-12 11-2,0 0 3,0 0 0,8-6 3,-8 6 1,0 0 1,0 0 1,0 0-5,0 0-5,0 0-4,0 0-6,0 0-4,0 0-7,0 0 1,0 0 1,0 0-4,0 0 0,24 15 2,-19-8-1,-5-7 1,15 13-5,-9-8-1,2 2 0,1 2-1,4-2-2,1 2-2,-6-1-1,1-2 0,4-1 1,-4 1 1,1 1-3,-2 0-1,2-4-3,-3 3 0,-7-6-4,16 7 1,-11-3-1,-5-4-6,14 7-7,-14-7-11,7 8-11,-7-8-3,0 0-8,15 8-7,-15-8-3,0 0-7,3 3-7,-3-3-3,0 0-20,0 0-19,0 0-21,18 0-28,-18 0-138,0 0-318,14-9 141</inkml:trace>
  <inkml:trace contextRef="#ctx0" brushRef="#br0" timeOffset="446">317 209 6,'0'0'142,"0"0"-12,0 0-10,0 0-13,0 0-10,0 0-4,0 0-11,0 0 1,0 0 1,0 0 4,0 0-5,0 0-2,0 0 0,0 0-4,0 0 5,0 0 0,0 0-1,0 0-5,0 44-2,0-44-2,-9 16 4,6-6-6,0 1-1,-4-2-2,2 7-5,-1-3-6,-1 0-2,-4 0-2,5 5 0,-3-6-4,1 4 0,0-1-3,-2 0-3,2 0-7,-2-1 3,2-2-8,2 4 2,-1-3-5,1-1-2,4-3-5,-4 0 1,-1 0-1,7-9-4,-8 14 2,8-7-4,0-7-3,-7 10 0,7-10 0,0 0 3,-3 13-6,3-13 1,0 0 0,-2 9-1,2-9-2,0 0-4,0 0-11,0 0-7,0 0-18,0 0-16,0 0-38,0 0-43,0 0-43,0 0-61,0 0-134,0 0-399,-9-34 177</inkml:trace>
  <inkml:trace contextRef="#ctx0" brushRef="#br0" timeOffset="1022">67 52 11,'0'0'129,"-9"-4"-3,9 4-4,0 0-11,0 0-6,0 0-6,-17-2-3,17 2-11,0 0 5,0 0-3,0 0-6,0 0-5,0 0-1,-8-5-2,8 5-8,0 0-4,0 0 2,0 0 3,0 0-1,0 0-3,0 0 2,0 0-4,0 0 5,0 0-2,0 0-4,0 0 1,0 0 2,0 0-5,0 0 0,0 0-4,0 0 0,0 0-2,0 0-6,0 0-2,0 0-3,0 0-5,0 0-4,0 0-4,0 0 0,21-14-2,-21 14-6,18-3-3,-8-1 2,5 2-6,-15 2 2,27-6 2,-12 5-1,3 1-5,0-7 1,0 6-3,3 2 0,0-2 0,-6 1 0,-15 0-3,21-3 2,-11 3-1,-10 0-4,18 0 1,-18 0 3,0 0-5,18 0 5,-18 0-5,0 0-1,13 0 0,-13 0 2,0 0-3,0 0 0,0 0 0,0 0 2,11 4-2,-11-4 2,0 0-2,0 0 2,0 0-1,0 0 3,0 0 0,0 0-2,0 0 1,0 0-1,0 0-2,0 0 6,0 0-5,0 0 2,0 0-14,0 0-18,0 0-25,0 0-24,0 0-28,0 0-49,0 0-261,0 0-452,0 0 200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11:26.45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83 17 14,'0'0'107,"0"0"-9,0 0-3,0 0-7,0 0-9,0 0-9,0 0-1,0 0-8,0 0-7,0 0-1,0 0-11,0 0 3,0 0-5,0 0 0,0 0 4,0 0-12,0 0 6,0 0 5,0 0-14,0 0 1,0 0 0,0 0 0,0 0-11,0 0-5,0 0 3,0 0 0,0 0 2,0 0 1,0 0 3,0 0-6,0 0-2,0 0-5,0 0 0,0 0 6,0 0-3,0 0-2,0 0 0,0 0 0,0 0 7,0 0-2,0 0 1,0 0 6,0 0-5,0 0 1,0 0 3,0 0-6,-13 22-4,13-22 3,0 0-4,0 0-2,0 0 2,0 0 3,-2 14-4,2-14 1,0 0-7,0 0 3,0 0-3,0 0 1,0 0 4,16 7-15,-16-7 12,0 0-2,13 4 2,-13-4-2,10 4 0,-10-4-1,0 0-3,0 0 10,0 0-9,21-4-1,-21 4-7,0 0 15,0 0-7,18-4 10,-18 4-2,0 0-3,0 0 0,5-9-2,-5 9-2,0 0 1,5-12 2,-5 12 1,0 0-5,0-13 5,0 13-8,0 0 4,0 0-3,0 0 2,0 0-10,-5-19 10,5 19-1,0 0-2,0 0-1,-10-7 2,10 7 3,0 0-1,0 0 1,-19 0-4,19 0-1,0 0 7,0 0-2,0 0-6,0 0 7,-18 7 0,18-7-5,0 0-1,-7 8 3,7-8 8,0 0-2,-6 10 1,6-10 0,0 0-1,0 0 2,0 12 1,0-12 2,0 0-6,0 0 3,0 0 3,3 18 0,-3-18-3,0 0 5,7 7-1,-7-7 1,0 0-3,11 4 3,-11-4 4,0 0-9,0 0 3,10 5-2,-10-5 3,0 0-1,0 0 0,15-1-2,-15 1 7,0 0 7,0 0-6,0 0 2,0 0-3,0 0 2,11-13-5,-11 13 1,0 0-4,0 0 0,0-13-4,0 13 0,0 0 4,0 0-3,0 0-1,-13-19-2,13 19-3,0 0 3,-7-10-2,7 10 3,0 0-4,0 0-5,-8-6 5,8 6-1,0 0-1,0 0 0,-14-2-1,14 2 0,0 0 2,0 0-3,-17 8 1,17-8-1,0 0 4,-11 10-1,11-10 7,-7 7-3,7-7-2,0 0 1,-3 9-1,3-9-3,0 0 5,0 0-1,0 0 0,-3 14 2,3-14 0,0 0 3,0 0-2,0 0 2,15 9-7,-15-9 3,0 0 2,13 0-1,-13 0-2,0 0 6,0 0-3,0 0 1,0 0-4,0 0 5,0 0 0,19-9-4,-19 9-1,0 0 0,0 0 2,0 0-7,0-14 2,0 14-1,0 0 3,0 0 1,0 0-2,-18-15-1,18 15-3,0 0 2,-10-5 0,10 5 1,0 0-1,-14-2-2,14 2 3,0 0 0,0 0-1,-20 0 1,20 0-5,0 0-5,0 0 5,0 0 1,-14 4 3,14-4 0,0 0 2,-9 5-4,9-5 1,0 0 0,0 0 2,0 0 2,0 0-5,0 0 4,0 0-3,0 0 1,0 0-1,0 0 2,0 0 0,0 0 4,0 0-3,0 0-2,0 0 2,0 0 1,0 0-2,0 0 0,0 0 2,0 0-3,0 0 3,17 21 1,-17-21 5,0 0-3,0 0-1,0 0-2,0 0 8,0 0-1,0 0-5,0 0 3,0 0-3,0 0 1,0 0 2,0 0-6,0 0 8,0 0 0,0 0-6,0 0 6,0 0-2,0 0 1,0 0 2,0 0 2,0 0-6,0 0 0,0 0-2,0 0 2,-20-28-3,20 28 4,0 0-6,0 0 4,0 0-1,0 0-1,0 0-5,0 0 1,0 0 1,0 0-1,0 0 2,0 0-1,0 0 0,0 0 3,0 0-4,0 0-1,0 0-21,0 0-39,0 0-34,-11 18-59,11-18-215,-13 5-399,13-5 177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9:14.76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578 373 50,'0'0'121,"0"0"-11,6-7-4,-6 7-5,0 0-2,0 0-8,0 0-19,0 0-3,0 0-2,0 0-10,5-11 3,-5 11-10,0 0-4,0 0-5,0 0-5,0 0-7,0 0-3,0 0 1,0 0 0,0 0-5,0 0 2,0 0-10,0 0-3,0 0 1,0 0 2,0 0-6,0 0 1,0 0 2,0 0 0,0 0-7,0 0 4,0 0 0,0 0-2,0 0-7,0 0 7,0 0-6,0 0 5,0 0-2,0 0 2,0 0-1,0 0 6,0 0-4,0 0 5,0 0 2,0 0 4,0 0-4,0 0 2,0 0 1,0 0 5,0 0 2,22 11-2,-22-11-1,0 0-2,24 0-5,-11 0 2,2 0 9,3 0-6,3 0-5,6 2-4,3 2 2,1-3 4,0-1-4,-2 2-6,2 5-1,2-7 4,-7 3-2,3-3-5,-8 2 2,-1 4 1,-2-5 0,1 1-4,-4 0-1,-7 0-5,-8-2 0,16 2-1,-16-2-10,15 4 7,-15-4 0,10 4-2,-10-4 1,0 0 1,0 0 4,11 6 4,-11-6-4,0 0 4,0 0-6,0 0 2,0 0-5,0 0-6,0 0-8,0 0-20,0 0-16,5 5-19,-5-5-41,0 0-106,0 0-245,0 0 109</inkml:trace>
  <inkml:trace contextRef="#ctx0" brushRef="#br0" timeOffset="645">1868 200 137,'0'0'131,"0"0"-2,0 0-22,0 0-9,0 0-9,0 0 2,0 0-19,0 0 13,0 0-2,0 0-6,0 0-7,-24 26-1,20-16-4,1 5-3,0 0-14,0 0-3,-4-1-3,4-3-5,1 0 4,-1 4-6,3-4-6,-3 1-2,0-3 3,3-9-2,-4 19-6,4-19 5,-3 15-10,3-15 10,-2 16-8,2-16-1,-1 11-3,1-11-4,0 0-2,-2 13 0,2-13 0,0 0-2,0 0 3,0 0-3,0 0 2,0 0 4,0 0-4,0 13-3,0-13-7,0 0-29,0 0-35,0 0-25,0 0-49,0 0-136,0 0-297,0 0 131</inkml:trace>
  <inkml:trace contextRef="#ctx0" brushRef="#br0" timeOffset="1116">1735 0 87,'-7'5'129,"7"-5"-20,-21 11 7,11-4-7,-1-2-6,1 6-8,-3-2-5,0-1-8,0 3-10,5 0-1,-4 0-1,-1-2-7,7 0-1,-6 1-2,4 3-10,2-1 1,-1 0-3,-1-1-1,5 5-5,-4-3-2,7-1-2,-6 1-6,1-1-1,3 6-2,1-1-3,1-2-5,0 2-4,0 2 3,0 0-4,1-2-2,1 2 2,4 0 0,-1-2-2,2 0-4,1 2 8,2-3-7,1 4 4,-1-3-9,1 0 0,2-2 3,5 2 1,0 2-10,-8-5 6,5-2 2,-1 1-5,-1-1 3,-1-1-2,2-2-1,-4 1-1,2-2 2,-3-5-4,-1 3 0,1-1 6,0 0-5,6-3 1,-15-2 3,31 0-1,-13 2 1,-3-4 2,-2 2-6,1 0 5,4-5-4,-5 1 0,2 1 2,0-1 2,-1-1-3,4 3 2,-2-4-9,-1-2 5,3 3-1,-2-3 2,-1-1-3,3-1 3,-4-1 0,1 2 6,0-5-10,1 3 3,-4-3-1,1 2 0,-2-2 0,-1 1-5,-2 0 10,2-1-5,-2 0 5,2 2-7,-6-3 1,3 0 1,3 0-1,-7-2 1,2 4 4,1-3 0,-2 5-1,-4-3-4,3 4-1,-3-4 2,2-1 3,-2 15-1,-2-25-4,-1 13 4,3 0-5,-7-1-1,7 1-1,0 12-3,-8-20 11,1 4-3,7 7 2,0 9 5,-6-21 4,-1 12-3,3 0 1,4 9 0,-10-20-4,5 13-2,2-3-1,-7 3 1,10 7 2,-15-15-2,9 9 2,6 6-4,-15-11 2,9 5-2,6 6-2,-22-10 6,14 8-4,8 2 1,-28-5 2,15 3-2,-3-2-5,3 2-1,13 2 5,-26-1 2,13-2 1,-2 3-3,-1 3 0,1-2 0,-2 1-1,5 0-1,12-2 1,-28 6 4,14-1-3,-4 0-1,8-2 0,-5 6-18,-1 1-46,1-4-53,-2 0-212,-11 1-356,10-3 158</inkml:trace>
  <inkml:trace contextRef="#ctx0" brushRef="#br0" timeOffset="2862">65 2145 117,'0'0'134,"0"0"-14,0 0-16,0 0 0,0 0-10,0 0-2,0 0-13,0 0-8,0 0-8,-12 4-7,12-4-4,0 0-7,0 0-2,-11 8-11,11-8 0,-7 5 1,7-5-9,0 0-3,0 0 2,-16 6-10,16-6-2,0 0 6,-8 10-3,8-10-1,0 0-4,0 0 1,0 0-3,-11 5 3,11-5-3,0 0-4,0 0 2,0 0-2,0 0 5,0 0 2,0 0 4,0 0-4,0 0 4,0 0-1,0 0 5,0 0-5,0 0 3,0 0-5,0 0-3,0 0-1,0 0 3,0 0-2,0 0 2,35-2-1,-35 2 3,28-6-4,-13 2-2,6 4-1,5-5 2,3 1-3,-3 4 9,4-4-9,4 1 6,12-1-1,4 2 2,4 0-4,-9 0-5,-2 2 6,-9-2-4,-8 2-3,-5 2 7,0 0-1,-1-2 0,-5 2-5,-4 0 1,-11-2-1,18 0-10,-18 0 15,15 2-1,-15-2-5,0 0-2,0 0 6,0 0-1,0 0-2,0 0-5,0 0-3,0 0-16,-36 9-9,36-9-25,0 0-23,-16 0-46,16 0-121,0 0-266,-22-5 118</inkml:trace>
  <inkml:trace contextRef="#ctx0" brushRef="#br0" timeOffset="3445">1282 1962 13,'0'0'159,"0"0"-1,3-15-5,-3 15-15,8-12-10,-8 12-15,7-11-10,-7 11-7,9-9-10,-9 9-7,9-10-4,-9 10-8,14-9-5,-4 3-7,0 4-2,4-6-11,-5 6-2,5 0-5,-14 2 2,23-5-6,-12 3 0,6 0-6,-3 2 3,-14 0-6,23 2-4,-10-2-2,-13 0-3,18 4-2,-13-1-1,-5-3 2,13 9-4,-5 0 6,-8-9-6,8 14-6,-8-2 5,0-12-5,-6 25 2,3-12 7,-9 2-5,2-2 5,1 5-5,-3-6 0,-2 2 5,1-3-1,1 2-7,2-3-1,2-1 0,2-3 2,-2-1-4,8-5 3,-10 14 8,3-10-13,7-4 8,0 0-5,0 0 6,0 0-7,15 12 3,-15-12-2,31 0 2,-10-1 4,-3 1-1,3 0-4,5-2 4,-3 0-5,1 4 2,-6-2-4,2 0-2,-2 0-13,-5 2-9,-13-2-18,21 1-17,-21-1-1,13 5-10,-13-5-22,0 0-28,0 0-144,0 0-288,0 0 128</inkml:trace>
  <inkml:trace contextRef="#ctx0" brushRef="#br0" timeOffset="3986">1394 1646 78,'-10'2'150,"-1"2"-11,11-4-19,-21 5 1,6 1 0,2-2-4,-3 3-26,-1 5 7,0-5 1,4 5-10,-2 1-6,-10 4-4,8 0 3,-1-2-4,1 5-9,-2 0-2,2 1-2,-2-1 5,6 1 0,-2 6-9,5-5-1,-3 3-6,5 1-3,0-1-5,2-1 0,2 3-3,4-1-4,0-1-5,4 0 2,-4-5-3,6 5-4,2-2 0,4 0-1,-3-1-6,4-3 2,4 0-3,-1-1-1,5 0-3,0-1-2,1-2-5,-1-6 7,2 3-3,3-3 0,-5-4-4,-2 4 3,3-6-4,9 3 0,-7-2 2,5-4-3,-8 0 0,9-2 1,-3 0-4,-2 0 2,-1-3-4,2-6 2,0 4 0,1-2-2,-10-1 1,8-3-3,3-1 2,-1 0-5,-4-6 4,-5 4 1,6-3-3,1-6-2,-7 5-2,0-5 0,-2 0-1,2-3-2,-2-8 1,-3 8 1,-3 0-2,-2-3 2,-1 1 1,1 2-1,-5-3 1,0 5-1,-3-1-1,-3-1 3,0 7 0,3-4-1,-5 1 1,-2 5 1,1 2-2,-6-2 1,3 6-3,-6 0 3,0 1-2,-6 3 3,-3-2-1,-4 5 0,-1-2-4,-5 6 2,-2 0 4,-7 4 0,1-2-11,13 4-15,-7 4-21,5-1-23,-3 1-24,3-1-35,1 5-82,1-3-129,5 3-369,-1 1 164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10:41.33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87 4,'6'-9'75,"-6"9"0,0 0 0,0 0-9,4-8-3,-4 8-5,0 0 2,0 0-16,0 0 4,0 0-4,0 0-1,0 0-6,0 0 3,0 0-10,0 0-5,0 0-6,0 0 1,0 0 1,0 0-1,0 0 0,0 0-4,0 0 0,0 0-5,0 0-1,0 0-2,0 0 1,0 0 2,0 0-8,4-11 3,-4 11 3,0 0-2,0 0-4,0 0 11,0 0-9,0 0 7,0 0-10,0 0 16,0 0-9,9-6 4,-9 6-2,0 0 1,0 0 3,0 0-2,0 0-1,0 0-1,0 0-8,0 0 6,0 0-5,0 0 11,0 0-9,0 0-6,0 0 8,0 0 4,0 0-15,0 0 0,0 0 11,0 0 0,0 0-20,0 0 2,0 0 10,0 0 1,0 0 6,0 0-4,0 0 7,0 0-7,0 0 2,0 0 2,16 14-2,-16-14-3,0 0 1,0 0-4,0 0 4,5 11 4,-5-11 3,0 0-7,0 0 7,5 9-7,-5-9-3,0 0 1,0 0 6,5 8-6,-5-8 7,0 0-17,14 4 15,-14-4 6,13 0-4,-13 0 2,15 2-3,-15-2 0,13 0 5,-13 0-6,0 0-6,16-4 3,-16 4 12,0 0-7,13-4-5,-13 4 3,0 0 1,8-6-1,-8 6-2,0 0-9,7-7 13,-7 7-8,0 0 4,0 0-1,0 0-2,5-11 2,-5 11 3,0 0-2,0 0-7,0 0 3,0 0 7,0 0-7,0 0-4,0 0 8,0 0-5,0 0 1,-20-12-11,20 12 11,0 0 3,0 0 2,-14-2-1,14 2-2,0 0 1,0 0 3,0 0-7,0 0 1,-20 2-7,20-2 16,0 0-6,0 0-6,0 0 10,0 0 1,-10 10-2,10-10 3,0 0-3,0 0-2,-6 11 1,6-11-1,0 0-4,-2 11 9,2-11-9,0 0 4,0 0-3,0 0 3,0 0 0,0 0-5,0 0 12,2 19-9,-2-19 6,0 0-6,0 0 1,0 0 2,6 9-7,-6-9 6,0 0 2,0 0 7,0 0 0,0 0 3,10 2 3,-10-2 7,0 0 2,0 0-5,0 0 2,0 0 5,0 0-3,0 0-6,0 0-2,5-24 0,-5 24 3,0 0-8,0 0-13,0 0 15,-8-19-5,8 19 0,-8-11-3,8 11-2,-10-8-1,10 8 0,-8-6 5,8 6-2,-10-7-2,10 7 2,0 0 5,-8-6-6,8 6 1,0 0-2,0 0 2,0 0-11,0 0 6,-12-5 3,12 5-3,0 0 0,0 0 1,0 0-5,0 0 3,0 0-7,-13 16 7,13-16 0,0 0 0,0 0 0,0 0-2,-1 14-1,1-14 4,0 0-1,0 0-1,0 0 0,0 0-1,1 15 1,-1-15 1,0 0-8,0 0 6,0 0 8,10 11-7,-10-11 5,0 0-3,0 0 0,0 0-4,0 0 4,7 6 3,-7-6-3,0 0-1,0 0-2,0 0 6,0 0-6,0 0 0,0 0 1,0 0 3,0 0 4,0 0-4,0 0 2,0 0-4,0 0 4,0 0-4,0 0 1,0 0 1,0 0-3,0 0 1,0 0-4,0 0 2,0 0 2,0 0 1,0 0-1,0 0-5,0 0 3,0 0 1,0 0 0,0 0-2,0 0 0,0 0-8,0 0 5,0 0-2,0 0-3,0 0 6,0 0-3,0 0 2,0 0 6,9 4-7,-9-4 6,0 0-3,0 0-3,0 0 7,0 0-5,5 9 6,-5-9-5,0 0 4,10 6-2,-10-6 3,0 0-3,0 0 2,0 0 1,0 0 5,10 3-3,-10-3 4,0 0-5,0 0 3,0 0-6,0 0 5,0 0 1,0 0-8,0 0-1,0 0 6,0-24-1,0 24 0,0 0-2,0 0 1,0 0-2,-15-17-6,15 17 6,0 0-1,-14-2-5,14 2-11,0 0-32,-18 0-46,18 0-89,0 0-111,-18 4-318,18-4 141</inkml:trace>
  <inkml:trace contextRef="#ctx0" brushRef="#br0" timeOffset="16671">480 99 23,'0'0'75,"0"0"-11,0 0-7,0 0-9,0 0 5,13-6-12,-13 6-3,0 0-2,0 0-3,0 0-5,0 0-2,0 0 0,0 0-7,0 0 2,0 0 4,0 0-3,0 0 7,0 0 5,0 0-2,0 0-5,0 0-5,0 0 16,0 0-3,0 0 1,0 0 1,0 0-8,0 0 2,0 0 1,0 0 1,0 0 0,0 0-6,0 0-2,0 0 5,0 0 1,0 0-4,0 0 0,0 0 4,0 0-9,0 0 1,0 0 0,0 0 0,0 0-2,0 0 5,0 0-4,0 0-5,0 0 0,0 0-6,0 0 1,0 0-1,0 0-3,22-1-2,-9 1-1,-13 0 0,26 0-1,-8 1 3,1-1-6,-1 2 1,3-2-2,0 2 0,-3 0 1,0 0 5,-1 1-3,-4-1-11,3-2-2,-5 2-13,-11-2-20,23 4-14,-13-4-28,-10 0-138,19 0-239,-19 0 106</inkml:trace>
  <inkml:trace contextRef="#ctx0" brushRef="#br0" timeOffset="17296">702 149 76,'0'0'74,"0"0"-5,0 0-8,0 0-4,0 0 3,0 0 5,0 0 0,0 0-14,0 0 6,0 0-6,0 0 4,0 0-5,0 0-11,0 0 6,0 0 0,0 0 0,0 0-5,0 0-1,-5 35 6,5-35 6,0 0-9,2 15 0,-2-15-10,0 13-2,0-13-3,3 15 1,-3-15-4,2 16 4,2-7 6,0 0-8,1 3 3,-5-12-4,6 18-1,-4-8 5,-1-1-4,-1-9-8,2 20 4,3-13-4,-5-7-12,0 21 7,1-12-4,-1-9 10,5 19 3,-5-9 0,0-10-4,0 21-2,2-12-1,-2-9-6,-2 16 4,2-16-4,0 20 0,2-11 1,-2-9-2,3 15 1,-3-15 1,0 17 0,2-5-4,-2-12 4,-2 16-3,2-16-4,0 18 5,0-18-3,0 15-2,0-15 0,3 11 4,-3-11-4,0 13 1,0-13-1,2 12 2,-2-12-1,0 0 4,0 16-9,0-16 1,0 0 2,5 10 2,-5-10-6,0 0 11,2 11-8,-2-11-2,0 0 2,5 11 0,-5-11-4,0 0 6,0 12-1,0-12-1,0 0 1,0 0 3,-5 15-2,5-15 2,0 0-6,0 0 4,3 14 4,-3-14-4,0 0-3,0 0 1,0 0 0,0 0 1,0 0 1,2 9 0,-2-9 0,0 0-4,0 0 3,0 0-2,0 0 2,0 0-1,0 0 0,0 0-2,0 0-2,0 0-1,0 0-6,0 0-4,0 0-5,0 0-11,0 0-7,6 7-10,-6-7-21,0 0-18,0 0-27,0 0-136,0 0-270,0 0 120</inkml:trace>
  <inkml:trace contextRef="#ctx0" brushRef="#br0" timeOffset="18079">891 596 25,'0'0'115,"0"0"-6,0 0-7,0 0-11,0 0-6,0 0-6,0 0-5,0 0-13,0 0-4,0 0 0,0 0-9,0 0-11,0 0-3,0 0 2,0 0-5,0 0-5,0 0-3,0 0 0,0 0-7,0 0-2,0 0 1,0 0-2,0 0 1,0 0-6,0 0 0,0 0 1,0 0 1,0 0 8,0 0-6,0 0-4,0 0 2,0 0-11,0 0 8,0 0-6,0 0 8,0 0 0,0 0-7,0 0 0,0 0 2,0 0 2,0 0-3,0 0 0,0 0 2,0 0 5,0 0-1,0 0-4,0 0 4,0 0-6,0 0 9,0 0 8,-28 15 7,15-12-2,2 3 9,-9 4-2,-6-1-2,-5 0 4,2 3 0,-9 8-6,9-9 0,-7 10 1,7-7 3,1 5-6,0-4 2,6 3-1,-1-2-4,2 0-4,4-4 0,1 2-2,-2-1-26,4-1-25,4 1-26,0-4-15,2-1-35,-2-1-155,4-1-288,6-6 128</inkml:trace>
  <inkml:trace contextRef="#ctx0" brushRef="#br0" timeOffset="19009">927 89 73,'0'0'106,"-13"-11"-12,13 11-4,0 0-9,0 0-10,0 0-1,0 0-4,0 0-11,0 0 4,9-15-12,-9 15 1,0 0-5,12-6-6,-12 6-6,0 0-1,0-13 0,0 13-6,0 0 6,6-14-6,-6 14-3,0 0 0,4-9-5,-4 9 7,0 0-3,0 0-4,5-9-1,-5 9-12,0 0 16,0 0-9,0 0 1,0 0-3,0 0-8,0 0 8,0 0 0,0 0-7,0 0 3,0 0 3,0 0-5,0 0 10,0 0-4,0 0-4,6-12 4,-6 12-7,0 0 5,0 0-5,0 0 7,0 0-4,0 0 5,0 0-3,0 0-20,0 0 20,0 0 2,0 0 1,0 0-2,0 0-4,0 0-1,0 0 2,0 0 3,0 0-1,0 0 5,0 0 7,-39 17 4,26-6-5,-2-2 4,1 2 0,-4 4 2,-4-2-4,-17 10-3,4 2 2,-1-3-8,-2 2 2,-1 1-43,13-6-35,-3 0-40,-10 2-133,9-4-259,4-2 115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09:19.96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0 981 47,'0'0'203,"0"0"-15,0 0-12,0 0-8,0 0-13,41-11-6,-41 11-5,0 0-6,13-5-11,-13 5-11,0 0-7,13-1-13,-13 1-6,15-2-4,-15 2-6,21-4-7,-5 2-7,4 0-5,-2-1-5,1-3-5,4 4-6,5 1-5,3-8-4,1 8-2,4-3-3,-5 0-3,12 2-1,-11-1-2,1 1-5,-2 0 1,-2 0-7,-1 2 0,-4-3 0,-6 0-13,-2 3-5,1-4-7,-1 1-6,-16 3-7,15-2-8,-15 2-2,16 0-11,-16 0-7,0 0-22,15-4-23,-15 4-32,0 0-17,11-7-198,-11 7-373,3-9 164</inkml:trace>
  <inkml:trace contextRef="#ctx0" brushRef="#br0" timeOffset="418">1401 425 27,'0'0'138,"0"0"-3,9-5-7,-9 5-5,0 0-12,0 0-13,16-4-6,-16 4-8,0 0-7,0 0-11,11-4-14,-11 4 5,0 0-7,0 0-10,0 0 2,0 0-2,0 0-1,13 11-8,-13-11 2,0 0-5,0 16-5,0-16-3,0 0-2,-6 18-1,6-18 4,-10 12-6,4-6-3,6-6-5,-12 11 2,6-6 0,6-5-1,-15 8 5,15-8-4,-8 4-3,8-4 2,-13 5-2,13-5-1,-8 4-2,8-4-4,0 0 2,-10 6 0,10-6-5,0 0 2,0 0 1,0 0 4,0 0-2,0 0 2,0 0 7,0 0 2,18 23-2,-12-22-1,-6-1 4,15 11-3,-9-4 3,3 0-3,-3 2 3,7 1 4,-5-2-6,-1 1 2,1-2 0,-2 3 3,1 3-1,0 1-1,1-1 3,-5-2-3,-3 4 0,0-4 0,0 3-8,0-14 4,-3 25 2,-4-16-2,2 2-6,5-11 8,-10 15-2,-1-6-1,8-3 3,-10 2 1,1 0-3,-1-3 0,2-1 1,3-1-1,-5-1 3,13-2-4,-25 2 5,25-2-2,-14 0-2,14 0 1,-18 3-8,18-3 11,0 0-2,-15-5-4,15 5-5,0 0-17,0 0-18,-18-2-26,18 2-22,0 0-25,-13 2-38,13-2-154,-15 0-320,15 0 143</inkml:trace>
  <inkml:trace contextRef="#ctx0" brushRef="#br0" timeOffset="1286">1253 457 46,'0'0'125,"-11"-11"-7,11 11-16,0 0-7,0 0-3,0 0-12,0 0-2,0 0-6,0 0-5,0 0-5,0 0-8,21-23-1,-21 23-8,11-5-9,-11 5-11,12-6 19,-12 6-13,13-10-3,-5 8-5,-8 2-1,16-7 9,-16 7-15,12-2 3,-12 2-10,18-5 3,-18 5 0,14-2-3,-14 2 7,17 0-14,-17 0 3,11-2 4,-11 2 1,15 4 8,-6 1 0,0 1-9,-9-6 9,9 9 4,-9-9-12,10 14 1,-7-7-1,-3-7 0,8 12-4,-4-5-13,-4-7-4,3 17-22,-3-17 1,0 12-20,0-12-31,0 11-144,0-11-247,-10 7 110</inkml:trace>
  <inkml:trace contextRef="#ctx0" brushRef="#br0" timeOffset="2039">1284 176 60,'-21'2'101,"8"0"3,13-2-3,-21 3-16,9-1 1,-1 4-4,2-3-5,-4 6 1,-3-2-6,0 2-1,5 0 0,-5 1-1,1 3-9,2-1-7,-3 1 0,5-2-13,-2 4 3,1 0 7,1 1-2,1-4 0,2 4-7,2 3 1,-2 0 5,2 5-2,2-4-8,3 8-5,-4-2 2,2 0-8,2-1 13,0 1-1,-1 3-4,1-1-2,0-3-3,3 1 3,-3 1 0,3 1 0,3-1 2,0-3 2,-3 4-1,3-1 0,1-3 1,2 3-2,2-2 2,2-1-8,1 3 5,3-3 0,0 1 4,4 1-1,3-1 0,0-4 0,9 7-6,4 1 1,-11-9-7,0-1 0,3-4-2,-2 2-4,4-1 2,-7-2-7,-3-3 1,0-1 2,0 1-7,0-3 0,0 2 4,-4-3-5,6 1 4,-6-5-4,1 4 0,3-2-1,0-1-3,2 1 1,-3-3 5,3 0-7,0 0 3,1-2 0,-3 0-3,3 2-3,-3-2 4,3-4-2,0 4-1,-6-2-1,6 0 2,0-3 0,0 1 2,0-1-4,1-5 2,-4 4 0,-4-1 0,7-3 4,4-1-8,-7 0 2,3-3-1,0-1 3,0-2-3,0 0 0,-3 0 0,4-2 0,-13 2 0,9-7 0,3 1 0,-3 0-2,0-1 3,3-3-2,-6 4 4,-2-3-1,-1-1-1,2 3-3,-1-1 0,-1-1 1,-3 7 3,0-8 0,0 1 0,-1 1 0,-1 3-2,-1-6 2,-2 1 3,1 1 1,-2 1-1,0 4-1,0 3-2,1-9 1,-4 2 2,5 4-2,-5 0 0,0 5 0,0-4 0,0 2 0,-5 1-3,1-3 2,-2 4 2,3-1-4,-2-2 3,-5 4-1,0-3 1,2 2-3,-5 2-3,2-1 1,-1 3 4,-1-4-1,2 5-3,-2-3 2,-2 3 1,4-2-2,-2 2 0,1 0 1,-2 0 0,4-1 4,-2 2-1,-1-1-4,5 0 2,-2 1-3,-1 4 1,5-3 0,-4 2 0,-5-4 1,7 4-3,-5-2 4,-2-1-2,9 3 3,-6-1-3,3 3 1,0-3 3,-5 0-4,1 5 2,13 3 1,-18-11 2,6 7-6,-1-3 0,-1 2 0,4 1 1,-5 1-2,1 1 6,-1 0-6,-5 2 2,6 0 2,-7-2-2,6 2 0,-3 0-3,0 2 1,2-2 1,1 0-2,0 2 2,15-2 1,-21 2 2,10-1-4,11-1 2,-20 2 0,20-2 3,-18 4-2,18-4 1,0 0-2,-11 0-1,11 0 5,0 0-3,-15 2 1,15-2 3,0 0-5,0 0 2,0 0-1,-18 0-1,18 0 2,-13 2-1,13-2-4,0 0 2,-14 5 2,14-5 0,-15 7-2,15-7 3,-13 5-1,13-5-1,-11 4 0,11-4-1,-13 5-3,13-5 5,-9 8 1,9-8-3,-14 8 4,14-8-3,-13 7 0,13-7 1,-15 7 0,15-7-1,-11 6-1,1-2 2,3 2 2,7-6-3,-18 7 0,10-3 1,2 1-2,6-5 1,-15 9-1,5-4 2,10-5 0,-18 8 7,12-5-6,6-3 2,-11 6-4,11-6 3,-10 3 4,10-3-3,0 0-2,-15 5 1,15-5-2,0 0 1,-15 5-3,15-5 7,-9 2-5,9-2 3,0 0-3,-18 2-2,18-2 1,-12 4 1,12-4 0,-13 3-2,13-3 1,-11 4-3,11-4 6,-13 6-3,13-6 0,-18 6 0,18-6 0,-11 4 0,11-4 0,-12 7 2,12-7-2,-13 5-4,13-5 5,-11 8-7,1-2-16,10-6-19,-15 11-32,9-5-56,6-6-104,-15 12-177,15-12-445,-15 3 197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11:01.23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92 23 49,'0'0'135,"0"0"-6,0 0-8,0 0-12,0 0 1,0 0-12,0 0-2,-8-10-9,8 10-5,0 0-9,0 0-11,0 0-6,0 0 3,0 0-13,0 0 5,-26 12-4,26-12-7,-10 9-5,4-2-5,6-7-2,-10 12 1,3-6-4,7-6-1,-9 12-3,9-12-1,-5 12-4,0-4 3,5-8-7,-3 11-4,3-11 5,0 0-3,-4 12 3,4-12-22,0 0 18,0 0-1,7 14 3,-7-14-3,0 0 0,13 8 0,-13-8-5,8 2-2,-8-2 3,15 4-2,-15-4 0,16 2-1,-16-2 0,13 2 1,-2 3 2,-11-5 0,18 4-3,-11-1 2,-1 4-10,-6-7 4,15 9 9,-9-5-3,-6-4-2,14 11 4,-11-5-1,-3-6-5,10 13-3,-10-13 0,4 9 6,1-3-1,-5-6-1,0 0 4,8 11-11,-8-11 9,0 0-3,0 11 2,0-11 6,0 0-1,-14 9-1,14-9 1,-16 7 3,4-3-5,12-4 0,-18 3-2,5-3 3,13 0-5,-21 2 6,13 0-7,8-2 6,-18 0-3,18 0 2,-15 0-5,15 0 2,0 0 1,-14 0 1,14 0 0,0 0-2,0 0 3,0 0-3,0 0 0,0 0-1,-10 2 3,10-2-8,0 0 3,0 0 1,0 0 0,0 0-1,0 0-1,0 0-8,0 0-7,0 0-5,0 0-16,0 0-11,0 0-14,0 0 0,0 0-6,0 0-17,0 0-18,0 0-123,0 0-246,0 0 110</inkml:trace>
  <inkml:trace contextRef="#ctx0" brushRef="#br0" timeOffset="912">185 21 120,'0'0'113,"0"0"-3,0 0-4,0 0-9,0 0-26,0 0 7,15-4-4,-15 4-10,0 0-7,14-1-5,-14 1-1,17-5-8,-6 3-7,-11 2 5,21-2-14,-11 1 4,-10 1-6,21 0-1,-21 0-6,16-2 4,-16 2-4,18-2-1,-18 2-4,10-2-1,-10 2-1,0 0 1,0 0-4,0 0 8,15-2-7,-15 2 0,0 0-2,0 0-3,0 0-12,0 0-10,0 0-7,0 0-15,0 0-1,16 2-20,-16-2-31,0 0-94,0 0-200,0 0 88</inkml:trace>
  <inkml:trace contextRef="#ctx0" brushRef="#br0" timeOffset="1369">607 30 14,'0'0'118,"0"0"-10,0 0-8,0 0-8,0 0-7,0 0-4,0 0-10,0 0-6,-36 6 0,36-6-6,0 0 0,0 0-2,-15 8-1,15-8-13,0 0 1,-13 5-5,13-5-7,0 0 1,-8 10-6,8-10 12,-6 9-4,6-9 3,-4 10-3,4-10-7,-4 11 1,4-11-2,0 0-3,-4 15-1,4-15 1,0 0-5,0 15 5,0-15-5,-3 11-2,3-11 1,0 0 3,3 17-2,-3-17-3,0 0-7,4 16 7,-4-16-4,0 0-3,0 15 0,0-15 1,8 7-5,-8-7 8,3 14-4,-3-14-3,3 9 0,-3-9 3,7 7-3,-7-7-2,5 10 5,-5-10 0,0 0-2,6 8 5,-6-8-4,0 0 4,0 0-2,8 7-3,-8-7 1,0 0 3,0 0-2,10 5 3,-10-5-7,0 0 4,0 0-7,15 2 10,-15-2 0,13 2-7,-13-2 1,14 0 7,-14 0-10,15 0 3,-15 0-3,0 0 4,25-2-6,-25 2 6,11-3-3,-11 3-9,15-4 9,-15 4 0,13-4-2,-13 4 3,0 0-6,14-2 4,-14 2 0,10-3 2,-10 3-1,11-6 0,-11 6-4,0 0 0,15-6 5,-15 6-5,10-6 1,-10 6-1,0 0 0,15-7 1,-15 7-2,6-7 10,-6 7-7,5-8 2,-5 8-3,8-8 2,-8 8-1,0 0-1,8-13-1,-8 13-2,0 0 6,5-10 0,-5 10-2,0 0 2,3-11-1,-3 11-3,0 0 2,0 0-5,2-13 4,-2 13 3,0 0-6,0 0 6,0 0-6,-2-19 5,2 19-1,0 0-2,0 0 2,-8-9-2,8 9 2,0 0-4,-6-12 3,6 12 1,0 0 1,-5-11 2,5 11-5,0 0 6,-5-9-17,5 9 16,0 0 1,0 0 6,-5-12 11,5 12 0,0 0-8,0 0 8,-10-9-1,10 9-1,0 0 0,0 0 2,0 0-7,-5-11 2,5 11-3,0 0-1,0 0-1,-6-10-3,6 10 1,0 0 0,0 0-4,0 0 0,-8-7 0,8 7-2,0 0 0,0 0-2,0 0 1,-17-6-17,17 6-34,-17 2-30,17-2-63,-31 2-225,14 0-394,-2-2 174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10:08.40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256 287 115,'0'0'129,"0"0"-3,0 0-14,3-20-6,-3 20-7,0 0-8,0 0-11,0 0-6,0 0-10,8-18-7,-8 18-2,0 0 2,0 0-4,7-9-8,-7 9 2,6-5-9,-6 5-2,15-9-7,-15 9-6,8-5-1,-8 5-1,13-6-5,-13 6 1,15-7-4,-15 7 2,9-4 4,-9 4 0,12-4 3,-12 4-10,10-4 2,-10 4-1,0 0-3,14-2-4,-14 2 4,0 0-6,0 0 3,0 0-1,15-1-2,-15 1 2,0 0-1,16 3-10,-16-3 14,0 0-4,12 4 1,-12-4-3,13 8-1,-13-8-3,8 4 4,-8-4-4,6 7 9,-6-7-2,8 9-3,-1-2 1,-7-7-3,3 9-3,-3-9 7,2 11-3,-2-11 1,0 0 5,-5 21-7,-2-12 4,7-9-3,-8 16 0,2-9 3,-2-2-5,-2 1 5,-2 2-6,12-8-1,-16 13 8,8-8-5,1 2-2,7-7 2,-13 11-2,9-6-1,4-5 6,-12 8-3,12-8-5,-10 8 3,10-8 0,0 0 4,0 0-7,-6 11 6,6-11-5,0 0 2,0 0-1,0 0 2,0 13-4,0-13 4,0 0-3,0 0 4,0 0 7,13 12-7,-13-12 1,15 3 5,-15-3-5,11 6 3,0-4 2,-11-2 2,17 3-8,-11 1 2,-6-4 1,15 6 2,-5-2-2,-10-4-4,8 6 3,-8-6 1,14 9-2,-14-9-5,7 10 7,-2-5-4,-5-5-1,3 13 6,-3-13-5,-3 14-2,3-14-8,-5 16 13,-2-7-3,7-9-1,-8 14 7,-2-3-2,2-3-4,-1 0 6,9-8-12,-14 11 11,6-5 0,-3 0 1,1-3-2,10-3 1,-21 8 1,11-6 3,-1 1-6,11-3 14,-15 2 4,15-2-1,0 0 0,-18-2-3,18 2 3,0 0 0,-16-3-2,16 3 0,0 0-1,-11-6-3,11 6 2,0 0-3,0 0-4,-5-11-2,5 11 4,0 0-5,0 0 2,0 0-10,0 0 6,0 0 1,0 0-3,0 0 0,0 0-3,0 0 9,0 0-17,0 0-6,0 0-6,0 0 1,0 0-14,0 0-11,0 0-18,0 0-7,0 0-23,0 0-28,0 0-159,0 0-304,-17-2 135</inkml:trace>
  <inkml:trace contextRef="#ctx0" brushRef="#br0" timeOffset="969">487 79 66,'0'0'136,"-8"-9"-11,8 9-15,0 0-7,0 0-10,-7-9-6,7 9-9,0 0-7,0 0-12,-3-14-3,3 14-2,0 0-6,-8-9-4,8 9-11,0 0 6,-12-8-8,12 8 1,0 0-8,-16-4 4,16 4 0,-6-7 2,6 7 0,-12-6-1,12 6 3,0 0 12,-10-5-10,10 5 7,0 0-3,0 0-3,-14-4 0,14 4-5,0 0 0,0 0-9,0 0-4,-15-2-3,15 2 4,0 0 2,0 0-8,-18-4 0,18 4-4,0 0 2,-13 0-3,13 0-1,0 0 3,-19 4-5,9 0-1,10-4 3,-15 3 1,15-3-3,-16 4 2,16-4-1,-15 4-2,15-4-3,-14 5 2,7-1 0,7-4 0,-11 6-6,11-6 5,-13 6 0,13-6 5,-15 3-3,15-3 0,-11 8 1,11-8-2,-10 8 3,2-3-4,8-5 8,-15 8-2,9-3 1,6-5 2,-14 9 4,8-2-2,6-7 5,-11 13-4,6-10-6,-5 5-1,10-8 4,-12 13 4,3-5 3,5 2-7,-4-5 0,8-5 2,-9 15-2,0-5-3,5-1 1,-5-1 1,6 1-1,3-9 0,-6 15-2,1-7 1,5-8 1,-7 17-1,7-10 0,0-7 2,-3 20-5,3-20 4,0 16 2,0-6 2,0-10-2,-3 18 3,3-18-3,0 20 0,0-11 1,0-9 3,-2 21 3,0-10 4,-2 4-1,4-4-5,0-11-1,-7 22 0,7-8 0,-3-4 1,3-10-4,0 22-1,0-12-1,0-10 0,-4 17-6,4-17 7,0 17-7,0-17 2,0 15 2,0-15 3,4 17 0,-4-17-6,3 13 3,-3-5-2,0-8-2,7 15 0,-7-15-3,6 14 3,-1-7 1,-5-7-2,3 13 1,0-5 1,-3-8 3,9 13-4,-6-8-1,-3-5 4,6 16-7,1-11 4,-7-5-2,8 13-1,-8-3 2,7-2 2,-7-8-3,8 13 0,-3-5-1,-5-8 3,8 13 1,-5-6 6,5 1-1,-8-8 1,10 11 0,-2-4 1,-1 2-1,-7-9 2,11 11-6,-5-4 5,4-1-4,-2 0 3,-8-6 0,13 9-3,-4-3 3,-3-1 0,1 1-2,-7-6-2,14 8 1,-6-3 2,-1-1 0,-7-4 1,16 5 4,-16-5-2,21 4-1,-9-2 4,-12-2-1,18 5-3,-7-4 1,2-1 1,-13 0-2,21 2 1,-13 0-2,-8-2-4,25-2 0,-14 2 0,-11 0 2,23-2 2,-11 2 0,-12 0-4,21-1 0,-7-1 2,-2-1-1,4 1-1,-5 0-1,-11 2 1,25-5-1,-12 3-1,-2-2-3,2 1 3,-1 1-2,-1-4-1,-1 2 4,1 0-2,1-1-1,-12 5-2,19-10 4,-7 7-1,-4-5 1,2 4-1,-10 4 0,16-7-3,-8-1 3,2 5 2,-10 3-1,14-12-2,-5 6-1,-9 6 1,14-11-3,-6 6 2,1-2 1,-1 0-2,2 0 2,-2 1-1,-2 0-1,1-2 2,2 1 1,-9 7-2,12-14-1,-4 9 3,-8 5-1,10-15-1,-4 7-2,2 1 6,-1-1-7,-7 8 2,8-15 2,-1 7 2,-4 1-2,-3 7 0,10-13-1,-7 5-3,-3 8 6,5-15 1,-5 15-2,6-13 0,-6 13-1,0-13 1,0 13 0,4-14 2,-4 14-5,3-13 4,-3 13-3,0-15 4,0 15-4,-7-17 4,7 17-5,0-15 1,0 15 1,-3-15 0,3 15 0,0-18 2,0 18 0,-3-14-1,3 14-1,-2-18 0,-1 9 0,3 9 3,-2-17-2,2 17-6,-1-13 5,1 13 2,-4-16-4,4 16 4,-3-11-3,3 11 1,0-13 0,0 13 4,0 0-5,-5-19 1,5 19 2,-1-13-4,1 13 3,0 0 0,-5-13-2,5 13 1,0 0 1,-7-14 2,7 14-4,-3-9 2,3 9 0,0 0 1,-5-15 1,5 15 2,-3-8 1,3 8 0,0 0-3,-5-13 2,5 13-1,0 0 0,-8-11-3,8 11 2,0 0 6,-7-13-9,7 13 2,-3-8-2,3 8 0,0 0 1,-8-14-2,8 14 2,0 0 3,-7-11 1,7 11-5,0 0 4,-5-7-5,5 7 4,0 0 0,0 0 0,-6-10-3,6 10 1,0 0 1,0 0-2,-7-9-1,7 9 2,0 0-2,0 0 0,-6-9 2,6 9-1,0 0-2,0 0 1,-8-10 1,8 10 0,0 0-3,-7-8 7,7 8-3,0 0 0,0 0-1,0 0 1,-6-11 0,6 11-1,0 0-1,0 0 1,-5-7-2,5 7 6,0 0-5,0 0-3,0 0 2,0 0 3,-12-8 5,12 8-11,0 0 0,0 0 4,0 0-1,-8-8 2,8 8-4,0 0 1,0 0-1,0 0 4,0 0-5,0 0 3,-8-5-3,8 5 6,0 0-2,0 0 1,0 0-2,0 0 0,0 0-2,-11-9-3,11 9 4,0 0 1,0 0 1,0 0 0,-10-5-2,10 5-1,0 0 0,0 0 2,0 0 0,-15-3 0,15 3-1,0 0 2,0 0 5,0 0-6,0 0-3,-13-6 2,13 6-1,0 0 4,0 0-2,0 0 0,0 0 1,0 0-2,-16-2-3,16 2 1,0 0 2,0 0 2,0 0 2,0 0-5,0 0-2,-16-5 8,16 5-3,0 0-4,0 0 4,0 0-2,0 0-1,0 0 2,0 0-3,0 0 5,-13 0 1,13 0-6,0 0 3,0 0-2,0 0 4,0 0-1,0 0-4,0 0 1,0 0 4,0 0-2,-20 0-2,20 0 4,0 0-3,0 0 1,0 0 1,0 0 2,0 0-5,-15-4 4,15 4-6,0 0 6,0 0-2,0 0 0,0 0-1,-16 0 1,16 0-7,0 0 7,0 0 1,0 0 0,0 0-2,0 0 5,-14-2-6,14 2 6,0 0-4,0 0-2,0 0 2,0 0-1,0 0 3,0 0 0,0 0-2,0 0 2,0 0-2,0 0-3,-15 2 2,15-2-2,0 0 4,0 0-1,0 0-6,0 0 3,0 0 2,0 0 0,0 0 3,0 0-2,-15 0 2,15 0 6,0 0-9,0 0-2,0 0 1,0 0 1,-19 0 5,19 0-5,0 0 1,0 0-3,0 0 3,-15 2 3,15-2-4,0 0 2,0 0 0,0 0 1,0 0-2,0 0 0,0 0 8,0 0-3,0 0-7,-13-6-2,13 6 5,0 0 0,0 0-7,0 0 5,0 0 4,0 0-15,0 0-18,-18 8-37,18-8-50,-15 7-79,-3-1-307,7-3-544,-7 0 241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11:36.96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 0 25,'0'0'124,"0"0"-9,0 0-1,0 0-14,0 0-3,0 0-5,-5-11 2,5 11 0,0 0-3,0 0-1,0 0-3,0 0-8,0 0-2,0 0-1,0 0-7,0 0-1,0 0-6,0 0-6,0 0-6,0 0-7,0 0-1,0 0-11,0 0 0,0 0-4,0 0-4,0 0-2,0 0 4,0 0 6,0 0 3,0 0-1,0 0-6,3 36 3,-3-36-8,2 21-4,3-10 3,-4 0-5,1-1-3,3 5-4,-2-5 10,2 1-4,-5-11 1,10 14-9,1-7 6,-3-4-3,2 1-1,-10-4 3,24 0-9,-9-5-13,6-1-20,-1-2-24,6-5-51,11-6-35,-6-8-181,2-1-347,-2-2 154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11:37.79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0 176 9,'5'9'137,"-5"-9"-5,0 0-14,0 0 4,6 11-10,-6-11-3,5 7-5,-5-7-4,5 9-5,-5-9 13,6 14-7,-2-5 3,1-2-8,-5-7-6,9 18-10,1-11-7,-5 0-4,6-2-1,-1 0-6,3-1-2,7-4-5,1 2 1,0-6-10,5 1-4,7-6-6,-4-2-2,0 0-3,-1-2-5,1-2-3,-4 1-14,4-4-15,-3-1-15,7-6-29,-7 4-41,5-7-45,-10 2-199,3-9-360,1-3 159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11:38.77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13 108,'8'10'124,"-8"-10"1,8 5-7,-8-5-10,8 10-9,-8-10-10,8 9 3,-1-3-10,0 1-2,-1 1-6,-6-8-4,16 17-4,-8-9-8,4 3-4,-4-4-8,0 1-3,0 0-2,0-1-10,-1-1 4,-1 1-3,-6-7-7,15 10-2,-10-6 1,-5-4-5,15 5-2,-15-5 3,14-1-3,-14 1 1,15-6-8,1-4-4,1-1-25,9-4-24,1-4-50,11-13-174,4-2-288,2-4 127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11:39.49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23 68 111,'-23'-25'116,"23"25"-22,0 0 4,0 0-11,21-7-13,-21 7-3,0 0-9,17 2-9,-17-2-6,0 0 7,19 5-9,-19-5-6,15 7-9,-9-4 3,-6-3 0,10 7 2,-10-7 1,10 10-7,-10-10 9,8 12-1,-6-5 6,-2-7-4,-2 15 3,2-15-5,0 15-9,0-15 3,0 17-3,0-7 6,0-10-6,0 14-1,0-14-7,-3 14 0,3-14-5,3 11-3,-3-11 5,3 9-3,-3-9-6,0 0 6,12 8-2,-12-8 4,8 4-6,-8-4-1,0 0 0,18 0 1,-18 0-4,18-4 1,-18 4 1,18-3-2,-8-2-2,6 2 0,-2-5 0,6 3-3,3-6 8,8-1-1,9-7-17,6 0-23,5-4-51,-3-1-197,6-5-303,16-12 134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26:22.54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 22 105,'0'0'103,"0"0"4,0 0-20,0 0-7,0 0-5,-6-10-10,6 10-2,0 0-6,0 0-5,0 0-6,0 0-4,0 0-1,0 0-4,-2-12 2,2 12 5,0 0-1,0 0-7,0 0 0,0 0 1,0 0-2,0 0 0,0 0 0,0 0-8,0 0 0,0 0-6,0 0 2,0 0-12,0 0 5,0 0-2,0 0 2,0 0 0,0 0 2,0 0 8,0 0 18,0 0-1,0 0-4,0 0 1,34 20-4,-29-16-8,5 3 3,-2 0-4,0-1 3,0 2-6,1-2 0,2 4-7,-3-2 5,0 1-2,2 0-5,-3 0 3,6 2-6,-7-1 1,2-3-1,-1 2-4,-1-1-1,2 0 0,-1-1 5,-1 1 1,-6-8-4,10 12 1,-5-8-5,-2 4-1,-3-8 2,7 11-4,-7-11 3,6 7-2,-6-7-1,0 0-13,7 8-9,-7-8-3,0 0-10,0 0-4,0 0-6,0 0-18,0 0-1,3 10-12,-3-10-18,0 0-20,0 0-145,0 0-276,0 0 123</inkml:trace>
  <inkml:trace contextRef="#ctx0" brushRef="#br0" timeOffset="516">326 9 58,'0'0'105,"0"0"0,0 0-15,0 0-6,0 0-5,0 0-8,0 0-3,0 0 1,0 0-3,0 0-2,0 0-6,0 0-5,-23 22 0,23-22-2,0 0-6,-3 13 1,3-13-6,-3 12 7,3-12-5,-5 16-2,5-16-2,-2 15 3,-3-6 11,2 2 0,-4 0-8,3 0-7,0 1 1,-2 3 12,-2-2 4,-4 3-1,4 0-3,-2 0-4,-1 2 1,1-1-3,-1 2-1,1-3 4,-3 0-6,0 1-3,3 6-5,2-9-2,0 1-3,1 3 4,-1-2-9,2-1 0,-3-1-2,3-1 1,-1-1 0,3-1-4,2-1-1,2-10 0,-7 17-3,3-12 0,4-5-2,-2 14-1,2-14 2,0 13-2,0-13 2,0 0-3,0 0-1,8 13-4,-8-13-18,0 0-13,13 2-15,-13-2-31,0 0-43,0 0-57,0 0-180,0 0-381,23-13 169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26:25.08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0 211 102,'0'0'127,"0"0"-11,0 0-1,0 0-15,0 0-1,0 0-15,0 0 3,0 0-14,0 0 7,0 0-8,0 0-7,0 0 3,0 0-18,0 0 9,0 0-3,0 0 2,0 0 0,0 0 0,0 0 0,0 0-5,0 0-2,0 0-2,28 16-8,-28-16-1,4 12 0,3-6-3,-7-6-10,15 13 4,-11-6-10,5-1 2,-3 2-2,2-1-1,0-2 2,1 2-3,0 0-2,-1 1 1,2-1-5,-2-1-4,2 2 0,-2-5 1,-8-3 1,12 9-2,-6-5 0,-6-4-6,15 10 2,-15-10 1,8 6-6,-8-6-11,0 0-10,10 7-6,-10-7-7,0 0 3,0 0-16,8 5-8,-8-5-13,0 0-16,0 0-6,0 0-16,0 0-19,0 0-125,0 0-272,0 0 121</inkml:trace>
  <inkml:trace contextRef="#ctx0" brushRef="#br0" timeOffset="434">311 158 85,'0'0'117,"0"0"-9,0 0-4,0 0-1,0 0-3,0 0-5,0 0-2,0 0-3,0 0-15,-11 37-6,11-37-3,-7 9-3,7-9-7,-3 14-6,3-14 4,-5 15 4,2-5 2,-2-1-6,5-9-3,-8 21-4,3-10-4,1 1 5,0 1-9,0 0 1,-2 2 4,-1-6 3,1 7 0,-1-3-5,1 2 2,-1-2-6,2 3-2,-1-3-2,1-2-1,-2 0-4,1-1 2,-1 2 0,6-1-3,1-11-3,-7 19-2,4-12-2,-2 2-4,2 1-2,-2-1 4,5-9-2,-5 22 1,0-15-1,0 2-3,0 3-3,-1-5 1,6-7 2,-5 15-1,0-7-3,5-8-2,-5 11-1,5-11 0,-3 9-3,3-9 1,0 0 1,-2 12 1,2-12-4,0 0 3,0 0-1,0 0-1,0 0 1,0 0 1,0 0 1,0 0 0,0 0-3,0 0 3,0 0 2,0 0-3,0 0 2,0 0 1,0 0-4,0 0-2,0 0 2,0 0-2,0 0 2,0 0-2,0 0 0,0 0-3,0 0-8,0 0-14,0 0-19,0 0-23,23 0-30,-23 0-48,0 0-70,0 0-134,0 0-374,0 0 166</inkml:trace>
  <inkml:trace contextRef="#ctx0" brushRef="#br0" timeOffset="2027">493 211 84,'0'0'93,"0"0"0,0 0 0,0 0-9,0 0-13,0 0 9,0 0-16,0 0-3,0 0-20,0 0 10,0 0-8,0 0 5,0 0-11,0 0 2,0 0-6,0 0 2,0 0-4,0 0 0,0 0 3,0 0-2,35 5-6,-35-5 8,0 0-5,19 2-6,-19-2 1,18-2-2,-18 2-7,16-1 2,-4-1 1,-12 2 3,23 0-1,-10-2-7,1-2-1,-2 1 3,-12 3-4,29-1 3,-11 1 0,-2-4 5,5 4-10,-4-4 5,5 4-2,0-5 2,-4 3-2,3 0-2,-5-2 5,0 3-6,1 1-2,-6-5 0,2 3-13,-13 2 11,21-2-4,-21 2 3,15 0-1,-15 0 9,15-1-11,-15 1 2,0 0-5,14 0 6,-14 0-3,0 0 3,0 0-1,0 0 2,0 0-5,15 0 1,-15 0 6,0 0-4,0 0-5,0 0 1,0 0 1,0 0-5,0 0 3,0 0 6,0 0-2,13-2 5,-13 2-7,0 0 0,0 0 4,0 0-4,0 0-3,0 0-4,0 0-4,0 0 0,0 0-13,0 0-13,0 0-20,0 0-10,0 0-20,0 0-38,0 0-86,0 0-227,-39 10 101</inkml:trace>
  <inkml:trace contextRef="#ctx0" brushRef="#br0" timeOffset="2570">800 126 132,'0'0'126,"0"0"-21,0 0 6,0 0-14,0 0-6,0 0-9,0 0 1,0 0-4,0 0-5,0 0-7,0 0-8,0 0-4,0 0-19,0 0 20,0 0-7,0 0-3,18 28-6,-18-28-9,9 6 0,-2-1-2,-7-5-3,10 9 0,-5-2-1,-5-7-4,8 11 0,-8-11 0,6 9-5,-6-9-4,0 0-4,2 10 4,-2-10-3,0 0 3,0 0-3,-12 13-1,12-13 1,-21 7 0,10-1-20,1-2-15,-1 0-31,11-4-41,-25 3-158,17-1-276,8-2 122</inkml:trace>
  <inkml:trace contextRef="#ctx0" brushRef="#br0" timeOffset="3395">598 140 40,'0'0'89,"0"0"4,0 0 0,0 0-20,0 0-2,40 6-9,-40-6 3,10 4-12,-10-4 2,13 6-9,-13-6-5,15 5-3,-15-5 2,15 4-5,-7-2-1,-8-2-3,19 4-1,-9-4 0,-10 0-2,24-2 9,-7 2-8,-4 0-1,5 2 0,-4-1-2,4-2 12,0 2-17,2-2-3,-2-1 2,3-2 0,-2 0-1,9 3-2,-10-1 1,2 0-4,-1 0-5,-1 2 9,2-2-13,-4 2 10,7 0-2,4 0 5,-7 0-6,-2 0-1,1 0-3,3 0 8,-5 2-4,3 0 2,0-2 0,-3 0 5,1 0-14,-3-2 3,1 2 4,-1 2-2,3-4-2,-18 2 1,24 4-5,-9-4-2,-15 0 3,21 0-2,-11-2-3,5 2 9,-15 0 2,27 2-1,-15 0-9,-12-2 7,24-2-1,-6 0-3,-3 2 4,1 0-1,-16 0-1,23 2 3,-8 0-9,-2-1 6,1-2-17,-14 1 15,21 0-1,-9 0 1,-12 0 3,21 0-2,-8 1-6,-13-1 0,18 4 4,-7-4-4,-11 0 7,21 2-2,-21-2 0,18 2-6,-18-2 1,18 0 4,-8 2 3,-10-2 0,21-2-5,-9 4 1,-12-2-2,22 0 2,-10 3 3,-12-3-4,28-2 5,-17 4-1,0-2-3,7-3 2,-5 1-1,-13 2 2,25-2-10,-11 4 11,-14-2-6,22 0 3,-9 0 1,1-2 3,1 4-5,0-2 3,-4 0 0,7 0 2,-5 0 1,2 0-7,1 0 4,0 0 4,1 0-10,-6 0 10,8-2-1,-2 2-5,-17 0 8,24-2-5,-4 2-3,-6-2 8,1 4-2,1-4-2,2 2-2,0-3 2,0 3-1,0-2 4,-7 2-1,6-2-1,2-2 3,-1 2-1,2-2-3,1 4 2,-3-2-1,3 0 2,-1 4-4,1-4 2,2 0 5,-4 0-6,-1 1 4,5 1-2,6-2 1,-8 2 1,7-4 0,1 2-4,2 1-1,0-3 1,-5 0-1,4 1 3,1 2-6,-4-1-5,-1 2 7,-4-2-2,-1 2 1,-3 0 2,3 2-3,-2-4-5,1 0 6,-1 2-2,-4 2 1,0-4-1,3 0 1,-18 2-1,24 0 1,-11 0-3,-13 0 3,21-3-5,-21 3 1,20 0 2,-10-2 1,-10 2 4,0 0-3,18 0-3,-18 0 2,9 3 1,-9-3-6,0 0 3,0 0 3,0 0-10,0 0 10,0 0 0,0 0-4,0 0 3,0 0-1,0 0 1,0 0 1,0 0 2,0 0-13,0 0-17,0 0-12,0 0-22,0 0-31,0 0-8,0 0-35,0 0-160,-49-5-315,49 5 140</inkml:trace>
  <inkml:trace contextRef="#ctx0" brushRef="#br0" timeOffset="4268">2984 18 76,'0'0'205,"-10"-6"-14,10 6-7,0 0-8,0 0-13,0 0-17,0 0-12,0 0-18,0 0-10,0 0-10,22-14-11,-22 14-2,27 3-12,-14 1-6,7-4-6,-4 3-5,2 1-3,0 0-8,0 3-2,-5-1-3,5 2-8,-7-5-2,1 1-5,-3 2-1,-9-6-3,15 10-4,-8-5 0,-7-5 2,6 6-5,-6-6 2,0 13-3,0-13-1,-13 10-3,2-1-1,-4-4 2,-4 1-1,-1 2 1,2-1-4,-1-1-8,4-3-18,0 1-12,1 0-23,0 0-26,14-4-37,-14 6-31,14-6-177,-10 5-356,10-5 158</inkml:trace>
  <inkml:trace contextRef="#ctx0" brushRef="#br0" timeOffset="4756">3445 290 88,'0'0'130,"7"-19"-8,-7 19-4,0 0-11,0 0-2,6-10-4,-6 10-9,0 0 1,0 0-7,7-11 1,-7 11-11,0 0-10,5-7-5,-5 7-2,0 0 2,0 0-4,13-2-7,-13 2-2,0 0-5,0 0-7,0 0 0,21 13-6,-21-13 0,3 9 4,-3-9-6,2 16-6,-2-16 4,-2 14-10,2-14 1,-3 20 0,0-9 2,-1-1-4,1 1-4,-3-1 1,2 1-1,4-11 0,-5 21-1,-1-12 4,-2-2-8,8-7-1,-10 16-6,7-9 7,-5 0 5,8-7-11,-7 10 6,7-10-4,0 0 4,-6 11 0,6-11-3,0 0-2,0 0 8,-9 6 0,9-6-3,0 0-3,0 0 3,0 0-10,0 0 5,0 0 0,0 0 3,22-30-4,-14 22-1,-2-2 0,1 1 0,4-2 4,1-3-3,1 3-9,-2 2 12,-1 1-8,-2-3 5,8 2 3,-4-3-2,-3 3 0,0 2 1,4-4-6,-5 2 5,2 2-3,-6 1-4,3-4 9,-7 10 0,13-9-2,-5 4-4,-8 5 8,7-10-2,-7 10 1,0 0 1,5-9-5,-5 9 5,0 0-4,0 0 3,0 0-4,0 0 0,0 0 4,0 0-1,-2-15-1,2 15-2,0 0 2,0 0 2,0 0-6,0 0 2,0 0-1,0 0-1,0 0 3,0 0-3,0 0-4,0 0 14,0 0 2,0 0 7,0 0 4,0 0 5,-31 30 8,20-21 6,4 0-1,-4 5 3,-2-5 0,1 5 7,-2-1-5,4 0 4,-5 2 3,5-4 4,-1 7-6,1-6-1,2 4-5,1-3-4,4-5-7,0 3 2,3-11-1,0 17-2,6-7-2,1-3-2,8-2-27,3 1-42,3-1-67,11-5-77,-14-2-265,16-3-488,-1 0 215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21T05:48:06.534"/>
    </inkml:context>
    <inkml:brush xml:id="br0">
      <inkml:brushProperty name="width" value="0.03528" units="cm"/>
      <inkml:brushProperty name="height" value="0.03528" units="cm"/>
      <inkml:brushProperty name="color" value="#FF3300"/>
      <inkml:brushProperty name="fitToCurve" value="1"/>
      <inkml:brushProperty name="ignorePressure" value="1"/>
    </inkml:brush>
  </inkml:definitions>
  <inkml:trace contextRef="#ctx0" brushRef="#br0">471 312 59,'0'0'118,"0"0"-6,0 0-4,0 0-8,0 0-1,0 0-6,0 0-3,0 0-9,0 0 5,0 0-6,0 0 0,0 0-10,0 0 6,-2-12-4,2 12 7,0 0-10,0 0-3,0 0-3,0 0 2,0 0-1,0 0 0,0 0-4,0 0 3,0 0-9,0 0 0,0 0-1,0 0-4,0 0-8,0 0-2,0 0-2,-2-13-4,2 13 1,0 0-5,0 0-1,0 0 2,0 0-7,0 0 0,0 0-3,0 0-1,0 0 1,0 0-2,0 0-3,0 0 0,0 0 0,8-11 0,-8 11 0,0 0-4,0 0-1,0 0-1,10-6-2,-10 6 5,0 0-2,12-6-2,-12 6 0,0 0-2,14-5 5,-14 5-5,10-6 5,-10 6 1,13-5 1,-13 5-1,11-5 1,-11 5-2,12-4 2,-12 4-2,16-3 0,-16 3-4,12-4 1,-12 4 0,13-2-2,-13 2-1,0 0 3,0 0-2,17 0 0,-17 0-4,12-3 2,-12 3 4,15 3-3,-15-3 0,16 2 1,-16-2-3,0 0 1,15 4-2,-15-4 1,0 0-4,11 3 2,-11-3-4,11 7 4,-11-7-1,0 0 1,7 7 1,-7-7 0,6 9 1,-6-9-1,4 10 1,-4-10 3,4 13-2,-4-13-2,0 11 0,0-11 3,0 0-4,-4 18 4,4-18-4,0 0 1,-4 14 1,-2-5-1,6-9 2,-3 11 1,3-11 1,-9 14-1,6-4 2,-5-2 1,2-1-1,-4 3 1,3-1 1,-1-1 0,2-1 1,-9 5-3,5-3-3,-1 3 4,3-5-2,-2 2-4,0-3 1,4 4 0,-3-5 2,1 1-2,-2 1 5,10-7-7,-13 12 1,5-8 4,2 1-3,6-5 0,-12 9-1,3-5 0,9-4-1,-15 12-1,8-7 0,7-5 3,-18 10-4,10-7 4,8-3-2,-13 9 2,13-9-3,-8 9 0,8-9 0,-10 5 2,10-5 0,-6 6 0,6-6-2,0 0 2,0 0 1,-8 6-3,8-6 3,0 0 0,0 0-1,0 0-3,0 0 5,-10 6-3,10-6 1,0 0 0,0 0 1,0 0 3,0 0-3,0 0 3,0 0 0,0 0 5,0 0 1,0 0 5,0 0-1,0 0 9,0 0-8,0 0 1,0 0 3,0 0-2,0 0 0,0 0 0,0 0 2,0 0-3,0 0-3,31 1 7,-31-1-3,15-1 1,-15 1-5,21-4 4,-21 4 1,24-2-2,-12 0-1,2 0-1,3 4 3,-3-4-4,1 0 2,1 0-3,2 2-2,-18 0-1,21-2 2,-13 0-1,-8 2-2,22 0-1,-22 0 0,14-2-4,-14 2 0,0 0-4,17 0 4,-17 0 0,0 0-4,0 0 0,0 0 7,14 0-9,-14 0 2,0 0-1,0 0-3,0 0 3,0 0 2,0 0-4,0 0-4,0 0-15,0 0-16,13 2-9,-13-2-30,0 0-33,0 0-42,0 0-46,0 0-48,0 0-230,0 0-512,0 0 227</inkml:trace>
  <inkml:trace contextRef="#ctx0" brushRef="#br0" timeOffset="1408">822 67 88,'0'0'111,"0"0"2,0 0-2,4-11-3,-4 11 1,0 0-7,0 0-5,0 0-10,0 0 7,0 0 1,0-14-5,0 14 4,0 0-8,0 0-5,0 0-12,0 0-4,0 0-2,0 0-5,-9-16 4,9 16-1,0 0-8,0 0 2,-13-5-8,13 5-5,0 0-4,-11-4-3,11 4-3,0 0 1,-11-6-2,11 6-4,0 0-4,-17-1 0,17 1-4,0 0-1,-14-5-1,14 5 0,0 0-3,-12-2-3,12 2 2,0 0 2,-16-2-7,16 2 3,0 0 0,-18-1 3,18 1-1,0 0 3,-21 1-1,21-1 0,-15 2-2,15-2 6,-18-2-3,18 2 0,-16 2 2,16-2 0,-18 2-1,18-2-1,-18 0 1,18 0-2,-14 5 10,5-4-4,9-1-4,-19 2 3,19-2-4,-15 4-2,15-4-1,-14 0 2,14 0-5,-17 2 2,17-2-3,-18 3 1,18-3-2,-18 4 1,10-2-1,8-2-2,-18 5 1,9-3-2,9-2 5,-18 7-7,8-4 2,10-3-1,-15 8-2,7-7 2,8-1-2,-16 4 0,16-4 2,-15 6-4,5-3 1,10-3 0,-11 10-1,3-4 3,-2-1-2,0 1 2,2 0 0,-3 0-2,1-1 5,0 3-5,2-3-1,-2 2 0,2 0 2,-2-2-1,1 1 0,0 2 0,1-1 0,-2-1 4,1 1-2,1 1 1,-2-2-2,5 1 4,5-7-4,-16 11-1,9-2 4,-1-4 3,1 2 2,-1 1-6,8-8 5,-13 13-2,5-7-4,2-1 0,6-5 1,-10 14 3,5-7-1,-2 1 0,7-8 2,-8 15-1,2-9-2,6-6 0,-7 13 1,7-13 0,-6 15 0,1-7-2,5-8-11,-3 14 0,3-14 4,-7 12 2,4-5 2,3-7-2,-5 16 4,5-16 8,-3 13-9,3-13 7,-7 14-7,7-14 0,0 14 5,0-14 5,-3 14 14,3-14-15,0 15-4,0-15 5,-3 15-4,3-15 8,-2 13-11,2-13 7,0 15-3,0-15 1,-3 13-3,3-13-1,0 13 0,0-13-2,0 0 0,0 16 2,0-16-3,3 11 2,-3-11 1,2 12-1,-2-12 2,0 11 0,0-11-2,0 0 0,3 17-1,-3-17-1,3 11 0,-3-11 3,0 0-3,3 16-1,-3-16 3,0 0 1,4 12-2,-4-12 9,3 10-9,-3-10 0,5 12 1,-5-12-2,3 11-2,-3-11 4,7 11-1,-7-11 1,0 11-3,0-11-1,6 10 5,-6-10-1,5 13 3,-5-13 0,6 8-1,-6-8 2,9 9-4,-9-9 6,6 9 3,-6-9-8,3 10 3,-3-10-3,12 7 5,-9-1 0,-3-6-8,13 8 6,-13-8-1,8 9 3,-1-5-6,-7-4 1,11 7-1,-11-7-7,13 6 3,-13-6 4,8 10-1,-8-10-3,10 5-2,-10-5 7,10 8-5,-10-8-1,11 5 6,-11-5-3,10 10-4,-10-10 1,11 8 6,-7-5-1,-4-3 1,11 9-2,-11-9-2,15 7 2,-12-4 1,-3-3 3,13 10-5,-5-7 0,-8-3 2,13 8 2,-8-4-3,-5-4-1,13 6 0,-13-6-3,12 5 3,-12-5-2,13 6 2,-13-6-4,8 5 3,-8-5 4,10 7-3,-10-7 8,14 7-3,-14-7-1,8 5-1,-8-5 3,10 6-1,-10-6-1,12 5 4,-12-5-2,13 2 0,-13-2-5,14 5 2,-14-5 1,15 2-3,-15-2 1,19 0-1,-19 0 2,18 1-1,-18-1-4,15 4 1,-15-4 1,21 0 5,-21 0-8,15 0 7,-15 0-2,18 0-7,-18 0 4,14 0 0,-14 0 2,13 0 0,-13 0-3,18-2 2,-18 2 3,15-2-6,-15 2 1,10-3 0,-10 3 0,11-3 1,-11 3 1,16-4 3,-16 4-3,15 0 2,-15 0-4,18-7 5,-7 5-5,-11 2 1,15-5-1,-5 1 3,0-1 1,-10 5-3,14-9 14,-4 6-14,-10 3-3,16-8 2,-6 3 5,-3-2-5,1 2 2,-2-1-1,-6 6 2,15-7 0,-8 3-2,-7 4 2,14-10-2,-7 7-7,-7 3 7,11-9-1,-1 3 1,-10 6 4,15-10-4,-9 4 2,4 1-4,-2-2 4,5 1-6,-13 6 7,18-12-3,-10 7 11,-8 5-15,16-9 3,-11 3-1,5 0-2,-10 6 4,11-9-1,-7 3-1,-4 6 5,11-10-4,-11 10 1,10-11-3,-2 7 2,-8 4 2,10-7-2,-10 7 3,11-8-5,-11 8 2,7-6-7,-7 6 5,6-9 1,-6 9 4,8-9 2,-8 9-3,7-8-3,-7 8 4,0 0-2,3-11-3,-3 11 1,0 0 3,7-13 0,-7 13-3,3-10-1,-3 10 14,0 0-14,3-15 1,-3 15 1,0 0 1,2-17 3,-2 17-5,0 0-2,0-15 2,0 15 3,0-12-9,0 12 1,0 0 5,6-16 13,-6 16-14,0 0-1,0-18-2,0 18 0,4-13 7,-4 13-5,4-10 15,-4 10-15,2-11 2,-2 11 2,0 0-2,5-13 0,-5 13-2,0 0-3,3-11 7,-3 11 2,0 0-7,4-13 4,-4 13 0,0 0-4,0-14 0,0 14-1,0 0 4,0-15 0,0 15 1,0 0 2,0-15-3,0 15 2,0 0-7,-7-15 5,7 15-2,0 0 1,-2-13 0,2 13 8,0 0-7,-3-11-2,3 11 19,0 0-16,-6-12-4,6 12 4,0 0 5,-7-11-3,7 11-1,0 0 8,-5-10-11,5 10 12,0 0-3,-6-11-3,6 11 2,0 0 2,0 0 1,-7-13-2,7 13-6,0 0 12,0 0-4,0-11-3,0 11 4,0 0-2,0 0 1,0 0-5,0 0-4,-6-14 5,6 14 7,0 0-7,0 0-1,0 0 1,-4-11 3,4 11-4,0 0-3,0 0 3,-5-12 3,5 12-3,0 0 1,-3-11-3,3 11 12,0 0-12,0 0 3,-6-11-6,6 11 2,0 0 0,-5-8 4,5 8-4,0 0 3,0 0 0,0 0-1,0 0-1,-5-13-3,5 13 1,0 0-1,0 0-1,-8-7-1,8 7 4,0 0-2,0 0-1,0 0 2,0 0 1,0-16-5,0 16 1,0 0 8,0 0-8,0 0 3,-3-14 5,3 14-6,0 0 6,0 0-8,-5-12 7,5 12-8,0 0 14,0 0-10,0 0 2,0-15 3,0 15 1,0 0-8,0 0 3,0 0-10,-7-12 7,7 12 1,0 0 18,0 0-19,0 0 0,0 0 4,-3-13 4,3 13-9,0 0 0,0 0 8,0 0-10,0 0 0,0 0 3,-7-12-1,7 12 5,0 0 4,0 0-1,0 0 1,0 0-7,0 0 15,0 0-8,0 0-7,0 0 21,-5-9-14,5 9 0,0 0 8,0 0-9,0 0-10,0 0 8,0 0-2,0 0 4,0 0-3,0 0 2,0 0 0,-9-9 4,9 9-1,0 0-5,0 0 0,0 0 0,0 0 1,0 0 1,0 0 4,0 0-7,0 0 2,0 0 1,0 0 1,0 0-1,0 0 1,0 0 3,-4-10-5,4 10 0,0 0 2,0 0-1,0 0 3,0 0-9,0 0 1,0 0 1,0 0 2,0 0 2,0 0-16,0 0 11,0 0 1,0 0-4,0 0 6,-11-6 3,11 6-2,0 0-3,0 0 9,0 0-11,0 0 5,0 0-7,0 0-1,0 0 2,-13-1 1,13 1 5,0 0-8,0 0-5,0 0 13,0 0 0,-15-4-9,15 4 3,0 0 4,0 0-2,-14 0-6,14 0 1,0 0 7,0 0-10,0 0 8,0 0-1,0 0-4,0 0 9,0 0-4,-21 4-1,21-4 0,0 0 0,0 0-6,0 0 11,0 0-4,0 0 0,0 0 0,0 0 4,0 0-4,0 0-6,0 0 13,0 0-7,0 0 1,-14 0 4,14 0 1,0 0-6,0 0-3,0 0 7,0 0-6,0 0-3,0 0 11,0 0-5,0 0-2,0 0-4,0 0-3,0 0 11,-14 0 0,14 0-4,0 0 2,0 0 4,0 0-8,0 0 5,0 0-5,0 0 11,0 0-13,0 0 4,0 0 1,0 0 6,0 0-8,0 0 6,0 0-7,0 0 1,0 0 4,0 0 14,0 0-16,0 0-1,0 0-7,0 0 9,0 0-6,0 0 9,0 0-5,0 0 17,0 0-19,0 0 5,0 0-11,0 0-7,0 0-34,0 0-33,0 0-52,0 0-79,0 0-109,0 0-309,0 0-685,0 0 304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21T05:48:16.920"/>
    </inkml:context>
    <inkml:brush xml:id="br0">
      <inkml:brushProperty name="width" value="0.03528" units="cm"/>
      <inkml:brushProperty name="height" value="0.03528" units="cm"/>
      <inkml:brushProperty name="color" value="#FF3300"/>
      <inkml:brushProperty name="fitToCurve" value="1"/>
      <inkml:brushProperty name="ignorePressure" value="1"/>
    </inkml:brush>
  </inkml:definitions>
  <inkml:trace contextRef="#ctx0" brushRef="#br0">547 355 129,'0'0'131,"0"0"-5,1-11-1,-1 11-3,0 0-7,0 0 0,0 0-4,2-12-7,-2 12-3,0 0-6,0 0-2,0 0-2,0 0-6,0 0 2,0 0-5,0 0-5,0 0 0,0 0-5,0 0-6,0 0-5,5-12 2,-5 12-9,0 0-2,0 0-6,0 0 3,0 0-4,0 0-1,0 0 1,0 0-1,0 0-5,0 0 5,0 0-7,0 0 1,0 0-1,0 0-5,0 0 8,0 0-8,0 0-6,0 0-1,0 0-2,0 0-2,0 0-3,0 0 5,0 0-13,0 0 3,0 0-5,0 0-2,0 0-5,0 0 5,0 0-8,0 0 5,0 0-3,0 0 4,0 0 3,0 0 2,-3 42-4,3-42 3,-2 18-3,2-4 2,0-14-1,0 22 2,0-10-3,0-12 1,0 28 3,-2-13-1,4 0 1,-2 0 5,-2 1-2,2-2 4,0-14-6,0 21 5,0-11-6,0-10 3,-1 17-2,1-17 2,-4 13-7,4-13 5,0 0-3,-3 15-1,3-15 1,0 0 2,0 0-1,0 11-1,0-11 5,0 0 5,0 0 1,0 0 2,0 0 1,0 0-2,0 0 5,0 0-2,0 0 0,0 0 1,0 0-7,0 0 0,0 0-3,0 0-2,0 0-1,0 0 2,0 0-4,0 0 3,0 0-6,0 0-2,0 0-6,0 0-11,0 0-19,0 0-20,0 0-21,0 0-23,0 0-37,0 0-35,0 0-41,0 0-252,0 0-500,0 0 222</inkml:trace>
  <inkml:trace contextRef="#ctx0" brushRef="#br0" timeOffset="779">641 27 81,'-14'0'132,"14"0"-5,0 0-14,-15-2-12,15 2 1,0 0-10,-20-2-1,20 2-11,0 0-2,-19 0-2,19 0-6,-15 0 0,15 0-5,0 0-4,-21 4-4,21-4-5,-16 0-8,16 0-2,-20 3-1,10-3-6,10 0 1,-19 5 3,9-3-2,2 3-2,8-5 1,-20 4 4,11-2-5,9-2 0,-20 3-6,20-3 1,-16 6 0,8-2-3,8-4-2,-15 6 0,15-6-5,-18 5 2,18-5 0,-11 4-2,1 0-1,10-4 2,-12 3-4,12-3 4,-13 8-8,13-8 3,-11 6-1,11-6-3,-15 11 1,10-7 6,5-4 1,-14 12 4,7-5-3,7-7 1,-18 9-3,10 0 4,2 0-2,-2 0 5,-1-2-10,1 5-2,0 1 6,-3-4 0,1 5-1,-1-5-2,2 3 2,0 1 2,-4-2 0,4-1 1,3-1-1,-5 2-1,6-3-3,-2 1-2,1 0-2,-1 0 4,7-9 5,-10 18-3,1-8-1,4 3 1,-2-4-4,2 1 0,2 3 1,-2-4 0,0 1 2,-3 3 1,5 1-4,0-3 1,3-11-2,-4 24-1,1-13 1,3 1 4,0-12-3,-2 20 1,2-20 4,2 20-3,3-11 3,-5 3-1,5-1 1,-2 0-2,-1 1-2,1-3-1,0 3-1,2-1-1,0 0 1,0-1-3,1-1 3,-1 0 1,-1 1-4,0-3 9,3 1-12,-4 1 1,-3-9-1,12 14 1,-6-5-1,-3-4 0,4 4 0,-7-9 4,11 14-2,-4-8 2,1 2-5,-8-8 1,11 11-3,-4-4 4,-1-1-3,1 2 0,-7-8 3,13 13-3,-7-8 1,1 1 1,-7-6-1,11 12 5,-2-7-3,0 1 0,-1-1 1,1 0-1,0 0-3,-9-5 14,18 10-14,-10-7 2,2 1-3,2-1 1,-3 0 0,3 3-1,-12-6 0,18 5 0,-10-1-1,2 0 1,-10-4-2,16 3-2,-8 1 1,0 0 0,-8-4-2,15 8 1,-9-5-1,-6-3 5,15 4 7,-7 0-12,-8-4-3,13 3 4,-13-3-3,13 4 6,-13-4-2,15 5-1,-15-5 5,13 3-1,-13-3-2,16 4 0,-8-2-2,-8-2 11,20 2-11,-12 0 0,-8-2 1,18 1 2,-7 1 0,-11-2 2,18 2-4,-18-2 1,18 0-2,-18 0 4,18 2-2,-18-2 0,18 0-5,-10 2 3,-8-2 3,21 0 1,-21 0-2,17-2-3,-17 2 4,16-2 0,-16 2-4,18-2 14,-7 0-16,-11 2 7,21-1-2,-21 1 1,20-4-2,-10 4-3,-10 0-1,21-4 2,-8 2 3,-5-1-6,-8 3 6,23-5-1,-12 3-1,-11 2-4,17-5 3,-6 5 1,-11 0 1,16-4-2,-16 4-5,17-5 5,-6 1-2,-3-2 4,-8 6 0,20-6-2,-12 1 3,2-1-1,-2 1-1,-8 5 1,19-11-1,-12 6 0,1-2 6,0 1-5,0 1 13,0-2-12,2 0 2,-5 0 2,5-3-10,-5 2 5,5 1-3,-6-2-3,6-1 4,-2-3 3,0 2-4,-3 1 2,0 2 1,-5 8 2,12-17-4,-9 12-2,-3 5 0,6-19 2,-2 9-3,-1 1 10,-3 9-9,6-17 2,-4 7 9,-2 10-9,5-19-1,-3 12 0,-2 7-3,3-17 4,0 9-1,-3 8-2,5-16 2,-3 6 1,-2 10-1,1-17 0,4 8 1,-5 9-1,2-16-1,-2 16 3,0-14-3,0 14 5,1-16-6,-1 16 5,0-17-3,0 17 0,0-17 2,0 17-1,0-15-3,0 15 0,0-15 1,0 15 2,-1-14 1,1 14 7,0 0-10,0-20 4,0 20-4,-3-14 2,3 14 0,-5-12 0,5 12-3,-8-14 3,8 14-1,-2-11 2,2 11-1,-5-11-3,5 11-1,-7-14 2,7 14 0,-1-11 1,1 11-3,-7-12 6,7 12-4,-5-11-4,5 11 3,-1-13 0,1 13 5,0 0-2,-5-17-1,5 17 3,-3-9-2,3 9 0,-5-12 1,5 12 0,0 0 3,-3-13-2,3 13-7,0 0 17,-7-14-14,7 14 2,0 0 1,-7-7 0,7 7 0,0 0 2,-6-13-3,6 13 0,0 0-1,-7-8 1,7 8-2,0 0-4,-3-13 5,3 13-1,0 0 2,-6-9-4,6 9 2,0 0 3,0 0-3,-8-10 2,8 10 3,-7-7-3,7 7 0,0 0-9,0 0 9,-6-10-2,6 10-3,0 0 8,-7-10-1,7 10 0,0 0-4,0 0 4,-8-11-2,8 11 3,0 0-4,0 0 2,-12-9 2,12 9-3,0 0-2,-3-10 4,3 10-4,0 0-2,-11-5 2,11 5 2,0 0-1,-5-8-1,5 8 0,0 0 1,0 0-2,-13-5-1,13 5 3,0 0 1,0 0 0,-15-4 0,15 4 0,0 0-4,0 0 3,-13-8-3,13 8 4,0 0 2,-13-6-2,13 6 4,0 0-5,0 0 10,-10-5-8,10 5 0,0 0 1,0 0 0,0 0-5,0 0 6,-14 0-3,14 0 3,0 0-3,0 0-1,-8-7-1,8 7 0,0 0 2,0 0 4,0 0-6,-13-4 4,13 4-6,0 0 6,0 0-2,0 0-3,0 0 3,0 0-2,-17-2 1,17 2 2,0 0-2,0 0-2,0 0 3,0 0-2,-11-6 1,11 6-1,0 0 0,0 0 4,0 0-4,0 0-1,-15-4 1,15 4 6,0 0-7,0 0 2,0 0 2,0 0-1,0 0 0,0 0 1,-15 0 2,15 0-2,0 0 3,0 0-5,-9-5 2,9 5-2,0 0 11,0 0-9,0 0-2,0 0 2,-13-6 0,13 6-3,0 0 2,0 0 0,0 0 0,-13-4-1,13 4 1,0 0 0,0 0 0,0 0-2,0 0 1,-13-5-2,13 5 3,0 0 0,0 0-4,0 0 5,0 0-2,-15-7 2,15 7-1,0 0-3,0 0 1,-11-3 3,11 3-2,0 0-3,-13-4 5,13 4-1,0 0-3,0 0 1,-17-2-1,17 2 1,0 0 1,0 0 0,0 0-5,-14 0 8,14 0-1,0 0 4,0 0-6,0 0 4,0 0-1,0 0 1,0 0-5,-13-3 4,13 3 2,0 0-1,0 0-4,0 0-2,0 0 3,0 0 0,0 0 0,0 0-2,-12-8 1,12 8 3,0 0-3,0 0 1,0 0-3,0 0 0,-15-2 3,15 2-1,0 0-4,0 0 5,0 0-2,-14-4 1,14 4 3,0 0-7,0 0 7,0 0-4,0 0 0,0 0 2,0 0 0,-15-2-2,15 2 3,0 0-4,0 0 1,0 0 6,0 0-10,0 0 6,0 0-1,0 0 1,0 0 0,0 0 2,0 0-1,0 0 2,-16 0-2,16 0 2,0 0-5,0 0-3,0 0 0,-15-2 2,15 2 5,0 0 2,0 0-1,0 0-2,0 0 0,0 0-2,0 0-1,-14 4 1,14-4-1,0 0 2,0 0-1,0 0 1,0 0-1,0 0 0,0 0 0,0 0-1,0 0 2,0 0-2,0 0-1,0 0 10,0 0-35,0 0-29,0 0-40,0 0-37,0 0-61,-15 6-342,15-6-581,-20 6 257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21T05:48:25.123"/>
    </inkml:context>
    <inkml:brush xml:id="br0">
      <inkml:brushProperty name="width" value="0.03528" units="cm"/>
      <inkml:brushProperty name="height" value="0.03528" units="cm"/>
      <inkml:brushProperty name="color" value="#FF3300"/>
      <inkml:brushProperty name="fitToCurve" value="1"/>
      <inkml:brushProperty name="ignorePressure" value="1"/>
    </inkml:brush>
  </inkml:definitions>
  <inkml:trace contextRef="#ctx0" brushRef="#br0">0 0 83,'0'0'135,"0"0"-7,0 0-10,0 0 0,0 0-11,0 0-5,0 0-15,0 0 3,0 0-8,0 0-9,0 0-5,0 0-9,0 0 0,0 0-8,0 0 4,0 0-4,0 0-8,0 0-4,0 0 1,0 0-4,0 0-1,0 0-6,0 0 0,0 0-4,0 0-5,0 0-8,0 0 7,0 0 2,0 0-8,0 0-1,0 0 0,0 0 3,0 0-4,0 0 3,0 0-3,0 0 2,30 12-1,-19-12 2,-11 0 3,18 0-5,-18 0 3,26 2-1,-11-2 1,-2 0 4,3 2-8,3 0 0,-2-2 0,2-2 0,11 4-5,-12-2 3,3 0 2,0 0 2,0-2-4,0 2-4,-3 0 2,2-2-2,-4 2 2,2 0 4,-2 0-3,1 0 0,2 0-5,1 2 3,-4-2-6,0 0 4,2 0-3,-2 2 3,2-2-3,0-2 3,0 4-2,2-2 1,1 0-2,0 0 4,-3 1-6,6-2 5,2 1-2,-4 0 3,2 0-4,2 0-4,-5 0 3,1 1 1,-1-1-3,-2 2 6,-1-2-6,2 2 2,-2-2 2,3 2 0,-2 0-2,-2 0-1,2-1 6,-9 3 0,8-2-9,-3-2 4,2 0 1,-3 3 0,2-3 0,2 0 1,-2 0 0,2 0-1,0 2-10,3-1 10,-3-1 3,1 2-3,4-2-1,-2 0-1,1 0 4,-1 2-3,0-2 1,-3 0 0,3 0 2,-3 0-2,-2 0-1,5 0-9,-6 2 10,1-2 7,-3 0-6,4 0-4,-17 0 1,23-2 3,-10 4-3,1-2 0,-1 2 5,-13-2-6,23 0 1,-10 2 3,3-4-1,2 2-4,-1 0 7,1 0-5,-1-2 1,5 2-1,-4 0-1,1 0 2,1 0-2,-2 2 4,-2-4 1,2 2-1,0 0-2,-7-2-1,-11 2 0,23 0 3,-10 0-4,-13 0 3,20 0 0,-20 0-3,17 0 3,-17 0 0,15 0-3,-15 0 2,15 0-3,-15 0 3,0 0 0,14-2 0,-14 2-3,0 0 4,17-2 0,-17 2-2,0 0 5,14 0-8,-14 0 6,15 2-2,-15-2-3,13 0 3,-13 0-1,15 0 3,-15 0 3,0 0-6,21 2 1,-21-2-1,11 0-3,-11 0 3,0 0 0,17 0 3,-17 0-4,0 0 2,0 0 4,0 0 0,0 0-5,0 0 4,0 0-5,0 0 7,0 0 3,9 4 3,-9-4 1,0 0 5,0 0 0,0 0 1,0 0 1,0 0-2,0 0 5,0 0 4,0 0 4,0 0 4,0 0 3,0 0-2,0 0-3,0 0 0,0 0 0,0 0 1,0 0-2,0 0-3,0 0-3,0 0-2,0 0-2,0 0-1,0 0-2,0 0-4,0 0 2,0 0-7,0 0 0,0 0-24,0 0-27,0 0-37,0 0-67,0 0-94,0 0-156,-44-16-428,38 12 189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21T05:48:30.311"/>
    </inkml:context>
    <inkml:brush xml:id="br0">
      <inkml:brushProperty name="width" value="0.03528" units="cm"/>
      <inkml:brushProperty name="height" value="0.03528" units="cm"/>
      <inkml:brushProperty name="color" value="#FF3300"/>
      <inkml:brushProperty name="fitToCurve" value="1"/>
      <inkml:brushProperty name="ignorePressure" value="1"/>
    </inkml:brush>
  </inkml:definitions>
  <inkml:trace contextRef="#ctx0" brushRef="#br0">0 292 25,'0'0'151,"0"0"-15,0 0-6,0 0-15,0 0-10,0 0-2,0 0-17,0 0 1,0 0-10,0 0-6,0 0-6,0 0-1,0 0 4,0 0-3,0 0-4,0 0-5,0 0-1,0 0-4,0 0-1,0 0-6,0 0-9,0 0 6,0 0-1,0 0-6,0 0-4,0 0 3,0 0-8,0 0 0,0 0-3,0 0-2,0 0-6,0 0 2,0 0-7,0 0-2,0 0 2,0 0-4,0 0-1,0 0 4,0 0-3,0 0 6,5 10 6,-5-10 0,0 0 0,3 10 3,-3-10-3,0 0-1,9 11 1,-9-11-3,4 8 6,-4-8 0,7 7-4,-7-7 5,3 11-4,-3-11 1,7 12-4,-7-12 1,6 9-4,-1-2 0,-5-7-3,5 11 1,-5-11 0,7 11 1,-7-11-3,6 13 1,-6-13-1,5 9 0,-5-9-4,6 6 0,-6-6 2,0 0 0,7 9 0,-7-9 2,0 0-4,0 0 3,0 0-2,0 0 3,3 10-2,-3-10 7,0 0-3,0 0 7,0 0 2,0 0-2,0 0-4,0 0 2,0 0 2,0 0 1,0 0-3,0 0 3,0 0-5,0 0 1,0 0-1,0 0-4,23-14-4,-23 14 3,18-7-1,-10 2 1,5-1 0,3-2 1,7-5-2,0-1 2,14-8-4,4 3-2,3-4 4,7-2-1,20-10-8,-17 6-23,23-8-32,-2-1-52,1-4-82,-1 3-202,-3-1-427,-22 10 190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14:02.84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41 32 27,'0'0'116,"0"0"-11,0 0 0,24-21 0,-24 21-12,0 0 3,0 0-14,7-9-8,-7 9-7,0 0-4,0 0-8,0 0-4,11-5-12,-11 5 3,0 0-15,0 0 8,0 0-13,0 0 4,0 0-7,0 0-1,0 0-3,0 0 0,23 6 2,-23-6-1,10 4-4,-2 0 6,-8-4-7,21 3 3,-8-1-1,7 0-5,-2 0-7,1 0 5,3 0 2,0-1 0,6 1-3,-7 0 5,2 3-4,0-5-1,-4 1-5,-2-1-10,-1 2-10,-3-2-23,0 0-34,-13 0-141,16-2-236,-16 2 105</inkml:trace>
  <inkml:trace contextRef="#ctx0" brushRef="#br0" timeOffset="530">0 235 148,'0'0'153,"0"0"1,0 0-9,0 0-10,0 0-14,0 0-5,0 0-23,0 0 7,0 0-11,0 0-9,0 0-12,0 0-5,49-11-5,-29 9-2,-2-1-5,11-1-4,0 0-3,6 2-5,0 0-2,11-2-7,1 4-27,-3 0-54,7 2-91,-19 0-132,12-4-295,-13 0 131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14:20.81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23 0 30,'0'0'86,"-23"6"-6,23-6-5,0 0-7,0 0 4,0 0-22,0 0 15,0 0-9,0 0-5,0 0 1,0 0-21,0 0 20,0 0-8,0 0 5,0 0-5,0 0 2,0 0-7,0 0 11,0 0 2,0 0-4,0 0-10,0 0 5,0 0 1,0 0 5,0 0-2,0 0-7,0 0-10,0 0 9,49 6-8,-33-8-6,3-1 4,3 3-14,-1 0 8,0 3-15,-3-6-37,5 3-49,-10 0-167,1 0-265,-14 0 119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14:22.32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7 96,'0'0'106,"0"0"2,0 0-7,0 0-6,0 0-8,0 0 4,0 0-15,0 0-4,0 0 2,0 0-7,0 0 1,0 0-8,0 0-4,0 0 1,21-2-5,-21 2-1,0 0-11,25 0 1,-11-2-3,6 2-2,-2 0-12,6 0-29,-2 0-49,7 2-186,-11-6-259,3 4 114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14:24.09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10 48,'0'0'69,"0"0"4,0 0-6,0 0 4,0 0-2,0 0-7,0 0-4,0 0 1,0 0 4,0 0-13,0 0 3,0 0-7,0 0-15,0 0 8,0 0 6,0 0-3,0 0-4,0 0-3,0 0 1,0 0 2,0 0 4,0 0-1,0 0 0,23 3 5,-8-3-3,1-2 0,7 1-2,10 1-1,-1-2-8,11-6-6,1 8 6,0 0-12,-12 0 3,1 2-11,1 0-44,-5-2-47,-6 4-166,-3-2-263,-6-1 117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29:15.07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65 461 70,'0'0'99,"0"0"-5,0 0-5,0 0 1,0 0-12,0 0-16,0 0 5,0 0-3,0 0-14,0 0 8,0 0-3,0 0-9,0 0-14,0 0 20,0 0 0,0 0-1,0 0-3,0 0 0,0 0-19,0 0 17,0 0 0,0 0-2,0 0 3,0 0 1,0 0 2,0 0 5,0 0-3,0 0 3,0 0 0,0 0 1,0 0 0,0 0 0,0 0 1,0 0 5,0 0-3,0 0 0,0 0-11,0 0-3,0 0-6,10-17-4,-10 17-4,11-11-3,2 0-1,-1 1-4,7-3-1,-2 2-4,9-7-5,3 0 1,-1-1 1,9-4-4,-1-2-2,3 0-4,2 2 4,-5 0-4,3 0 0,-2 2 4,2 1-6,-1-2-4,-11 10 4,-4-4 5,0 1-3,-8 5-2,-2 1 2,1 2-2,-1-1 0,-4 2 1,0 2 2,-9 4-3,12-9-2,-12 9-6,8-8-12,-8 8-13,0 0-21,0 0-21,3-11-20,-3 11-30,0 0-48,0 0-170,0 0-367,-18-13 163</inkml:trace>
  <inkml:trace contextRef="#ctx0" brushRef="#br0" timeOffset="631">231 157 64,'0'0'148,"0"0"-6,0 0-15,0 0-11,0 0-8,0 0-4,0 0-11,0 0-6,0 0-8,0 0-1,0 0-10,0 0 1,0 0-4,0 0-6,0 0-10,0 0 1,0 0-10,0 0-4,0 0 1,0 0 2,0 0 3,0 0 2,-8 25 1,8-25 4,-13 18 0,5-4 0,0 0-1,-5 2-8,1-1 1,3 2 1,-4 0-3,-2 3-3,2-4 2,3-1-3,0 0-13,1 0 4,0 1 1,1-4-1,0 4-3,3-7-4,2 0-2,-4 1 0,3-1 0,0 1-4,4-10 3,-8 15-2,8-15-4,-5 15-1,0-9-2,5-6 3,-1 11-4,1-11 0,-7 11 1,7-11-2,-6 8-1,6-8 3,0 0-1,-4 11-1,4-11 0,0 0-2,0 0 2,0 0-1,0 0-1,-6 8 5,6-8-2,0 0 5,0 0 2,0 0-2,0 0 1,0 0 2,0 0-3,0 0 0,0 0-2,0 0 2,28-2-3,-28 2 3,16-6-5,-16 6-1,28-7 4,-12 2-2,7 0-2,4-2 2,4-2 1,2 1-4,0 0-29,1 1-46,-3-1-52,-2-1-101,-1-5-166,-2 5-422,-10-3 187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32:28.81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93 51,'0'0'126,"0"0"-19,0 0 0,0 0-10,0 0-3,0 0-9,0 0 5,0 0-22,0 0-4,0 0-5,0 0-2,0 0-10,0 0 1,0 0-2,0 0-7,0 0-11,0 0 1,0 0-1,0 0-2,0 0-11,0 0 9,0 0-11,0 0 3,0 0-5,0 0 4,28-18-3,-28 18 7,0 0-6,18 0-8,-18 0 3,18-3-6,-18 3 1,18-2 7,-18 2 3,21 0-10,-7 0 13,-14 0 2,22-2-5,-9-2 0,1 3-1,-14 1 4,25-4-6,-11-1 2,1 3-6,3-1 4,0-1-4,-2 0 0,-4 1 2,2-3-1,2 4 2,2-2-13,0 0 13,-6 2-4,-3-1 3,6 1-2,-3 0-3,1 0 2,-13 2 0,18-3-2,-18 3 0,17-2 6,-7 0-4,-10 2-5,15-2-2,-15 2 2,0 0-3,0 0 0,15 0 8,-15 0-6,0 0 3,0 0-1,0 0 1,9-5-3,-9 5 5,0 0 2,0 0-7,0 0 8,0 0-6,0 0 5,0 0 2,0 0-8,0 0-8,0 0 12,0 0-1,0 0 1,0 0-2,0 0 2,0 0-11,0 0 14,0 0-7,0 0 6,0 0-1,0 0 1,0 0-3,0 0-1,0 0-3,0 0 6,0 0 0,0 0-2,0 0-6,0 0 7,0 0-8,0 0-10,0 0-17,0 0-18,0 0-31,5 14-56,-5-14-107,0 0-264,0 0 117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34:58.37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47 267 61,'0'0'144,"0"0"-12,-5-14-5,5 14-16,0 0-9,0 0-11,0 0-6,0 0-6,2-15 3,-2 15 2,0 0-1,0 0-5,0 0 3,0 0 0,-2-13 2,2 13-5,0 0-3,0 0-5,0 0-1,-3-11-1,3 11-4,0 0-5,0 0-5,0 0-1,0 0-5,-5-11-5,5 11-7,0 0-5,0 0-3,0 0-3,0 0-3,13-8-1,3 4-4,6 2 3,9-3-4,4 0-3,9-1 0,10-2 0,0-2-2,8-1-7,23-8-3,-1 4 1,4 1-5,-3 2 0,-2-2 2,-21 8 3,-2-3 0,-1 1-4,-4 3 5,-9 1 1,-12 0-19,-5 2-8,1 1 4,-9-1-7,-2 4-12,-2-4 5,-7 1 2,-10 1 0,21 0-5,-21 0-3,11-2 2,-11 2-7,0 0-14,0 0-18,0 0-16,0 0-25,0 0-33,0 0-117,0 0-287,0 0 127</inkml:trace>
  <inkml:trace contextRef="#ctx0" brushRef="#br0" timeOffset="601">388 0 25,'0'0'79,"0"0"3,0 0-9,0 0 0,0 0-10,0 0 9,0 0-10,0 0-9,0 0 6,0 0-11,0 0-7,0 0 7,0 0 4,0 32 4,0-32 3,-12 11-5,12-11-7,-16 17-2,3-9 3,-2 1-2,-1 1-10,0 1 1,-5 3-5,1-3-5,-3 0 4,-3 1-6,3-1-1,7 1 4,1-2-2,-4-4-7,4 0 0,0 2-1,2-2 6,2 2-7,3-4 2,-2 0-10,10-4 9,-16 6 1,16-6-5,-13 4-4,13-4-2,-10 4-1,10-4-2,0 0 5,-6 10-6,6-10 2,0 0-3,-9 6 2,9-6 2,0 0-3,-5 10-3,5-10-1,0 0 3,-6 10-4,6-10 2,0 0 2,0 0 2,0 0 4,0 0-6,0 0 4,0 0-3,10 20 13,-10-20 3,0 0-3,10 4-4,-10-4 4,14 4 3,-14-4 7,21 0 3,-8 2 1,4-2-2,2 0 2,2 2-4,-1-2 7,9 0 2,5-2-1,1-2 1,10 0 1,3 4-4,-4 0-2,-12-5-2,4 5-4,-7 3-6,1-3-2,-8 3-25,-2-2-23,-4 3-14,-1 1-18,-2-1-44,-2-2-41,-11-2-176,8 10-350,-8-10 155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20:23.06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45 149 84,'0'0'82,"0"0"-1,0 0-11,0 0-2,0 0-10,0 0 7,0 0-11,0 0-15,0 0 1,0 0-5,0 0-2,0 0 0,0 0-12,0 0 0,0 0-2,0 0 3,0 0-3,0 0-5,0 0 6,0 0-12,0 0 12,0 0-9,0 0-2,0 0-1,0 0 1,0 0-1,0 0 5,0 0-10,0 0 0,0 0 5,0 0-6,0 0-4,0 0 3,0 0 6,0 0 1,0 0-6,0 0 7,0 0-1,0 0 3,0 0 3,0 0 6,0 0 2,0 0 1,0 0 3,0 0 1,0 0 1,0 0-7,0 0 1,0 0 6,0 0 2,0 0-8,0 0 6,0 0 0,0 0-1,0 0 2,0 0 6,0 0-3,0 0-4,0 0 1,0 0-9,0 0 2,0 0 5,0 0-5,0 0-2,0 0 1,0 0-4,0 0-3,0 0 2,0 0-5,0 0-1,0 0-2,0 0 0,0 0 14,0 0-7,13 26 0,-5-23 2,-8-3 2,22 0-3,-6 0 1,5 0 0,8 0 3,1 0-3,6 0 0,8 0-1,1 2 0,6-4 2,2-1-3,1 3 0,2-4 3,-3 3 1,1-3 0,0 2-1,-2 0-3,-2 0-3,-15 2 3,9 2-3,-15-2-1,-1 0-5,-6 0 1,-5 0 2,-4-2-3,-13 2-2,21 2 4,-21-2-3,15 0 2,-15 0-2,13 0 1,-13 0-5,0 0 7,0 0-9,0 0-5,0 0-6,0 0-15,0 0-13,0 0-17,0 0-20,0 0-20,0 0-30,0 0-173,-49-3-325,49 3 144</inkml:trace>
  <inkml:trace contextRef="#ctx0" brushRef="#br0" timeOffset="779">488 0 120,'0'0'122,"0"0"-17,12-4 1,-12 4-10,0 0-19,0 0 0,0 0-2,0 0-10,0 0 1,0 0-10,0 0-2,0 0 1,0 0-5,0 0 4,0 0-8,0 0-7,0 0 4,-15 32-1,15-32 0,-11 10-5,4-5-4,7-5-1,-15 11 1,6-3-7,-4 0-1,-2 1 3,-1 1-6,-4-3 2,1 2-13,-6 1 4,-1 0-2,2-1-2,-4 0 0,7-3 1,-5 2 4,5-3-8,-5 1-3,4-1 3,4 0 1,-1-2-4,3 3-2,-2-2-3,6-1 2,4-1 4,8-2-8,-18 4 5,18-4-3,-14 3 0,14-3 2,0 0 3,-14 3-8,14-3 6,0 0-6,0 0 4,0 0 0,0 0 0,0 0-4,-4 8 12,4-8-15,0 0 8,0 0-7,0 0 6,0 0-2,0 0-1,0 0 2,0 0 4,0 0-6,0 0 1,0 0 2,0 0 1,0 0-4,0 0-7,0 0 10,0 0-1,0 0-1,0 0-1,0 0 3,0 0-2,0 0 2,0 0 4,0 0-5,0 0-3,0 0 4,0 0-1,0 0 2,0 0 3,0 0-6,0 0 7,0 0 3,0 0 6,0 0-3,0 0 5,0 0-1,0 0-2,0 0-2,0 0-1,16 14 2,-16-14-1,0 0 2,0 0-3,0 0-1,15 0 3,-15 0 0,0 0 4,16-2-5,-16 2 5,15 2-2,-15-2 1,21 2 3,-10 0 5,0 0 3,7 0-4,0 2 4,2 0-4,-1-2 1,4 3-3,-5 1-2,5-1-1,-2 2-4,0 0 4,0-2-1,-1 1-4,3 2-3,-4-2 0,-1-1-1,0 1 1,-1-1-3,-1 1-6,-2 2 7,-2-5-4,-2 1 4,-10-4-2,14 6-4,-6-3-1,-8-3 5,9 4 2,-9-4-3,11 5-1,-11-5 4,0 0-3,0 0 4,0 0 3,0 0 1,13 3 3,-13-3 0,0 0-2,0 0 1,0 0-1,0 0 0,0 0 0,0 0-4,0 0-2,0 0 0,0 0-3,0 0 3,0 0 0,0 0-4,0 0 0,0 0 1,0 0-5,0 0 1,0 0 0,8 4 1,-8-4-2,0 0-3,0 0-12,0 0-16,0 0-22,0 0-26,0 0-49,0 0-63,0 0-170,-41 2-391,41-2 173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20:00.76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145 196 60,'0'0'86,"0"0"-16,0 0 1,0 0-9,0 0-1,0 0 1,0 0-11,0 0 0,0 0-14,-5-9 5,5 9-6,0 0 1,0 0 2,0 0 0,0 0 7,0 0-10,0 0 0,0 0-1,0 0 3,0 0-7,0 0 12,0 0-5,0 0 4,0 0 2,0 0 4,0 0 5,0 0-2,0 0 7,0 0 0,0 0 2,0 0-3,0 0 0,0 0-5,0 0-1,0 0 2,0 0-1,0 0-5,0 0-5,0 0-1,0 0 2,0 0-6,0 0-1,0 0-1,0 0-1,0 0-1,0 0-3,0 0-1,0 0-2,-18 2-2,18-2-2,0 0-4,0 0-4,0 0-1,0 0-3,0 0-2,0 0-3,0 0-1,0 0 4,0 0-1,0 0-3,0 0-4,0 0 2,0 0 1,0 0 0,0 0-2,0 0 0,0 0 2,0 0-1,0 0 0,0 0 0,0 0 2,0 0-5,0 0 1,0 0 2,0 0-1,0 0 0,36 11-4,-36-11 11,0 0-1,16 0 2,-16 0-5,0 0 5,16-2-1,-16 2-4,20-2 1,-10 0 1,6 1-1,-1-3 3,-15 4-4,29-6 5,-13 5-2,4-1-2,-2 0-3,1 0 5,4-1-2,-2 2-1,7-3 0,-2 4 1,3-6-2,-1 3 4,1 3-2,4 0-1,-2-4-1,0 2-1,-2 2-2,1 4 2,1-4-2,-9 0-2,0 0 1,-5 2-1,1 0-1,-1-1 0,-4 3-4,-2-4 3,2 2-2,-13-2 2,21 4 0,-11 0-2,-10-4 0,15 4 1,-15-4-2,11 5 1,-11-5 2,10 4 0,-10-4 0,0 0 0,0 0-2,11 4 6,-11-4-5,0 0 2,0 0 4,0 0 1,10 3 0,-10-3-1,0 0-4,0 0 3,0 0-1,0 0 3,0 0-1,0 0-1,0 0 4,13-11 0,-13 11 5,0 0 0,0 0 0,0 0-1,0 0-5,0 0 4,0 0 0,0 0-2,8-7-1,-8 7-1,0 0-2,0 0 1,0 0-4,0 0-17,0 0-15,0 0-18,0 0-21,0 0-17,0 0-27,0 0-51,0 0-189,0 0-385,-45 4 171</inkml:trace>
  <inkml:trace contextRef="#ctx0" brushRef="#br0" timeOffset="1396">440 0 33,'0'0'92,"0"0"1,0 0-15,0 0-11,0 0 0,0 0-5,0 0-8,16 13-1,-16-13-8,0 0 9,0 0-18,0 13 14,0-13-3,0 0 6,0 0 1,0 0-4,-10 23-8,4-20 7,-1 6-2,7-9 1,-14 11-3,2-6-3,1 3-4,-2-4 0,-4 2-5,-1 1-4,4-2 1,-2 1 0,-1-2-8,-1 2 4,0-2 0,0-1-2,2-1 0,2 2-3,0-2-6,14-2 5,-22 1-5,12 1-2,10-2 0,-20 4 2,20-4-10,-14 3 3,14-3 2,-13 2-3,13-2 0,0 0-4,-13 1 4,13-1-4,0 0-1,0 0 0,0 0-1,-15 0 4,15 0-5,0 0 3,0 0-2,0 0 3,-8 8-4,8-8 4,0 0-3,-3 9 3,3-9-5,0 0 1,0 0 0,-10 10 2,10-10 0,0 0 10,-5 9-13,5-9 2,-7 7-1,7-7 5,0 0-2,-8 8-3,8-8-3,0 0 5,-6 8 4,6-8-9,0 0 4,0 0 3,0 0-2,-12 7-3,12-7 7,0 0 0,-9 6-2,9-6-4,0 0-3,0 0 0,0 0 12,0 0-2,-15 2-1,15-2 1,0 0 1,0 0 5,0 0 1,0 0 3,-13 1-1,13-1-6,0 0 6,0 0 1,0 0-4,0 0-5,0 0-4,0 0-1,0 0 2,0 0-1,0 0 4,0 0-5,0 0 0,0 0-1,0 0-2,0 0 6,0 0-1,0 0-7,0 0 4,0 0 1,0 0-3,0 0 0,31 6 1,-31-6-1,0 0 3,11 6 4,-11-6 9,15 6 1,-15-6 7,15 5 0,-6-1-3,3-2 2,1 3 0,3 0 7,2 0 3,3-1-4,8 2-1,4 1 1,-4-2-4,-1 5-5,3-2 2,-3-1-2,-7 0-2,0 0-1,-3 0-1,2 1-4,-4-3-4,0 3 2,-1 0 1,-4-3-10,2-1 7,-3 1 0,-2 2 0,0-2-2,-8-5 0,15 7-2,-15-7 1,11 6 2,-4-2-2,-7-4-1,0 0 3,10 6 0,-10-6-2,0 0-1,0 0 2,0 0-1,0 0 0,11 4 1,-11-4 0,0 0 0,0 0 1,0 0 0,0 0-2,0 0 0,0 0-2,0 0 0,0 0 3,0 0-4,0 0-1,0 0 2,0 0 2,0 0-2,0 0 0,0 0 1,0 0-1,0 0-4,0 0-2,0 0 6,0 0 0,0 0 3,0 0-4,0 0 0,0 0 0,0 0 2,0 0-3,0 0 1,0 0-13,0 0-23,0 0-29,0 0-57,0 0-84,0 0-176,0 0-409,0 0 181</inkml:trace>
  <inkml:trace contextRef="#ctx0" brushRef="#br0" timeOffset="2594">274 111 59,'0'0'101,"0"0"-8,0 0-2,0 0-8,0 0-5,0 0-11,0 0-1,35 12-16,-35-12 12,0 0-14,12 4 8,-12-4-4,10 3 1,-10-3 2,0 0-2,9 4-2,-9-4-1,0 0-5,15 5 11,-7-3 3,-8-2-4,15 4-1,-4-1 0,-11-3-11,23 3 0,-10-3-2,-2 2 2,7 0-3,-8 0-6,6-4-3,2 4 2,-1-2-5,-1 0 0,-3 0-8,-13 0 3,26-2-4,-15 2-5,4-2 6,-15 2-9,28-2 6,-10 1-3,-7 1-3,4-2-1,-1 2-2,-1 2 0,-13-2-3,27 0 1,-11 1 1,0-1 1,4 0 4,-2 0-5,1 2-2,4 0-2,3 0 5,3 0-5,-3 0 0,-4 1 0,5-3 2,1 4-1,-7-4-2,0 4 2,0-3-1,1 4-1,-6-1 1,0-3-6,-1 1 4,-2 0-3,0 0 5,-3 0-2,-10-2-4,19 3 6,-9-1-3,-10-2 2,13 2 4,-13-2 0,13 2-1,-13-2-7,0 0 8,12 0-1,-12 0 1,0 0 3,0 0 4,0 0 1,14 0 1,-14 0 1,0 0-1,0 0 1,0 0-1,0 0-1,0 0-4,0 0 2,0 0-7,0 0 6,0 0-2,0 0-5,0 0 3,15 0-2,-15 0 1,0 0-2,0 0 1,0 0-4,0 0-1,0 0 5,0 0-11,0 0 11,18-2-5,-18 2 0,0 0 1,13 2 0,-13-2 3,14 0-1,-14 0-3,0 0 1,18 0-1,-18 0-1,13 2 1,-13-2 2,0 0-1,0 0-1,13 2 3,-13-2 1,0 0-1,0 0 1,0 0-1,0 0 4,0 0 5,0 0 1,12-6-2,-12 6-3,0 0 4,0 0 0,0 0 1,0 0 1,0 0 1,0 0 3,0 0-1,0 0 0,0 0-2,0 0-2,0 0 2,0 0-5,3-11 1,-3 11 1,0 0-5,0 0-3,0 0 4,0 0-5,0 0-1,0 0-4,0 0-19,0 0-25,0 0-47,0 0-54,0 0-246,0 0-426,-39-5 189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36:17.08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36 6 65,'0'0'91,"0"0"-16,0 0-5,0 0-9,-10-6-9,10 6-5,0 0-8,0 0-19,0 0-23,0 0-37,0 0-40,-26 11-86,26-11 38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36:17.25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24 1760 84,'0'0'135,"-5"-13"-2,5 13-12,0 0-12,0 0-7,0 0-3,0 0-12,0 0-6,0 0-2,0 0-7,0 0-9,-14-4-2,14 4-10,0 0-6,0 0 7,0 0-16,0 0-8,0 0 3,0 0-4,0 0 1,0 0-16,0 0 3,0 0 0,0 0 0,0 0 2,0 0-4,0 0 3,0 0-7,0 0 5,0 0 10,0 0-1,0 0 6,0 0-1,0 0 7,0 0-4,0 0 1,0 0 0,0 0-3,0 0-8,0 0 1,0 0 0,0 0-11,0 0 2,0 0-5,0 0 6,0 0-3,0 0 1,0 0-4,0 0-1,0 0 4,0 0-3,0 0 2,-5-9-6,5 9 5,0 0-5,0 0-4,0 0 0,0 0 0,0 0 4,0 0-2,0 0 1,0 0-3,0 0 2,0 0-2,0 0 1,0 0-4,0 0 3,0 0 6,0 0-5,0 0 0,0 0 0,0 0 6,0 0-1,0 0-3,0 0 10,0 0-3,0 0 2,0 0 0,0 0-6,0 0-7,0 0 8,0 0-1,0 0-1,0 0 2,0 0 1,0 0-3,24-4 1,-24 4 0,13-6-1,-13 6 2,15-4-3,-15 4 2,18-4 0,-8 1 0,1 1 0,0-2 0,-11 4-1,23-4 1,-11 1 1,-1 0 0,-11 3-2,28-2-1,-19-1-1,6 1 1,-15 2-1,25-2 2,-14 2-2,-3-4 3,5 2-3,0 1 0,2-1 1,-4 0-6,2 0 7,5 0-4,-3 0 2,3-2-1,-4 0 1,4 1 5,-1 3-8,4-4 2,-2 0-1,-2 1-2,1 1 5,3-2-1,0 2 3,0-2-17,0 2 13,0-2-4,1 2 6,-4 2-1,-1-2 0,5 1 0,-4 1-4,-1-2 3,1 0-2,4 0-4,-4 2 7,-2-2-4,2 0 2,0 2 3,0 0-2,-1-1-3,1-1 0,4 0 1,-5 2 2,0-3 0,1 3-3,3-2 2,-3 1 3,0 1-4,0-2 1,0 0-2,3 2 2,-3-2-3,0 2 4,3 0 0,-5-2 0,4 0-3,-4-1 0,2 3 1,0-2-3,0 2 5,0-2-2,-4 2-2,3-2 2,-3 0 3,1 4-3,-2 0-1,2-4 4,-1 4-4,-14-2-1,28-2 1,-13 2 2,-2 0-6,1 4 6,1-4 2,0 0-4,-6 2 0,-9-2 2,30-2 0,-17 2-1,1 0-1,4 2 3,-18-2-1,31-2-1,-19 4 0,1-2 2,1 0-1,4 3 3,-6-4-4,6 1 1,-2 1-1,-1-1-1,-1-1 2,7 1 0,-11 0-3,8-2 0,0 2 0,3-2 5,-3 0-2,0 4-3,3-4 5,7 0-2,-7 2 1,-3-2-2,3-1-1,-3 3-1,3-5 8,-3 3-3,3 1-4,0 1 3,1-2-2,-1 0 0,0 0-1,0 2 1,0-4 2,1 4-1,-1-1 1,0-1-1,-3 0-2,3 2-1,0-2 3,4 0 0,-7 0-1,-1 0-3,1 0-2,4-2 5,-1 4 0,-3 0-1,0 2-1,3-2 2,0 0 3,-8 0 0,5 0-5,-3 2 3,2 0-3,-5-2 2,6 2-2,-18-2 6,23 0-1,-15-2-5,-8 2 4,21 2-4,-21-2 6,18 0-3,-8 4-4,-10-4 3,14 0 3,-14 0-1,15 0-1,-15 0 4,0 0-1,15 0 1,-15 0-1,0 0 3,0 0 3,16-4-3,-16 4-5,0 0 5,15 2-1,-15-2 2,0 0-5,14-8-1,-14 8 1,17-4 1,-17 4-3,11-3 0,-11 3 1,15-2-3,-15 2 1,0 0 5,16-2-2,-16 2 2,15 0-2,-15 0-2,0 0 0,17 0-3,-17 0 3,15 0-1,-15 0 0,0 0-1,18 2-1,-18-2 6,0 0-6,13 0 2,-13 0 0,0 0 0,0 0 1,15 2 1,-15-2-2,0 0 0,0 0-2,0 0 3,8 3-2,-8-3 0,0 0-2,0 0 4,0 0-2,0 0 1,13 2-3,-13-2 0,0 0 2,0 0-3,0 0 4,15 2 2,-15-2-1,0 0 0,0 0 0,17 0 3,-17 0-2,14 0-2,-14 0 0,0 0 0,0 0 0,17 0 2,-17 0 0,0 0 3,0 0-6,12 0 2,-12 0-2,0 0 1,0 0-8,0 0 9,14 0 1,-14 0 1,0 0-3,0 0 0,0 0-3,0 0 5,14 2-5,-14-2 2,0 0 3,0 0-2,0 0-1,0 0 3,0 0-4,0 0 2,0 0 4,0 0-3,14 2 1,-14-2 4,0 0 3,0 0 9,0 0 3,0 0 7,0 0-4,0 0 9,0 0-1,0 0 1,0 0 0,0 0 1,0 0-1,0 0 2,0 0 0,0 0-2,0 0 1,0 0-2,0 0-2,0 0-2,0 0 1,0 0-3,0 0-4,0 0 3,0 0 0,0 0-8,0 0 0,0 0-6,0 0 3,0 0 0,0 0-2,0 0-3,0 0 1,0 0-4,0 0 3,0 0-1,0 0 0,0 0 1,0 0-3,0 0-5,0 0 3,0 0 0,0 0-1,0 0 0,0 0 5,0 0-6,0 0 0,0 0 2,0 0-3,0 0 2,0 0-5,0 0 6,0 0-5,0 0-1,0 0 7,0 0-7,0 0-3,0 0-9,0 0-19,0 0-23,0 0-19,0 0-27,0 0-29,0 0-45,0 0-57,0 0-194,0 0-461,-39 8 204</inkml:trace>
  <inkml:trace contextRef="#ctx0" brushRef="#br0" timeOffset="15263">91 59 15,'0'0'132,"0"0"-6,0 0-9,-8-10-6,8 10-1,0 0-17,0 0-6,0 0-2,0 0-13,-7-8-1,7 8-10,0 0-11,0 0 0,0 0-9,0 0 2,0 0-7,0 0-7,0 0-1,0 0 1,0 0-2,0 0-7,0 0 5,0 0-8,0 0 4,0 0-5,28-2 5,-28 2-3,18-3 7,-7 1-4,-11 2 1,21-4-4,-7 2 3,0 2-5,4 0 3,-3-1-9,-1-1 6,6 0-2,-5 0 4,6 0-4,0 2-2,-3-4 1,3 2-5,0 0 0,5-2-1,-1 4-1,2-2 3,-2 1-2,7-1-4,-1 2-6,5-2 9,-8 2-4,5 0 5,-1 0-5,-4 0 9,0 2-14,1 1 4,-8-1 2,3 4 2,1-4-3,1 4 1,-2-4-4,-2 3 2,2-1 1,-3 2 0,0-1-6,7 3 8,-7 0-2,-1-3-1,1-1 1,3 1-1,-7 3 1,9-4 1,-5 0-12,-3-1 15,3 2-4,10 0-4,-10 1 1,0-2 8,1-2-7,-1-1 2,5 3 2,-2-4-2,4 2-3,0 0 0,1-2-2,-8 0 0,4 0 0,-1 2 3,-1-2 3,1 0-3,-3 0 5,4 1-5,-4-1-1,0-1 2,-3 2 4,3-1-8,7 0 2,-10 0 0,3 2 1,-3-2 0,3 0-2,-6 0 2,6 0-1,-6 0 2,6 2-6,7-2 6,-7 0 1,0 0-1,0 0-9,0 0 5,0 2 1,-3 1-1,7-3 5,-1 0-4,-6 0 3,11 1-2,-7-1 1,-1 0 2,0 0-2,0 2-8,0 0 11,0-2-2,-3 2-5,7-2 3,-4 0-1,0 1 5,7-1-6,-7 3-8,5-3 16,2 0-7,3 1 4,-10-2 0,5 1-1,-2-3 1,-6 3 0,13 0-4,-5-1 3,-1-1-3,-1-2-1,7 3 3,-11-2-2,7-1 1,1 1 0,-7 1 2,1-2-4,-1 0 1,0 1 1,-2-1 1,-2-1-1,4 2 6,-3 0-9,0 0 8,3 1-5,-3-1 1,-4-1 0,4 0 0,0 1-3,-1 1 0,1-3 2,-4 2 1,7-1-1,-11 2 2,8-1 1,-7 1-3,7 0-1,-8 0 1,-10 2 3,28-2-4,-20-1 4,7 0-2,-2 3-3,8-4 6,-6 4-8,-1-2 4,-14 2 2,25-3-1,-12 1 1,-2 0 2,-11 2-6,18-4 2,-18 4-2,16-1 4,-16 1 2,12-2 7,-12 2-1,0 0 14,11-2 2,-11 2 6,0 0 9,0 0 0,13-4 4,-13 4 2,0 0 1,0 0-2,0 0 2,0 0-4,0 0 2,0 0 0,0 0 0,0 0-3,0 0-5,8-6 0,-8 6-1,0 0-6,0 0 1,0 0-3,0 0 2,0 0-3,0 0 4,0 0-8,0 0 0,0 0-1,0 0-2,0 0-5,0 0 4,0 0-5,0 0-3,0 0-7,0 0-1,0 0-20,0 0-21,0 0-25,0 0-37,0 0-72,-39-4-250,39 4-455,-36 6 202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36:27.83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93 25,'0'0'129,"0"0"-2,0 0-10,0 0 0,0 0-6,0 0-4,0 0-1,0 0-11,0 0 6,0 0-12,0 0-8,0 0-5,8-23-4,-8 23-12,0 0 2,0 0-5,0 0-2,0 0-9,0 0-4,0 0-3,0 0-11,0 0 1,0 0-6,12-6 0,-12 6 4,16-4-5,-3 4-3,0-4-1,3 2 0,6-2-5,-1 3 2,8-1-8,-8 0 4,2 0-7,2 0 6,-4 2-5,2 2-1,-6-2 1,1 2-1,2-2 1,-7 2 1,2 0-3,-4-1 0,-11-1-3,20 2 0,-20-2-9,16 6 3,-16-6-5,15 2-1,-15-2 0,0 0 2,11 2-1,-11-2 3,0 0-4,0 0 5,0 0-18,0 0-13,0 0-13,0 0-12,0 0-32,0 0-65,0 0-88,0 0-269,0 0 120</inkml:trace>
  <inkml:trace contextRef="#ctx0" brushRef="#br0" timeOffset="7099">810 93 103,'0'0'102,"0"0"-10,0 0-10,0 0-5,0 0-10,0 0-1,0 0-11,13 1 7,-13-1-11,0 0 0,0 0-4,0 0-1,0 0-12,0 0 5,0 0-1,0 0 1,0 0 7,20-4-7,-20 4 6,11-8-11,-11 8 8,13-5-7,-13 5 2,11-6 8,-11 6-3,12-5-4,-12 5-7,10-6 0,-10 6-2,11-6-3,-11 6-9,15-7 2,-9 3-3,-6 4 5,21-5-6,-11 1 4,5-1-2,-2 4-8,1-5 3,1 4-2,6 0-2,-3-1-2,3-1 4,1 2-2,0 0-2,6-1 1,1-2-4,1 7 2,-3-2 0,1-2-17,-5 2 20,5 0 1,-2 2-2,1 1-4,1-1 2,-7 1 0,10-1-6,-2 2 8,1-2-6,-3 1 1,1-1-2,-5 0-4,5 0 8,-1 1 5,3-1-6,-3 1 0,3-3-5,-1 2 3,-3-2 2,3 0-3,-1 0-5,1 0 7,-1 0-4,3-2 9,-3 2-4,-1 0-2,1 0 1,-7 0 0,1-3-3,7 3 3,-11 0-4,5 0 3,-4 0-4,1 0 3,-2-2 0,3 2 1,-2 2 2,-1-2 0,2 0-2,1 0 1,0 0-5,0-2 8,-3 2-8,3-1 2,1 2 0,-3-2 1,-1 1 0,2 0 0,-1 0 3,-1 1-1,-2-2-3,2 2 4,-1 1-8,-4-2 3,1 3 2,-1-1-3,-1 0 3,-12-2 3,21 1-8,-13 3 5,-8-4-1,15 6 2,-6-3 5,-9-3-6,15 4 2,-10 0-4,-5-4-1,16 4 3,-16-4-8,12 4 10,-12-4-7,18 2 6,-18-2 1,16 0 2,-16 0-2,16 1 1,-16-1-4,15 0 0,-15 0 5,18 0-3,-18 0 3,14 0 0,-14 0-5,15-1 5,-15 1-4,12-2 4,-12 2-2,0 0 2,0 0-3,14-2-5,-14 2 1,0 0 5,0 0-4,0 0 2,18-2 0,-18 2-1,0 0-2,0 0 2,0 0-5,0 0 6,0 0 3,0 0-8,0 0 3,0 0 1,0 0 0,0 0-1,15 0 4,-15 0 4,0 0-5,0 0-2,0 0-1,0 0 3,0 0-2,0 0 2,0 0 3,0 0 3,0 0-6,0 0 1,0 0 0,0 0 6,0 0 6,0 0 8,0 0-1,0 0 2,0 0-2,0 0-3,0 0-3,0 0 2,0 0 3,0 0-6,1-12 1,-1 12 0,0 0-6,0 0 3,0 0-1,0 0-5,0 0 4,0 0-1,0 0 0,0 0-1,0 0-4,0 0-2,0 0 1,-19-14-3,19 14 3,0 0 2,0 0-9,0 0 6,0 0-9,0 0 6,0 0 0,0 0-6,0 0-3,0 0-23,0 0-20,-26 12-26,26-12-40,-13 6-62,13-6-102,-21 4-304,21-4 135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25:00.38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183 212 123,'0'0'147,"-9"-6"-11,9 6-10,0 0-8,0 0-11,0 0 0,0 0-9,0 0 1,0 0-5,0 0-11,-8-7-1,8 7-5,0 0-7,0 0 3,0 0-3,0 0-5,0 0-3,0 0-2,0 0-4,0 0-1,0 0-6,0 0-3,0 0-8,0 0 1,0 0-5,0 0 3,0 0-3,0 0-5,0 0-2,0 0 0,0 0-2,0 0-1,0 0-4,0 0 0,0 0 0,0 0 1,0 0-4,0 0-3,0 0 3,0 0-3,0 0-1,0 0-1,0 0-2,0 0-1,0 0 2,0 0-1,31-4-1,-18 1-1,-13 3 1,30-4 1,-9-1-4,2 4-1,4-1-2,3-4 1,2 4 2,2-1-3,10-5 2,0 4-2,-1 0 0,2-1 1,-2-3-1,-8 3 3,0 3-1,-3-2-4,2 0 0,-3 0 1,-1 0 4,-4 1-4,-5 1-1,-3-2-1,1 2-1,-9 2-2,3-1 4,-13 1 1,20-2-5,-20 2 1,13-2-1,-13 2 2,0 0-2,16-2 1,-16 2 0,0 0 0,0 0-6,0 0 0,15-3-5,-15 3-6,0 0-2,0 0-3,0 0-3,0 0-6,0 0 3,0 0-7,0 0-3,0 0-8,0 0-7,0 0-15,0 0-13,0 0-13,0 0-20,0 0-58,0 0-112,0 0-308,0 0 137</inkml:trace>
  <inkml:trace contextRef="#ctx0" brushRef="#br0" timeOffset="679">378 0 151,'0'0'144,"0"0"-6,0 0-11,0 0-6,0 0-11,0 0-8,0 0-5,0 0-9,0 0-1,0 0-10,0 0-6,0 0-3,0 0-11,0 0-1,0 0-10,0 0-7,0 0-2,0 0-5,0 0-5,0 0 4,0 0-7,0 0 2,0 0-9,0 0 3,-2 14 0,-9-10-6,3 1 0,-2 2 0,-3 1-1,-2 2 5,1-3-5,-6 2-5,7 1-2,-2-2 0,1-1 3,-1 0-6,0 0 4,-1 0 0,0 0 2,1-1-5,-3 0 2,2 2-4,1-5 0,2 1 3,-1 0 2,4-1-5,10-3 0,-18 4 4,18-4-1,-11 6-10,11-6 7,-13 2 2,13-2-1,0 0-2,0 0 3,-12 4-15,12-4 14,0 0-2,0 0-3,0 0 3,0 0-2,0 0-1,-15 4 7,15-4-9,0 0-3,0 0 0,0 0 4,0 0 2,0 0-3,0 0 6,0 0-3,-8 5 2,8-5-3,0 0 3,0 0-3,0 0-1,0 0 1,0 0 1,0 0 1,0 0-1,0 0 5,0 0-2,0 14 7,0-14-1,0 0 8,0 0 1,0 0 2,0 0 3,0 0 4,0 0-4,0 0 4,0 0-1,0 0 2,0 0-5,0 0 1,0 0-3,0 0 5,0 0 8,0 0 5,20 5 1,-20-5-1,13 2-2,-13-2 2,16 4-7,-16-4 1,16 2-7,-4-2 1,-1 1-1,6 1 0,-1 2-2,-1-2-4,2 1 1,3 2-2,-4 0-2,4 1-1,-1-2-1,-1 1-3,-3-1 1,3 0 0,-3 2 0,-1-1-4,-4 1 0,1-2-2,6 1 0,-9-2 1,-8-3-3,19 7 0,-10-5 1,-9-2 0,14 5-2,-14-5 1,10 4-2,-10-4-2,8 4 3,-8-4 2,0 0 2,0 0 1,0 0 0,0 0 2,15 2-2,-15-2 9,0 0-3,0 0 0,0 0-4,0 0 5,0 0 1,0 0 0,0 0-4,0 0 4,0 0-6,0 0 6,0 0-4,0 0 1,0 0-3,0 0-1,0 0 1,0 0 0,0 0 0,0 0 0,10 6-3,-10-6 0,0 0-1,0 0-1,0 0 0,0 0 1,0 0-2,0 0 0,0 0-1,0 0 1,0 0-1,0 0 1,0 0 1,0 0-3,0 0 4,0 0-3,0 0-3,0 0 3,0 0-24,0 0-29,16 2-50,-16-2-66,10 2-119,-10-2-156,0 0-476,18-9 210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25:30.68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111 191 5,'0'0'130,"0"0"-6,-39 0 2,39 0 1,0 0-14,0 0-14,0 0-10,0 0-9,0 0-2,0 0-8,0 0-3,0 0-11,0 0 0,-12-8-9,12 8 2,0 0-3,0 0-2,0 0-3,0 0-4,0 0-1,0 0-8,0 0 1,0 0-4,0 0 2,-11-4-1,11 4 2,0 0-2,0 0-1,0 0 3,0 0-4,0 0 0,0 0-3,0 0-1,0 0-1,0 0 4,0 0-6,0 0 2,0 0-2,0 0 2,0 0 2,0 0-6,0 0-1,0 0-1,0 0 0,0 0-2,0 0 0,0 0 2,0 0-3,39-2-2,-26 0-2,5 1 2,3 2 0,7-6-4,3 5 0,4-4 0,13 1 2,-1-1 2,0-2 1,-3 4-2,0 2 3,0-2 1,0 0 0,-10 0 3,10 0-1,-10-1-6,-3 3 7,4 0 1,-6-2-2,-8 0-4,-1 2-1,-2-2-2,-2 2-1,-16 0-4,21 0 9,-21 0-6,16 0 2,-16 0-1,15 0 0,-15 0-2,0 0 5,0 0-4,15-2 3,-15 2-4,0 0-2,0 0 5,0 0 2,0 0-6,14 0 1,-14 0 0,0 0 0,0 0 0,0 0-8,0 0-9,0 0-11,0 0-16,0 0-18,0 0-22,0 0-30,10-6-46,-10 6-158,0 0-341,0 0 152</inkml:trace>
  <inkml:trace contextRef="#ctx0" brushRef="#br0" timeOffset="703">329 26 7,'0'0'125,"13"-4"-15,-13 4-13,0 0-5,0 0 6,8-9-12,-8 9-10,0 0 0,0 0-10,11-6-7,-11 6-5,0 0 1,0 0-7,0 0-8,0 0-1,9-7-8,-9 7-2,0 0-4,0 0 0,0 0-2,0 0 2,0 0-5,0 0-1,0 0-6,0 0-2,0 0 4,0 0 1,8 17-7,-8-17 7,0 0-1,0 0-2,0 0-2,1 11 0,-1-11-1,0 0-6,0 0 9,0 0 2,0 0-3,0 0 20,-3 17-7,3-17 0,0 0-2,0 0 10,0 0-2,-8 11 0,8-11-2,-11 10 2,11-10-2,-10 8-2,2-5-2,-2 3 3,0-1 0,10-5-4,-16 11-6,3-6-1,3 0 0,-1-1 0,-4 3-2,2-3-2,2 1-1,-2 0 2,-1 1-4,6-1-4,-6 1 0,2 0 2,-2 1-1,5-1-5,-4-2 2,4 1 3,-1-1-9,-2 2 7,-1-2 3,5 1-8,8-5 4,-16 9-3,8-5 3,8-4-4,-13 5 3,13-5-3,-13 5 1,13-5 3,0 0-2,-10 4 2,10-4-2,0 0 3,0 0 1,-11 5-5,11-5 3,0 0-3,0 0 3,0 0 0,0 0-6,0 0 4,0 0 0,0 0 5,0 0-10,0 0 2,0 0-3,0 0 4,0 0-3,0 0 3,0 0-2,0 0-2,0 0 7,0 0-8,0 0 6,0 0-5,-10 4 3,10-4 0,0 0 1,0 0-5,0 0 4,0 0 3,0 0 2,0 0-4,0 0-1,0 0 1,0 0-3,0 0 3,0 0 4,0 0-1,0 0 0,0 0 4,0 0-4,0 0 1,0 0 5,0 0 1,0 0 4,0 0 2,0 0-2,0 0 2,0 0 0,0 0 0,0 0 2,0 0 2,0 0-2,0 0-1,0 0 3,0 0-9,0 0 4,0 0-1,0 0 0,0 0-3,0 0 5,0 0-5,39-7-1,-39 7 2,0 0-2,24 0-7,-24 0 5,17 2-5,-9-1 5,-8-1-2,19 2-2,-19-2 2,22 6 4,-11-3 2,4 2 0,4 2-3,-3-3 3,4 1 0,-4 1-1,2 2 0,2-2 0,1 1 0,-2-3 1,-2 1-1,1 3-4,-4-4 0,1 0 1,-5-2 0,1 1-4,-1 1-2,-10-4 1,15 5 3,-15-5-2,13 9-1,-13-9 0,8 1 1,-8-1-1,0 0 0,0 0 1,8 4-3,-8-4 0,0 0 1,0 0 1,0 0-5,8 6 6,-8-6-1,0 0-3,0 0 2,0 0-1,0 0-3,0 0 3,0 0-2,0 0 3,0 0-3,0 0 3,0 0 0,0 0-1,0 0-2,0 0 1,0 0 0,0 0 1,0 0-2,0 0 1,0 0 3,0 0-3,0 0-3,0 0 3,0 0 0,0 0 4,0 0-1,0 0 0,0 0-2,0 0-3,0 0 4,0 0 1,0 0-3,0 0 3,0 0-4,0 0-1,0 0 2,0 0 4,0 0 0,0 0 2,0 0-3,0 0 2,0 0 0,0 0 0,0 0 0,0 0 0,0 0-4,15 0 3,-15 0-5,0 0 8,0 0-1,0 0-3,0 0 2,0 0-1,0 0-3,0 0 0,0 0-2,0 0-6,0 0-19,0 0-24,0 0-36,0 0-43,-33 5-84,33-5-176,0 0-421,0 0 187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22:00.12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27,'0'0'125,"0"0"1,0 0-10,0 0-10,0 0-2,0 0-9,0 0-1,0 0-2,0 0-14,0 0 0,0 0-9,0 0 2,0 0-11,0 0 1,0 0-11,0 0-3,0 0-6,0 0 2,0 0-11,0 0 4,0 0-1,0 0-5,0 0-5,0 0 2,0 0-8,0 0 3,0 0-2,0 0-6,0 0 5,0 0-4,0 0 2,0 0 6,0 0 0,0 0-2,0 0-3,0 0 1,0 0-6,0 0 5,0 0-2,0 0-5,0 0-2,10 2-1,-10-2 1,0 0 4,0 0-7,0 0 5,0 0 3,0 0-5,13 4-3,-13-4 7,0 0-8,18 4 8,-10 0-5,-8-4 2,21 2 4,-10-2-2,-11 0-4,23 4 1,-12-2 3,6 1 0,-1-1-1,-1 0-3,4-4-2,1 4 2,3-2 2,-1 2-3,-1 0 1,5-2-4,-2 1 2,-4 1 0,4-2-2,0 2 2,1 4-4,2-4 1,1-2 0,-7 0-1,0-2 2,2 4-1,6-2-2,-3 2 3,-2-2-1,-4 2 1,13 0-2,-5-4-2,-2 4 5,4-2-3,-3 0-1,1 2 0,-5-2 0,7 0 3,-2 1-3,-7 1 1,7-2-1,-7 0 1,8 2 0,-2 1 0,-6-1-2,1 0 2,5 1-2,-6 0-3,2-1 3,-3 0 1,2 0 0,1-2-4,-2 0 3,2 1 2,-2 1-1,8 2 2,0-4-1,-3 0-2,-5 2 2,7-2-1,0 3 0,-6-3-4,-1 0 2,2 0 0,4 0 2,-7 0 0,1 2-1,0-2-2,1 0 3,0 0 0,5 2 4,-4-2-3,-2 2-2,2-2 4,5 0-1,1 0 2,-3 0-3,1 2 5,-5-2-1,5 0 1,-9 1-3,2-1 1,2 0-1,-3 3-1,-1-3-1,2 0 1,-5 2-2,1-2 2,-5 2-3,1 0 0,1 0 2,-13-2 1,22 3-2,-9-3 1,-3 2 0,3 0 3,3 0 1,4 1 0,-4-1 0,3-4-1,4 4 1,1-2 3,5 2-1,-1 0 0,1-2 3,1 2-2,1 0 1,1-2 0,-1 0 1,-2 2-4,2 0 0,1 2 2,0-4-2,-1 3-3,3-1 1,-3 2 1,-2-2-1,0 0 1,-7-1-2,-3 1 3,2 0-4,-3-2 0,0 3 0,-2-1-2,3-2 3,-1 2 1,-1-1-3,2-1-2,-3 2 2,1-2-2,1 2 3,-4 0-3,4 0 2,3-2 0,2 2 2,-1-1-3,6 3 2,0-4-1,-1-2-1,4 2 2,-2 0-1,0 0 1,2 2 0,-1-2-1,3 3-1,-2-3 1,-1 2-2,-1-1 1,-8 1 0,8 1 2,-3 1 0,-5-4-3,-1 2 1,-1-2-1,4 1 1,-2 1 0,1 0 4,-2 0-5,-1 0 2,4 0-4,-3-2 3,1 1 1,0 1-2,0 0 0,0-2 3,0 2-3,-1 0 2,1 0-1,2-2 0,3 0 1,-4 2-1,7-2 2,-3 0-4,2 0 2,1 2 0,-1-2-1,2 0 2,0 2-3,-1-2 6,-1 0-5,-1 2-1,0 0 0,1-2 0,-5 1 2,4-1-3,1 0 1,0 0 3,-6 2 0,9-4 2,-2 4-7,-1-4 3,0 2-1,-2-1 2,2 4-3,2-3 4,-4 6 1,-7-6-3,14 2 0,-3-4 1,1 4 0,-1-2 0,-1 1 1,3-2-4,-4 2 3,-1-1 0,3 2-1,-9-4 2,2 1-1,4 1 1,-5 0 1,6 1-2,-5-2 1,5 2-2,-1-1-2,-7-1 5,9 1-1,-8 1 1,11-2-1,-2 1 0,-4 0 11,1-4-10,4 4-1,-2-2 2,-1 0 1,1 0-2,-1 2 0,4 0-1,-3-1 0,4 1 1,-2 0 0,0-2 1,-1 2-1,-1-2 0,0-2-1,-2 4-2,2-2 3,-6 2 2,-1-2-1,7 0-1,-1-2 2,1 1 1,1 1 0,0 0 3,-1 0-1,-1 2 0,1-4 3,2 1-2,3-1 2,-10-1-3,9 4 1,-7-1-4,1-1 4,-5 3-3,8 0 2,-2-2 0,-1 2-2,-1 0 2,-4 0-5,-1 2 2,7-4 2,0 2 0,-2 0-3,-5 0-2,7 2 0,1-2 0,-6 0 4,6-2-1,-1 4-1,-1 1 0,4-6-4,0 3 2,-2 0 2,3 0-1,-1 3-2,-9-3 0,7 0 5,1 2-3,-5-2-1,4 0-1,-8 0 1,7 0 2,-4 1-2,-3-1 1,7 0-2,1 0 3,-1 0 0,-1 0-3,-3 0 2,-3 0 0,9 2 0,-4 1 1,6-1-2,-4 0 2,2-2-2,0 0 2,1 0-2,-1 0-1,3 2-1,-1-1 1,-3-1 0,1 4 1,-1-2 4,-1 0-6,0 3 0,0-3 2,1 0 3,1 0-2,-3 0-2,-4 0-2,8 0 2,-1 0-1,0 2 0,-1-3 3,4-1-3,-3 2 0,-1 0 3,2-2-3,4 0 3,-6 0 0,1-2-1,1 4 1,-3-2 0,0 0-2,-2 0 0,-4 0 2,5-2-1,1 0 2,-3 2-5,-4 2 2,-2-4-1,2 4 5,2-4-3,-2 1 0,-3-3 5,3 2-4,-2-4-2,-1 6 3,2-2-3,0-2-2,-2 2 1,2-1 4,1 1-2,-3 0 2,3-2-1,-1 3-1,1-3 2,3-1-2,-3 3 4,2-1-3,-2 0 1,7-1-1,-7 3 1,-3-1-1,10 0 1,-5 0-2,-3 2-2,-1-2 1,-1-1 2,3 4-1,-3-2-1,1-3 5,-2 4 0,-1-3-1,-2 3 1,-14 0-1,20-4 4,-20 4-2,16-1 1,-4-1 0,-12 2 1,21 0 1,-21 0-2,16-4-2,-16 4 2,17-2-4,-5 2 1,-12 0-1,18-3-2,-18 3 0,14 0 0,-14 0 0,17-2-2,-17 2 4,11-2-2,-11 2-2,0 0 2,15-2 1,-15 2 2,0 0-2,0 0-2,19-2-2,-19 2 3,0 0-2,0 0 1,0 0-3,0 0 3,0 0 4,15-2-5,-15 2 2,0 0 1,0 0-5,0 0 4,0 0-2,0 0-1,0 0 0,0 0 5,13-2-1,-13 2-3,0 0-3,0 0 5,0 0-3,0 0 1,0 0 1,0 0-1,0 0 0,0 0 1,0 0 2,0 0-3,0 0-1,0 0 4,0 0-2,0 0-1,0 0 0,0 0 3,0 0 4,0 0-6,0 0-1,0 0-1,0 0 2,0 0 0,0 0 3,0 0-3,0 0 1,0 0-1,0 0-1,0 0 1,0 0 1,0 0 0,0 0 1,0 0-3,0 0 2,0 0 0,0 0 1,0 0 0,0 0-1,0 0 3,0 0-5,0 0 8,0 0-6,0 0-4,0 0-44,0 0-40,0 0-46,0 0-102,0 0-244,0 0-517,-59-19 228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27:01.99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32 0 75,'0'0'116,"0"0"-4,0 0-4,0 0-14,0 0-1,0 0-4,0 0-6,0 0-9,0 0-10,0 0-3,0 0-9,0 0-2,0 0-9,0 0-8,0 0 10,0 0-15,0 0 0,0 0 1,0 0-4,0 0-11,0 0 6,0 0-1,0 0 1,0 0-6,0 0 3,0 0-5,0 0-3,0 0-3,0 0 1,0 0 7,0 0-2,0 0-7,0 0 4,0 0 2,0 0-5,0 0 1,0 0-5,0 0 2,0 0 3,-15 29 0,15-29 8,0 0-2,0 0 5,0 0 8,0 0 1,0 0 4,0 0-1,0 0 6,0 0 2,0 0 3,0 0 2,0 0 3,0 0-6,0 0-3,0 0 3,0 0 0,0 0-10,0 0 3,0 0-6,0 0 1,0 0 0,0 0-2,0 0-1,0 0-3,0 0-2,-17-2-2,17 2-5,0 0 4,0 0-5,0 0 4,0 0-3,0 0-6,0 0 2,0 0-2,0 0 0,0 0-4,0 0 3,0 0-2,0 0-2,0 0 5,0 0-7,0 0 3,0 0 2,0 0-4,0 0 1,0 0 0,0 0 2,0 0-1,0 0-1,0 0 0,0 0 2,0 0 5,0 0 2,0 0 0,0 0 3,0 0 4,0 0 1,0 0 1,0 0-1,0 0 5,0 0 3,0 0-3,0 0 0,0 0 3,0 0-4,0 0 3,0 0-1,0 0 1,0 0-1,0 0 2,0 0-4,0 0 3,0 0-4,0 0 1,0 0-1,0 0-2,0 0 0,0 0 0,0 0-3,0 0 0,0 0-4,0 0 4,0 0-3,0 0-2,0 0 0,0 0-2,0 0-2,0 0-3,0 0 1,0 0 1,0 0-2,0 0-1,0 0 2,0 0-2,0 0 2,0 0 3,0 0-4,0 0-4,0 0-1,0 0 2,0 0-2,0 0-2,0 0 1,0 0 3,0 0-4,0 0 5,0 0-3,0 0 0,0 0-1,0 0 4,0 0-2,0 0 3,0 0-3,0 0 2,0 0 0,0 0-1,0 0-1,0 0-3,0 0 4,0 0 0,0 0-1,0 0 0,0 0 1,0 0 4,0 0-4,0 0 0,0 0 3,0 0 5,0 0-6,0 0-1,0 0 3,0 0-4,0 0 2,0 0 2,0 0-4,0 0-2,0 0 2,0 0 3,0 0-5,0 0 2,0 0-6,0 0 11,0 0-8,0 0-1,0 0 3,0 0-1,0 0-2,0 0 2,0 0-3,0 0 3,0 0-5,0 0 4,0 0 1,0 0 2,0 0-5,0 0 3,0 0 2,0 0-3,0 0-5,0 0 8,0 0-1,0 0-1,0 0 1,0 0 2,0 0-4,0 0 1,0 0 2,0 0 1,0 0-6,0 0 5,0 0-2,0 0-2,0 0 1,0 0 3,0 0-4,0 0 4,0 0-3,0 0 1,0 0 2,0 0 2,0 0-5,0 0 4,0 0-2,0 0 0,0 0 1,0 0 0,0 0-2,0 0 0,0 0 2,0 0 1,0 0-2,0 0 3,0 0 0,0 0 2,0 0-9,0 0 6,0 0-2,0 0 2,0 0-2,0 0-4,0 0 3,0 0-2,0 0 0,0 0 6,0 0-6,0 0 0,0 0 2,0 0 1,0 0-3,0 0 0,0 0 1,0 0 0,0 0 2,0 0-2,0 0 1,0 0-2,0 0 1,0 0 3,0 0-3,0 0 3,0 0-1,0 0 2,0 0-9,0 0 6,0 0 0,0 0 1,0 0-2,0 0-1,0 0 2,0 0 2,0 0-1,0 0 1,0 0-2,0 0 3,0 0-4,0 0 2,0 0-1,0 0 0,0 0 0,0 0 0,0 0 1,0 0-2,0 0-14,0 0-25,0 0-38,0 0-48,0 0-77,0 0-273,0 0-513,0 0 227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28:24.39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10 25,'0'0'150,"0"0"-7,0 0-10,0 0-1,-7-14-8,7 14-13,0 0-4,0 0-9,0 0-5,0 0-15,0 0-8,0 0-8,0 0-6,0 0-8,0 0-3,0 0 0,0 0-6,0 0-3,0 0-4,40 8-2,-26-6-1,6 5 0,1-4-5,5 3-6,7-4 3,-3 2-3,3-4 1,13 7-7,-2-6 2,0-2-2,-13 2 1,3 3-4,-3-6-1,-4 6-2,-5-2-7,-3 2-4,-1 0-11,0 0-2,-2-3-6,-6 4-10,-10-5-7,18 4-10,-18-4 7,10 0-12,-10 0-12,0 0-11,0 0-38,0 0-106,0 0-241,0 0 107</inkml:trace>
  <inkml:trace contextRef="#ctx0" brushRef="#br0" timeOffset="492">104 298 81,'0'0'104,"0"0"-4,15 2 0,-15-2-8,0 0-12,23 0-10,-10 0-5,1-5 2,3 5-13,-3-4 0,1 2-4,6 2 4,-1-1-3,2 2-6,1-1-5,-2-1-3,-1 1-4,-2 0-3,0 0-4,-2 0-4,-16 0-2,21 0 0,-8 1-6,-13-1 6,22-1-3,-22 1-2,14-2 2,-14 2 5,15 2 2,-15-2 4,0 0 5,15-2-9,-15 2 4,0 0-12,0 0 8,11-1-5,-11 1 1,0 0-5,0 0 5,0 0-7,0 0 1,0 0-3,0 0 3,0 0 1,0 0-5,0 0-1,0 0-2,0 0-4,15 1 0,-15-1 1,0 0 1,0 0 5,0 0-1,0 0-1,0 0-9,0 0 3,0 0 4,0 0-5,0 0 5,0 0-6,0 0 7,0 0-3,0 0-1,0 0-4,0 0 4,0 0-2,0 0 6,0 0-5,0 0 5,0 0-7,0 0 2,0 0-19,0 0-17,0 0-19,0 0-34,0 0-69,0 0-92,0 0-269,0 0 118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29:45.03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139 175 48,'-20'-20'104,"20"20"-15,0 0-18,0 0 2,0 0-19,0 0 8,0 0 0,0 0-10,0 0-2,0 0-9,-3-12 4,3 12-7,0 0 6,0 0-9,0 0-1,0 0-6,-10-7 2,10 7-7,0 0 7,0 0-9,0 0 1,0 0-6,0 0 6,0 0 1,0 0 0,0 0-5,0 0-15,0 0 12,0 0 0,0 0-3,0 0 13,0 0-7,0 0-8,0 0 11,0 0-6,0 0-5,25-6 5,-25 6 3,18-3 0,-2 1-3,2 2 0,-3 0 4,7-2-2,6 0 3,1 0 0,2-2 3,4 4 4,0-2-2,9 0 2,5-1 2,0-1 2,0 2-4,-2 2-3,-3-2-1,-11 2-4,-1 0-2,-2 0 1,-1 2-2,-8-2-6,-3 2 4,-5 0-7,0-2-1,-1 0 4,-12 0-4,19 0 6,-19 0-9,13 0 4,-13 0 2,0 0-3,17 2-5,-17-2 5,0 0-2,0 0-1,0 0 0,0 0 0,0 0 3,0 0 0,0 0 1,0 0-8,0 0 2,0 0 2,0 0-2,0 0 2,0 0-1,0 0 0,0 0-5,0 0-2,0 0-9,0 0-7,0 0-26,0 0 0,0 0-18,0 0-19,0 0-29,0 0-138,0 0-273,0 0 121</inkml:trace>
  <inkml:trace contextRef="#ctx0" brushRef="#br0" timeOffset="1238">424 0 90,'0'0'100,"0"0"-15,0 0-5,11-4-9,-11 4 4,0 0-16,0 0 11,0 0-7,0 0-2,0 0-11,0 0-1,0 0-14,0 0 3,0 0-10,0 0 4,0 0-8,0 0-6,0 0 2,0 0 8,0 0-2,0 0 4,0 0-4,0 0 1,0 0-2,0 0 9,0 0-8,-34 15 3,34-15 2,-16 6-9,5-4 5,11-2-7,-22 5 0,13-1-1,-6 0-7,-3 2 9,2-2-12,3 1-1,-5-1-1,3 1-2,0 2 3,-2-2 1,2 1-3,-1-3-1,-1 3-3,3 0 6,2-2-6,1 0 5,-1 1-3,12-5 5,-21 7-16,11-3 9,2 0 0,8-4-2,-14 8 2,14-8 1,-15 5-6,15-5 5,-10 6-1,10-6 9,-10 5-14,10-5 5,-8 7 1,8-7-2,-8 5 2,8-5-13,0 0 14,-10 8 0,10-8-5,0 0 1,0 0 4,0 0-3,-5 7-5,5-7 2,0 0 0,0 0 5,0 0 2,0 0-3,0 0-4,0 0 7,0 0 3,0 0-8,23 5 20,-23-5-5,18 2 2,-6 1-2,-12-3 3,18 2-3,-4 2 2,-2-4-9,4 3 19,3-1-3,-1 2 3,4-1-4,-3 1 0,1 2-1,-1-2-1,2 2-2,5 1 2,-8-2-6,2 1 2,-4 0-5,2 3 1,-6-3-6,2-1 3,-2 4-3,-4-6 3,3 3-5,-1-2 5,-2 1-1,-8-5-5,15 8 0,-9-4 2,-6-4-2,8 5 5,-8-5-7,0 0 3,9 6-9,-9-6 1,0 0-5,0 0-6,6 7-3,-6-7-8,0 0-3,0 0-8,0 0-14,0 0-13,0 0-18,8 6-24,-8-6-157,0 0-282,0 0 124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30:41.52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18,'0'0'-3,"0"0"-4,0 0 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30:42.61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1923 20 16,'0'0'93,"4"-20"-5,-4 20-10,0 0-14,0 0-4,0 0-2,0 0-12,0 0 1,0 0-10,0 0-2,0 0-3,0 0 4,0 0-2,0 0-11,0 0 14,0 0-8,0 0 4,0 0-4,0 0 2,0 0-5,0 0 0,0 0-9,0 0 4,0 0-9,0 0 10,0 0-5,0 0-6,0 0-2,0 0 6,0 0-9,0 0 5,0 0 7,0 0-13,0 0 6,0 0-9,0 0 3,0 0-3,-14 31 2,14-31 4,-4 11-5,4-11 12,-4 10 3,4-10-13,-7 14 7,4-5 2,-4-2 0,-1 2 0,5 0-5,-7 5 5,2-1-5,0 0 3,-2 2-4,4-1 3,-6 0 0,6 2-1,-7-1 10,1 0-3,1 2-6,-1 0 10,3 1-5,-1-2 6,-2 1-6,3 0 3,-3 4-4,1-4-2,-7 4-1,5 0 1,-2 0 1,-1-1-2,5 1 2,-7 0-3,1-3-2,3 5-1,2-5 2,-2-4 1,-1 7-3,2-6-1,-5 6-3,5-4 3,-2-4 0,1 8 9,-1-6-1,-5 4-1,3 0-2,-1 0 1,6-6 1,1 0-6,1 3 2,-1-3-1,1-6 2,-2 9-3,3-4-2,-1 0 7,-2-1-1,4 3-4,0-3 0,-3 2 3,3-3 0,1-1 4,-1 0-4,1 3-2,1-3-2,-2 5 4,1-5-2,-1 4 0,0 1-1,0-1 0,0 2 5,0-2-1,-4 3 1,2-4 0,2 6-2,-3-7 0,-2 4 1,1 0-3,-1 1-1,0-4 3,4 4 0,-3-1 6,-1 0-5,2-2-3,1 4 0,-3-4 1,0 1 2,0-1 1,0 0-1,5 0-4,-2-2-2,-2 3 3,4-3-4,-5 3 6,5-3-5,-5 0-1,2 3 4,-4-2 9,2 0-1,0 1-4,-2-2 1,6 1 1,-3-1-5,-3-1 4,4 3 3,1-2-3,1 1 4,-3 1-5,1 0 3,3-5-4,-4 3 2,4-1-4,0 1 3,-2 0-3,0 1-1,2-3 1,2 0-2,-4 3 6,2-5-7,1 2 2,-4 1 0,4 0-4,-1-1 1,2-1-3,-4 1 5,2-3-2,0 1 0,8-7 0,-17 16-1,9-7 0,2-4 1,-2 5 0,1-2-4,-1-1 0,1 0 0,-1 1 3,2 0 5,6-8 0,-8 19-5,1-13 1,5 3 0,2-9-2,-6 13 1,3-3-2,3-10 1,-7 17-2,2-10 5,5-7-4,-8 13 1,3-6 0,2 4 2,3-11-1,-11 14-2,6-6-2,-2 0 4,2 1-8,5-9 9,-14 14-4,7-9 2,1 4 2,-3-3 4,3 4 0,-2-5 0,8-5-2,-10 13 2,3-5 0,7-8-4,-11 10-1,6-5-5,5-5 6,-13 11 2,7-5-2,6-6-3,-13 15-2,6-8 6,1 2 0,6-9-1,-10 11 1,5-6-3,5-5 1,-10 12 1,4-6-4,1 3 3,-3-2 1,1 1-2,2 0-1,-1-1 0,-1 2 1,1 1-1,-1-1 3,-3 2 3,4-2 0,-1-2-4,-1 2 4,8-9 0,-13 16-2,7-7-2,-1-2-1,1 1 4,6-8-4,-10 15 4,3-8 0,1 0-6,6-7 5,-8 14-1,3-6-3,0 0 0,5-8 0,-12 13 0,6-6-1,6-7 3,-10 16-1,5-11-3,-3 1 4,8-6 0,-10 15 2,5-9 1,5-6-5,-13 13 3,7-7 0,6-6-1,-5 11 0,-2-5 1,7-6 0,-8 13-2,3-5 0,5-8-4,-8 11 5,8-11-5,-6 11 2,1-1 3,5-10-3,-7 12 3,7-12-1,-3 16 1,3-16-2,-5 11 4,5-11-6,-1 12-1,1-12-1,0 0 2,-2 13-2,2-13 6,0 0-5,0 0-1,2 17 1,-2-17 2,0 0-2,0 0 3,0 0-2,1 13 0,-1-13 4,0 0-2,0 0 2,0 0-1,0 0-2,0 0 6,0 0-3,0 0 4,0 0-3,0 0 0,0 0-1,0 0 1,0 0-2,0 0-4,0 0-27,0 0-30,0 0-50,0 0-74,0 0-287,0 0-507,0 0 224</inkml:trace>
  <inkml:trace contextRef="#ctx0" brushRef="#br0" timeOffset="2093">709 1057 43,'0'0'117,"0"0"-13,0 0-12,-10-7-3,10 7-16,0 0-3,0 0-2,-15-5-10,15 5-5,0 0-1,0 0-10,0 0-8,-24 7 8,24-7 6,-15 7 3,7-3-3,8-4-7,-16 11-2,4-3-3,4-1 5,0 1-5,-2 2-7,-1-1-6,1 2 5,-1 3-5,4-2-3,-1 0-3,2-3 2,1 1-6,2-1-1,-1 3 2,4-12 2,-5 21-8,4-14 2,1-7 3,1 17-8,-1-17-1,5 15 8,-5-15-4,7 13-2,-7-13 3,5 8 2,-5-8-6,13 8 8,-13-8-12,13 3-1,-13-3 6,16-2 0,-16 2-1,20-3 1,-20 3-4,17-8 5,-10 2-6,4 0 0,1-5 2,-2 4 2,-1-7-2,-2 5-3,1-3 0,0 3 8,-3-4-10,2 1 4,1-2 2,-5 4-2,5-5 4,-3 0-3,0 5-6,-2-2 6,2 1-7,-5 11 5,7-20-1,-7 5 3,1 6-6,1-7 3,1 5-3,-3 11 0,2-25 2,-2 10-28,0 4 20,1 0-1,-1 11 6,0-25-5,4 9-13,-3 4 11,-1 12-12,-1-23 12,1 12 5,1-5-1,2 5 1,-3-4 6,0 15-12,4-21 7,-4 10 0,0 11-2,1-25 3,-1 16-3,0 9 4,5-20-2,-5 20 0,0-14 1,2 5-1,-2 9 6,2-16-6,-2 16 3,0-13-4,0 13 6,0 0 0,0 0 5,-2-17-6,2 17-1,0 0 2,-7-8 3,7 8 1,0 0 2,0 0-6,0 0 9,-5-9-1,5 9-3,0 0 8,0 0-7,0 0 0,0 0 3,0 0-1,-11-8-3,11 8 1,0 0 5,0 0-9,0 0 32,0 0-6,-21 14-2,21-14 2,-10 13-2,2-6 5,5 1 0,-4 7 8,1-3-6,2 2 2,0 4 2,-1 7 0,0-2 4,-2 2-1,7 0-4,-3 0 0,1 1-3,2 1-4,0-4-1,2-3 1,1 4-8,-1-4 2,3-2-2,-2 1-2,5-4 1,2 0 1,0 0-5,3 1-2,1-2-6,3-2-21,7-3-26,-4-1-42,11 0-38,-5-4-232,3-1-380,-5-3 168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30:57.88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0 132 90,'0'0'93,"0"0"-6,0 0-4,0 0-7,0 0-5,0 0-5,0 0-8,0 0-1,0 0-9,0 0-3,0 0-6,0 0-8,0 0 0,0 0-5,0 0 0,0 0-1,0 0-3,0 0-3,0 0 6,0 0 7,0 0 7,0 0 7,0 0-7,0 0-8,0 0 1,24 24 6,-19-15 3,-5-9-4,10 12-2,-4-4-4,1 2-3,-1 2-2,1 2 4,-1 0-7,2 2-1,-4-1-1,2 0 1,2 3-1,-1-5-1,-1-1-5,1 5 1,-2-5-5,3 1-2,-5-4 0,2 0 2,-3-1 0,-2-8-1,6 18-7,-1-10 7,-5-8-4,3 8 2,-3-8-2,4 12-1,-4-12 6,0 0 1,0 0 4,5 8 7,-5-8 5,0 0 9,0 0 1,0 0-1,0 0 1,0 0-8,9 5-1,-9-5-1,0 0-12,0 0-1,0 0-1,10-19-3,-10 19 0,7-10 0,-7 10-2,14-12-4,-4 6 2,8-6-5,5-2 4,6-4-1,13 1-1,4-5-1,11 1 3,21-10-2,2 1 2,6 0 5,2 2 3,0-2 0,-3 1-3,-3-3 1,-25 15-4,-5 0 6,-7 1-8,-12 8 2,-5 0 4,-9 2-8,-4 0 4,-1-1-26,-4 6-43,-10 1-58,0 0-60,0 0-150,0 0-355,-70-4 158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48:03.49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27 118 28,'0'0'138,"0"0"-6,0 0-17,0 0-7,0 0-2,0 0-8,0 0-7,-8-22-13,8 22-4,0 0 1,0 0-3,0 0-4,0-13-10,0 13-3,0 0-6,0 0 0,0 0 1,0 0 2,-5-13-2,5 13-8,0 0-3,0 0-5,0 0-1,0 0-4,0 0 1,0 0-3,0 0-4,0 0-2,0 0-4,0 0-2,0 0-3,0 0 3,0 0-6,0 0 2,0 0 0,0 0-4,10-13 3,-10 13-1,13-2-1,-13 2-5,20-4-3,-10 0 3,4 2-2,-14 2 0,23-4 2,-6 0 4,2 0-8,-1 1 4,7-1 5,-6 0-5,10-2 0,-1 4-4,-6-2 5,0 0 0,-2 2 0,0 0-2,0 2 1,-5-2 1,2 4-4,-3-2-4,-14 0-13,18 0-12,-18 0 8,12 4-1,-12-4-7,7 6-2,-7-6-20,0 0-4,-4 18-16,4-18-22,0 0-42,-10 13-106,10-13-261,-8 8 116</inkml:trace>
  <inkml:trace contextRef="#ctx0" brushRef="#br0" timeOffset="582">0 283 61,'0'0'127,"0"0"-2,0 0-10,0 0-16,0 0-2,0 0-15,0 0 1,27-17-12,-27 17 0,19-4-6,-8-1-8,-11 5-7,29-5-4,-12 1 4,1 0-4,11 0-7,4 1-7,-2-4 0,-1 3-5,2 0 3,-2 3-3,-1 1-12,-6 1-25,-3-1-40,-1 4-56,-7-2-108,-2 0-232,-4 5 104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48:33.57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0 255 119,'0'0'125,"13"-6"-8,-13 6-4,7-6-7,-7 6-11,0 0-16,17-5 0,-17 5-8,12-2-4,-12 2-8,0 0 9,15-3-20,-15 3-7,0 0-7,0 0 5,17 5-10,-17-5 2,8 9-7,-8-9 1,8 5-4,-8-5-1,7 14 2,-7-14-1,7 14-8,-7-14 1,5 14-2,-2-8 2,-3-6-2,5 15-2,-3-5 0,-2-10-5,12 12-1,-12-12 3,8 10 4,-4-3-2,-4-7 0,11 10 3,-11-10 5,12 6 2,-12-6 4,15 0 6,-15 0 2,22-4 3,-8-7-6,1 5-4,5-6-1,2-8-2,3 3-21,10-12-11,4-2-28,-2 1-17,3-5-35,11 0-74,9-16-82,-8 13-269,22-13 119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6T10:48:35.13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0 287 28,'2'14'111,"-2"-14"-19,5 13 2,-5-13-14,2 14-6,-2-14-4,6 14-10,-1-7-5,-5-7-7,9 14-7,-4-8-6,2 2 0,-7-8-10,11 12 2,-2-10 4,-9-2 0,15 5 6,-2-6-6,-13 1 2,34-6-8,-9-6 3,7 0 5,14-6-6,1-5-6,6 2 0,23-16 0,1-1-5,6 3-2,-3-4 0,-1 3-22,-1-2-40,-26 12-153,5-2-217,-3 2 96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6-14T08:32:49.32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0 194 53,'0'0'81,"0"0"-11,0 0 4,0 0-15,0 0-8,0 0-6,0 0-2,0 0-10,0 0 4,0 0-3,0 0-2,0 0 0,0 0 6,0 0-4,0 0 4,0 0-1,0 0-6,0 0 6,0 0-1,0 0-5,0 0 0,0 0 2,0 0-7,0 0-10,0 0 7,0 0-5,0 0-1,0 0 5,0 0-22,19-26 16,-19 26-1,0 0 4,13-2 3,-13 2-7,15-2 2,-15 2-3,21-2 7,-6 2 8,6-2-5,-1 2 6,7-2-7,6 2 8,13-2-2,-2 1 5,4 1 2,3-2 1,9 0 4,0 2-4,20-2-4,-16 0 1,17-1-3,-19 3 6,20-2-8,-20 0 5,17 2-10,-20 0 2,-2 0-4,-3 0-3,-2 2 2,-3-2-3,-5-2-3,-15 2 0,0 2-2,-11-2-2,-1 2-1,-4-4 2,-2 4-1,-11-2-5,15-2-8,-15 2 2,13-2-7,-13 2-4,0 0 4,0 0-4,0 0-11,0 0-16,0 0-6,0 0-6,0 0-14,0 0-17,0 0-12,0 0-28,0 0-125,0 0-266,0 0 118</inkml:trace>
  <inkml:trace contextRef="#ctx0" brushRef="#br0" timeOffset="705">717 0 94,'0'0'103,"0"0"-15,0 0 9,0 0-9,0 0-12,6-8 0,-6 8-6,0 0-10,0 0-2,0 0-6,0 0-24,0 0 11,0 0-2,0 0-1,0 0-4,0 0-6,0 0 1,0 0-5,0 0 5,0 0-6,0 0 4,-31 21-10,31-21 4,-14 5 3,7 0 5,-4 0-6,-4-1-2,-3 3-8,-10 3 3,-1-1-1,1-1-6,-3 1 5,-1 1 5,3-3-5,-2-1-3,1 1-4,1 1 6,0-2-11,-1 1 8,9-3-5,0 4 3,1-4-1,4 1-2,1-3-2,2 2 1,2-1 4,-2 1-3,13-4-13,-18 2 12,18-2 9,-16 4-14,16-4 5,-13 0 1,13 0-3,0 0 0,-17 4 2,17-4 2,-9 6 2,9-6-2,-12 1-5,12-1-4,0 0 3,-16 8-2,16-8 3,-11 2 9,11-2-11,0 0 4,0 0-2,-12 3 1,12-3-2,0 0 2,0 0-3,0 0 3,0 0 7,0 0 1,0 0-3,0 0 0,0 0-8,-13 4 2,13-4 0,0 0 4,0 0-6,0 0 10,0 0-6,0 0 7,0 0-5,0 0 3,0 0 0,0 0 1,0 0 2,0 0-3,0 0-3,0 0 1,0 0 3,0 0-10,0 0 3,0 0 6,0 0-4,0 0 4,0 0-1,0 0-4,0 0-1,0 0-2,0 0 4,0 0 1,0 0 3,0 0 2,0 0-8,0 0 8,0 0 0,0 0 4,-19-2-4,19 2 7,0 0 4,0 0-2,0 0-4,0 0-1,0 0 0,0 0 22,0 0 11,0 0-2,34 16 1,-21-13 7,5 5-2,3-5-1,8 4-4,1-2 1,-1 3-3,5-1 3,-3-2-2,11 6-2,-9-4-2,0 2-5,-1-1 1,9 5-5,-12-2-3,-1-1-4,0-3-2,-7 1 0,-3 0-5,0-1 0,-2 1-1,-8-3-5,3-1 5,1 2-5,-2 0 0,-10-6-3,11 9 0,-11-9-2,10 5-2,-10-5 1,10 6-2,-10-6 2,0 0-3,6 6 2,-6-6 2,0 0-2,0 0 3,8 6 1,-8-6-1,0 0 0,0 0-2,0 0 1,0 0-5,0 0 2,0 0-1,0 0 5,0 0-1,0 0 0,0 0-4,0 0-8,0 0-5,0 0-14,0 0-12,0 0-27,0 0-27,0 0-46,0 0-87,0 0-125,0 0-379,0 0 168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5ACD8-E3BB-4DA1-A080-E602DAD3A111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75AC9-AC37-40B8-A2A8-4772BF18487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1437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275AC9-AC37-40B8-A2A8-4772BF18487E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2304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7A8EC-2556-4116-B1FF-37AC954CD045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05AD-50FD-4F23-802C-6C325B4CC9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7A8EC-2556-4116-B1FF-37AC954CD045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05AD-50FD-4F23-802C-6C325B4CC9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7A8EC-2556-4116-B1FF-37AC954CD045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05AD-50FD-4F23-802C-6C325B4CC9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7A8EC-2556-4116-B1FF-37AC954CD045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05AD-50FD-4F23-802C-6C325B4CC9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7A8EC-2556-4116-B1FF-37AC954CD045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05AD-50FD-4F23-802C-6C325B4CC9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7A8EC-2556-4116-B1FF-37AC954CD045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05AD-50FD-4F23-802C-6C325B4CC9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7A8EC-2556-4116-B1FF-37AC954CD045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05AD-50FD-4F23-802C-6C325B4CC9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7A8EC-2556-4116-B1FF-37AC954CD045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05AD-50FD-4F23-802C-6C325B4CC9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7A8EC-2556-4116-B1FF-37AC954CD045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05AD-50FD-4F23-802C-6C325B4CC9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7A8EC-2556-4116-B1FF-37AC954CD045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05AD-50FD-4F23-802C-6C325B4CC9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7A8EC-2556-4116-B1FF-37AC954CD045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05AD-50FD-4F23-802C-6C325B4CC9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7A8EC-2556-4116-B1FF-37AC954CD045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305AD-50FD-4F23-802C-6C325B4CC9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customXml" Target="../ink/ink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customXml" Target="../ink/ink1.xm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customXml" Target="../ink/ink6.xml"/><Relationship Id="rId17" Type="http://schemas.openxmlformats.org/officeDocument/2006/relationships/image" Target="../media/image30.png"/><Relationship Id="rId2" Type="http://schemas.openxmlformats.org/officeDocument/2006/relationships/image" Target="../media/image20.png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5" Type="http://schemas.openxmlformats.org/officeDocument/2006/relationships/image" Target="../media/image29.png"/><Relationship Id="rId10" Type="http://schemas.openxmlformats.org/officeDocument/2006/relationships/customXml" Target="../ink/ink5.xml"/><Relationship Id="rId4" Type="http://schemas.openxmlformats.org/officeDocument/2006/relationships/image" Target="../media/image22.png"/><Relationship Id="rId9" Type="http://schemas.openxmlformats.org/officeDocument/2006/relationships/image" Target="../media/image26.png"/><Relationship Id="rId1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customXml" Target="../ink/ink9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customXml" Target="../ink/ink10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customXml" Target="../ink/ink11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0.png"/><Relationship Id="rId4" Type="http://schemas.openxmlformats.org/officeDocument/2006/relationships/image" Target="../media/image46.png"/><Relationship Id="rId9" Type="http://schemas.openxmlformats.org/officeDocument/2006/relationships/customXml" Target="../ink/ink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customXml" Target="../ink/ink14.xml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12" Type="http://schemas.openxmlformats.org/officeDocument/2006/relationships/customXml" Target="../ink/ink19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.xml"/><Relationship Id="rId11" Type="http://schemas.openxmlformats.org/officeDocument/2006/relationships/image" Target="../media/image64.png"/><Relationship Id="rId5" Type="http://schemas.openxmlformats.org/officeDocument/2006/relationships/image" Target="../media/image61.png"/><Relationship Id="rId15" Type="http://schemas.openxmlformats.org/officeDocument/2006/relationships/image" Target="../media/image66.png"/><Relationship Id="rId10" Type="http://schemas.openxmlformats.org/officeDocument/2006/relationships/customXml" Target="../ink/ink18.xml"/><Relationship Id="rId4" Type="http://schemas.openxmlformats.org/officeDocument/2006/relationships/customXml" Target="../ink/ink15.xml"/><Relationship Id="rId9" Type="http://schemas.openxmlformats.org/officeDocument/2006/relationships/image" Target="../media/image63.png"/><Relationship Id="rId14" Type="http://schemas.openxmlformats.org/officeDocument/2006/relationships/customXml" Target="../ink/ink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79.png"/><Relationship Id="rId18" Type="http://schemas.openxmlformats.org/officeDocument/2006/relationships/customXml" Target="../ink/ink25.xml"/><Relationship Id="rId26" Type="http://schemas.openxmlformats.org/officeDocument/2006/relationships/customXml" Target="../ink/ink28.xml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customXml" Target="../ink/ink22.xml"/><Relationship Id="rId17" Type="http://schemas.openxmlformats.org/officeDocument/2006/relationships/image" Target="../media/image81.png"/><Relationship Id="rId25" Type="http://schemas.openxmlformats.org/officeDocument/2006/relationships/image" Target="../media/image84.png"/><Relationship Id="rId2" Type="http://schemas.openxmlformats.org/officeDocument/2006/relationships/image" Target="../media/image70.png"/><Relationship Id="rId16" Type="http://schemas.openxmlformats.org/officeDocument/2006/relationships/customXml" Target="../ink/ink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8.png"/><Relationship Id="rId24" Type="http://schemas.openxmlformats.org/officeDocument/2006/relationships/customXml" Target="../ink/ink27.xml"/><Relationship Id="rId5" Type="http://schemas.openxmlformats.org/officeDocument/2006/relationships/image" Target="../media/image73.png"/><Relationship Id="rId15" Type="http://schemas.openxmlformats.org/officeDocument/2006/relationships/image" Target="../media/image80.png"/><Relationship Id="rId23" Type="http://schemas.openxmlformats.org/officeDocument/2006/relationships/image" Target="../media/image83.png"/><Relationship Id="rId10" Type="http://schemas.openxmlformats.org/officeDocument/2006/relationships/customXml" Target="../ink/ink21.xml"/><Relationship Id="rId19" Type="http://schemas.openxmlformats.org/officeDocument/2006/relationships/image" Target="../media/image82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customXml" Target="../ink/ink23.xml"/><Relationship Id="rId22" Type="http://schemas.openxmlformats.org/officeDocument/2006/relationships/customXml" Target="../ink/ink26.xml"/><Relationship Id="rId27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image" Target="../media/image93.png"/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12" Type="http://schemas.openxmlformats.org/officeDocument/2006/relationships/customXml" Target="../ink/ink32.xm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.xml"/><Relationship Id="rId11" Type="http://schemas.openxmlformats.org/officeDocument/2006/relationships/image" Target="../media/image92.png"/><Relationship Id="rId5" Type="http://schemas.openxmlformats.org/officeDocument/2006/relationships/image" Target="../media/image89.png"/><Relationship Id="rId10" Type="http://schemas.openxmlformats.org/officeDocument/2006/relationships/customXml" Target="../ink/ink31.xml"/><Relationship Id="rId4" Type="http://schemas.openxmlformats.org/officeDocument/2006/relationships/image" Target="../media/image88.png"/><Relationship Id="rId9" Type="http://schemas.openxmlformats.org/officeDocument/2006/relationships/image" Target="../media/image9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13" Type="http://schemas.openxmlformats.org/officeDocument/2006/relationships/image" Target="../media/image137.png"/><Relationship Id="rId18" Type="http://schemas.openxmlformats.org/officeDocument/2006/relationships/customXml" Target="../ink/ink38.xml"/><Relationship Id="rId26" Type="http://schemas.openxmlformats.org/officeDocument/2006/relationships/customXml" Target="../ink/ink42.xml"/><Relationship Id="rId39" Type="http://schemas.openxmlformats.org/officeDocument/2006/relationships/image" Target="../media/image150.png"/><Relationship Id="rId3" Type="http://schemas.openxmlformats.org/officeDocument/2006/relationships/image" Target="../media/image130.png"/><Relationship Id="rId21" Type="http://schemas.openxmlformats.org/officeDocument/2006/relationships/image" Target="../media/image141.png"/><Relationship Id="rId34" Type="http://schemas.openxmlformats.org/officeDocument/2006/relationships/customXml" Target="../ink/ink46.xml"/><Relationship Id="rId7" Type="http://schemas.openxmlformats.org/officeDocument/2006/relationships/image" Target="../media/image134.png"/><Relationship Id="rId12" Type="http://schemas.openxmlformats.org/officeDocument/2006/relationships/customXml" Target="../ink/ink35.xml"/><Relationship Id="rId17" Type="http://schemas.openxmlformats.org/officeDocument/2006/relationships/image" Target="../media/image139.png"/><Relationship Id="rId25" Type="http://schemas.openxmlformats.org/officeDocument/2006/relationships/image" Target="../media/image143.png"/><Relationship Id="rId33" Type="http://schemas.openxmlformats.org/officeDocument/2006/relationships/image" Target="../media/image147.png"/><Relationship Id="rId38" Type="http://schemas.openxmlformats.org/officeDocument/2006/relationships/customXml" Target="../ink/ink48.xml"/><Relationship Id="rId2" Type="http://schemas.openxmlformats.org/officeDocument/2006/relationships/image" Target="../media/image129.png"/><Relationship Id="rId16" Type="http://schemas.openxmlformats.org/officeDocument/2006/relationships/customXml" Target="../ink/ink37.xml"/><Relationship Id="rId20" Type="http://schemas.openxmlformats.org/officeDocument/2006/relationships/customXml" Target="../ink/ink39.xml"/><Relationship Id="rId29" Type="http://schemas.openxmlformats.org/officeDocument/2006/relationships/image" Target="../media/image145.png"/><Relationship Id="rId41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36.png"/><Relationship Id="rId24" Type="http://schemas.openxmlformats.org/officeDocument/2006/relationships/customXml" Target="../ink/ink41.xml"/><Relationship Id="rId32" Type="http://schemas.openxmlformats.org/officeDocument/2006/relationships/customXml" Target="../ink/ink45.xml"/><Relationship Id="rId37" Type="http://schemas.openxmlformats.org/officeDocument/2006/relationships/image" Target="../media/image149.png"/><Relationship Id="rId40" Type="http://schemas.openxmlformats.org/officeDocument/2006/relationships/customXml" Target="../ink/ink49.xml"/><Relationship Id="rId5" Type="http://schemas.openxmlformats.org/officeDocument/2006/relationships/image" Target="../media/image132.png"/><Relationship Id="rId15" Type="http://schemas.openxmlformats.org/officeDocument/2006/relationships/image" Target="../media/image138.png"/><Relationship Id="rId23" Type="http://schemas.openxmlformats.org/officeDocument/2006/relationships/image" Target="../media/image142.png"/><Relationship Id="rId28" Type="http://schemas.openxmlformats.org/officeDocument/2006/relationships/customXml" Target="../ink/ink43.xml"/><Relationship Id="rId36" Type="http://schemas.openxmlformats.org/officeDocument/2006/relationships/customXml" Target="../ink/ink47.xml"/><Relationship Id="rId10" Type="http://schemas.openxmlformats.org/officeDocument/2006/relationships/customXml" Target="../ink/ink34.xml"/><Relationship Id="rId19" Type="http://schemas.openxmlformats.org/officeDocument/2006/relationships/image" Target="../media/image140.png"/><Relationship Id="rId31" Type="http://schemas.openxmlformats.org/officeDocument/2006/relationships/image" Target="../media/image146.png"/><Relationship Id="rId4" Type="http://schemas.openxmlformats.org/officeDocument/2006/relationships/image" Target="../media/image131.png"/><Relationship Id="rId9" Type="http://schemas.openxmlformats.org/officeDocument/2006/relationships/image" Target="../media/image135.png"/><Relationship Id="rId14" Type="http://schemas.openxmlformats.org/officeDocument/2006/relationships/customXml" Target="../ink/ink36.xml"/><Relationship Id="rId22" Type="http://schemas.openxmlformats.org/officeDocument/2006/relationships/customXml" Target="../ink/ink40.xml"/><Relationship Id="rId27" Type="http://schemas.openxmlformats.org/officeDocument/2006/relationships/image" Target="../media/image144.png"/><Relationship Id="rId30" Type="http://schemas.openxmlformats.org/officeDocument/2006/relationships/customXml" Target="../ink/ink44.xml"/><Relationship Id="rId35" Type="http://schemas.openxmlformats.org/officeDocument/2006/relationships/image" Target="../media/image14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13" Type="http://schemas.openxmlformats.org/officeDocument/2006/relationships/image" Target="../media/image158.png"/><Relationship Id="rId18" Type="http://schemas.openxmlformats.org/officeDocument/2006/relationships/customXml" Target="../ink/ink57.xml"/><Relationship Id="rId26" Type="http://schemas.openxmlformats.org/officeDocument/2006/relationships/customXml" Target="../ink/ink61.xml"/><Relationship Id="rId3" Type="http://schemas.openxmlformats.org/officeDocument/2006/relationships/image" Target="../media/image153.png"/><Relationship Id="rId21" Type="http://schemas.openxmlformats.org/officeDocument/2006/relationships/image" Target="../media/image162.png"/><Relationship Id="rId7" Type="http://schemas.openxmlformats.org/officeDocument/2006/relationships/image" Target="../media/image155.png"/><Relationship Id="rId12" Type="http://schemas.openxmlformats.org/officeDocument/2006/relationships/customXml" Target="../ink/ink54.xml"/><Relationship Id="rId17" Type="http://schemas.openxmlformats.org/officeDocument/2006/relationships/image" Target="../media/image160.png"/><Relationship Id="rId25" Type="http://schemas.openxmlformats.org/officeDocument/2006/relationships/image" Target="../media/image164.png"/><Relationship Id="rId2" Type="http://schemas.openxmlformats.org/officeDocument/2006/relationships/image" Target="../media/image152.png"/><Relationship Id="rId16" Type="http://schemas.openxmlformats.org/officeDocument/2006/relationships/customXml" Target="../ink/ink56.xml"/><Relationship Id="rId20" Type="http://schemas.openxmlformats.org/officeDocument/2006/relationships/customXml" Target="../ink/ink58.xml"/><Relationship Id="rId29" Type="http://schemas.openxmlformats.org/officeDocument/2006/relationships/image" Target="../media/image16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.xml"/><Relationship Id="rId11" Type="http://schemas.openxmlformats.org/officeDocument/2006/relationships/image" Target="../media/image157.png"/><Relationship Id="rId24" Type="http://schemas.openxmlformats.org/officeDocument/2006/relationships/customXml" Target="../ink/ink60.xml"/><Relationship Id="rId5" Type="http://schemas.openxmlformats.org/officeDocument/2006/relationships/image" Target="../media/image154.png"/><Relationship Id="rId15" Type="http://schemas.openxmlformats.org/officeDocument/2006/relationships/image" Target="../media/image159.png"/><Relationship Id="rId23" Type="http://schemas.openxmlformats.org/officeDocument/2006/relationships/image" Target="../media/image163.png"/><Relationship Id="rId28" Type="http://schemas.openxmlformats.org/officeDocument/2006/relationships/customXml" Target="../ink/ink62.xml"/><Relationship Id="rId10" Type="http://schemas.openxmlformats.org/officeDocument/2006/relationships/customXml" Target="../ink/ink53.xml"/><Relationship Id="rId19" Type="http://schemas.openxmlformats.org/officeDocument/2006/relationships/image" Target="../media/image161.png"/><Relationship Id="rId4" Type="http://schemas.openxmlformats.org/officeDocument/2006/relationships/customXml" Target="../ink/ink50.xml"/><Relationship Id="rId9" Type="http://schemas.openxmlformats.org/officeDocument/2006/relationships/image" Target="../media/image156.png"/><Relationship Id="rId14" Type="http://schemas.openxmlformats.org/officeDocument/2006/relationships/customXml" Target="../ink/ink55.xml"/><Relationship Id="rId22" Type="http://schemas.openxmlformats.org/officeDocument/2006/relationships/customXml" Target="../ink/ink59.xml"/><Relationship Id="rId27" Type="http://schemas.openxmlformats.org/officeDocument/2006/relationships/image" Target="../media/image16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customXml" Target="../ink/ink63.xml"/><Relationship Id="rId7" Type="http://schemas.openxmlformats.org/officeDocument/2006/relationships/customXml" Target="../ink/ink65.xml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9.png"/><Relationship Id="rId5" Type="http://schemas.openxmlformats.org/officeDocument/2006/relationships/customXml" Target="../ink/ink64.xml"/><Relationship Id="rId4" Type="http://schemas.openxmlformats.org/officeDocument/2006/relationships/image" Target="../media/image16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7.xml"/><Relationship Id="rId13" Type="http://schemas.openxmlformats.org/officeDocument/2006/relationships/image" Target="../media/image178.png"/><Relationship Id="rId3" Type="http://schemas.openxmlformats.org/officeDocument/2006/relationships/image" Target="../media/image172.png"/><Relationship Id="rId7" Type="http://schemas.openxmlformats.org/officeDocument/2006/relationships/image" Target="../media/image175.png"/><Relationship Id="rId12" Type="http://schemas.openxmlformats.org/officeDocument/2006/relationships/customXml" Target="../ink/ink69.xml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6.xml"/><Relationship Id="rId11" Type="http://schemas.openxmlformats.org/officeDocument/2006/relationships/image" Target="../media/image177.png"/><Relationship Id="rId5" Type="http://schemas.openxmlformats.org/officeDocument/2006/relationships/image" Target="../media/image174.png"/><Relationship Id="rId15" Type="http://schemas.openxmlformats.org/officeDocument/2006/relationships/image" Target="../media/image179.png"/><Relationship Id="rId10" Type="http://schemas.openxmlformats.org/officeDocument/2006/relationships/customXml" Target="../ink/ink68.xml"/><Relationship Id="rId4" Type="http://schemas.openxmlformats.org/officeDocument/2006/relationships/image" Target="../media/image173.png"/><Relationship Id="rId9" Type="http://schemas.openxmlformats.org/officeDocument/2006/relationships/image" Target="../media/image176.png"/><Relationship Id="rId14" Type="http://schemas.openxmlformats.org/officeDocument/2006/relationships/customXml" Target="../ink/ink70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89.png"/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12" Type="http://schemas.openxmlformats.org/officeDocument/2006/relationships/customXml" Target="../ink/ink72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11" Type="http://schemas.openxmlformats.org/officeDocument/2006/relationships/image" Target="../media/image188.png"/><Relationship Id="rId5" Type="http://schemas.openxmlformats.org/officeDocument/2006/relationships/image" Target="../media/image183.png"/><Relationship Id="rId10" Type="http://schemas.openxmlformats.org/officeDocument/2006/relationships/customXml" Target="../ink/ink71.xml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customXml" Target="../ink/ink77.xml"/><Relationship Id="rId3" Type="http://schemas.openxmlformats.org/officeDocument/2006/relationships/image" Target="../media/image195.png"/><Relationship Id="rId7" Type="http://schemas.openxmlformats.org/officeDocument/2006/relationships/customXml" Target="../ink/ink74.xml"/><Relationship Id="rId12" Type="http://schemas.openxmlformats.org/officeDocument/2006/relationships/image" Target="../media/image200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png"/><Relationship Id="rId11" Type="http://schemas.openxmlformats.org/officeDocument/2006/relationships/customXml" Target="../ink/ink76.xml"/><Relationship Id="rId5" Type="http://schemas.openxmlformats.org/officeDocument/2006/relationships/customXml" Target="../ink/ink73.xml"/><Relationship Id="rId10" Type="http://schemas.openxmlformats.org/officeDocument/2006/relationships/image" Target="../media/image199.png"/><Relationship Id="rId4" Type="http://schemas.openxmlformats.org/officeDocument/2006/relationships/image" Target="../media/image196.png"/><Relationship Id="rId9" Type="http://schemas.openxmlformats.org/officeDocument/2006/relationships/customXml" Target="../ink/ink75.xml"/><Relationship Id="rId14" Type="http://schemas.openxmlformats.org/officeDocument/2006/relationships/image" Target="../media/image20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1.png"/><Relationship Id="rId18" Type="http://schemas.openxmlformats.org/officeDocument/2006/relationships/image" Target="../media/image215.png"/><Relationship Id="rId3" Type="http://schemas.openxmlformats.org/officeDocument/2006/relationships/image" Target="../media/image203.png"/><Relationship Id="rId7" Type="http://schemas.openxmlformats.org/officeDocument/2006/relationships/image" Target="../media/image207.png"/><Relationship Id="rId12" Type="http://schemas.openxmlformats.org/officeDocument/2006/relationships/customXml" Target="../ink/ink79.xml"/><Relationship Id="rId17" Type="http://schemas.openxmlformats.org/officeDocument/2006/relationships/image" Target="../media/image214.png"/><Relationship Id="rId2" Type="http://schemas.openxmlformats.org/officeDocument/2006/relationships/image" Target="../media/image202.png"/><Relationship Id="rId16" Type="http://schemas.openxmlformats.org/officeDocument/2006/relationships/image" Target="../media/image213.png"/><Relationship Id="rId20" Type="http://schemas.openxmlformats.org/officeDocument/2006/relationships/image" Target="../media/image2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6.png"/><Relationship Id="rId11" Type="http://schemas.openxmlformats.org/officeDocument/2006/relationships/image" Target="../media/image210.png"/><Relationship Id="rId5" Type="http://schemas.openxmlformats.org/officeDocument/2006/relationships/image" Target="../media/image205.png"/><Relationship Id="rId15" Type="http://schemas.openxmlformats.org/officeDocument/2006/relationships/image" Target="../media/image212.png"/><Relationship Id="rId10" Type="http://schemas.openxmlformats.org/officeDocument/2006/relationships/customXml" Target="../ink/ink78.xml"/><Relationship Id="rId19" Type="http://schemas.openxmlformats.org/officeDocument/2006/relationships/image" Target="../media/image216.png"/><Relationship Id="rId4" Type="http://schemas.openxmlformats.org/officeDocument/2006/relationships/image" Target="../media/image204.png"/><Relationship Id="rId9" Type="http://schemas.openxmlformats.org/officeDocument/2006/relationships/image" Target="../media/image209.png"/><Relationship Id="rId14" Type="http://schemas.openxmlformats.org/officeDocument/2006/relationships/customXml" Target="../ink/ink8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0.png"/><Relationship Id="rId4" Type="http://schemas.openxmlformats.org/officeDocument/2006/relationships/customXml" Target="../ink/ink8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13" Type="http://schemas.openxmlformats.org/officeDocument/2006/relationships/image" Target="../media/image230.png"/><Relationship Id="rId18" Type="http://schemas.openxmlformats.org/officeDocument/2006/relationships/customXml" Target="../ink/ink85.xml"/><Relationship Id="rId26" Type="http://schemas.openxmlformats.org/officeDocument/2006/relationships/customXml" Target="../ink/ink89.xml"/><Relationship Id="rId3" Type="http://schemas.openxmlformats.org/officeDocument/2006/relationships/image" Target="../media/image219.png"/><Relationship Id="rId21" Type="http://schemas.openxmlformats.org/officeDocument/2006/relationships/image" Target="../media/image234.png"/><Relationship Id="rId7" Type="http://schemas.openxmlformats.org/officeDocument/2006/relationships/image" Target="../media/image225.png"/><Relationship Id="rId12" Type="http://schemas.openxmlformats.org/officeDocument/2006/relationships/customXml" Target="../ink/ink82.xml"/><Relationship Id="rId17" Type="http://schemas.openxmlformats.org/officeDocument/2006/relationships/image" Target="../media/image232.png"/><Relationship Id="rId25" Type="http://schemas.openxmlformats.org/officeDocument/2006/relationships/image" Target="../media/image236.png"/><Relationship Id="rId2" Type="http://schemas.openxmlformats.org/officeDocument/2006/relationships/image" Target="../media/image221.png"/><Relationship Id="rId16" Type="http://schemas.openxmlformats.org/officeDocument/2006/relationships/customXml" Target="../ink/ink84.xml"/><Relationship Id="rId20" Type="http://schemas.openxmlformats.org/officeDocument/2006/relationships/customXml" Target="../ink/ink8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4.png"/><Relationship Id="rId11" Type="http://schemas.openxmlformats.org/officeDocument/2006/relationships/image" Target="../media/image229.png"/><Relationship Id="rId24" Type="http://schemas.openxmlformats.org/officeDocument/2006/relationships/customXml" Target="../ink/ink88.xml"/><Relationship Id="rId5" Type="http://schemas.openxmlformats.org/officeDocument/2006/relationships/image" Target="../media/image223.png"/><Relationship Id="rId15" Type="http://schemas.openxmlformats.org/officeDocument/2006/relationships/image" Target="../media/image231.png"/><Relationship Id="rId23" Type="http://schemas.openxmlformats.org/officeDocument/2006/relationships/image" Target="../media/image235.png"/><Relationship Id="rId10" Type="http://schemas.openxmlformats.org/officeDocument/2006/relationships/image" Target="../media/image228.png"/><Relationship Id="rId19" Type="http://schemas.openxmlformats.org/officeDocument/2006/relationships/image" Target="../media/image233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Relationship Id="rId14" Type="http://schemas.openxmlformats.org/officeDocument/2006/relationships/customXml" Target="../ink/ink83.xml"/><Relationship Id="rId22" Type="http://schemas.openxmlformats.org/officeDocument/2006/relationships/customXml" Target="../ink/ink87.xml"/><Relationship Id="rId27" Type="http://schemas.openxmlformats.org/officeDocument/2006/relationships/image" Target="../media/image2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5.png"/><Relationship Id="rId4" Type="http://schemas.openxmlformats.org/officeDocument/2006/relationships/image" Target="../media/image24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6.png"/><Relationship Id="rId4" Type="http://schemas.openxmlformats.org/officeDocument/2006/relationships/customXml" Target="../ink/ink9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2.png"/><Relationship Id="rId4" Type="http://schemas.openxmlformats.org/officeDocument/2006/relationships/image" Target="../media/image26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AF2CE1-A51D-4A3A-A959-41F4037CF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584" y="692696"/>
            <a:ext cx="7527898" cy="2084439"/>
          </a:xfrm>
        </p:spPr>
        <p:txBody>
          <a:bodyPr>
            <a:normAutofit fontScale="90000"/>
          </a:bodyPr>
          <a:lstStyle/>
          <a:p>
            <a:r>
              <a:rPr lang="en-IN" sz="8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Engineering Mechanics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BB21DF0-024A-4782-8F56-9B6EA1074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51" y="3090926"/>
            <a:ext cx="6858000" cy="2814666"/>
          </a:xfrm>
        </p:spPr>
        <p:txBody>
          <a:bodyPr>
            <a:normAutofit/>
          </a:bodyPr>
          <a:lstStyle/>
          <a:p>
            <a:pPr algn="l"/>
            <a:r>
              <a:rPr lang="en-IN" sz="3600" dirty="0">
                <a:solidFill>
                  <a:schemeClr val="tx1"/>
                </a:solidFill>
              </a:rPr>
              <a:t>By</a:t>
            </a:r>
          </a:p>
          <a:p>
            <a:pPr algn="l"/>
            <a:r>
              <a:rPr lang="en-IN" sz="3600" dirty="0">
                <a:solidFill>
                  <a:schemeClr val="tx1"/>
                </a:solidFill>
              </a:rPr>
              <a:t>Dr. </a:t>
            </a:r>
            <a:r>
              <a:rPr lang="en-IN" sz="3600" dirty="0" err="1" smtClean="0">
                <a:solidFill>
                  <a:schemeClr val="tx1"/>
                </a:solidFill>
              </a:rPr>
              <a:t>Pradipta</a:t>
            </a:r>
            <a:r>
              <a:rPr lang="en-IN" sz="3600" dirty="0" smtClean="0">
                <a:solidFill>
                  <a:schemeClr val="tx1"/>
                </a:solidFill>
              </a:rPr>
              <a:t> </a:t>
            </a:r>
            <a:r>
              <a:rPr lang="en-IN" sz="3600" dirty="0" err="1" smtClean="0">
                <a:solidFill>
                  <a:schemeClr val="tx1"/>
                </a:solidFill>
              </a:rPr>
              <a:t>Basu</a:t>
            </a:r>
            <a:r>
              <a:rPr lang="en-IN" sz="3600" dirty="0" smtClean="0">
                <a:solidFill>
                  <a:schemeClr val="tx1"/>
                </a:solidFill>
              </a:rPr>
              <a:t> </a:t>
            </a:r>
            <a:r>
              <a:rPr lang="en-IN" sz="3600" dirty="0" err="1" smtClean="0">
                <a:solidFill>
                  <a:schemeClr val="tx1"/>
                </a:solidFill>
              </a:rPr>
              <a:t>Mandal</a:t>
            </a:r>
            <a:endParaRPr lang="en-IN" sz="3600" dirty="0">
              <a:solidFill>
                <a:schemeClr val="tx1"/>
              </a:solidFill>
            </a:endParaRPr>
          </a:p>
          <a:p>
            <a:pPr algn="l"/>
            <a:r>
              <a:rPr lang="en-IN" sz="3600" dirty="0">
                <a:solidFill>
                  <a:schemeClr val="tx1"/>
                </a:solidFill>
              </a:rPr>
              <a:t>Dept. of Mechanical Engineering</a:t>
            </a:r>
          </a:p>
          <a:p>
            <a:pPr algn="l"/>
            <a:r>
              <a:rPr lang="en-IN" sz="3600" dirty="0">
                <a:solidFill>
                  <a:schemeClr val="tx1"/>
                </a:solidFill>
              </a:rPr>
              <a:t>Techno India University</a:t>
            </a:r>
          </a:p>
          <a:p>
            <a:endParaRPr lang="en-IN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6407333" y="313509"/>
            <a:ext cx="226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60304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9752" y="2492896"/>
            <a:ext cx="439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70C0"/>
                </a:solidFill>
              </a:rPr>
              <a:t>Distributed Forces</a:t>
            </a:r>
            <a:endParaRPr lang="en-US" sz="40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412776"/>
            <a:ext cx="2879876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3861048"/>
            <a:ext cx="2952328" cy="2160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36096" y="2204864"/>
            <a:ext cx="2886582" cy="3319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619672" y="188640"/>
            <a:ext cx="597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Concentrated and Distributed Forces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0"/>
            <a:ext cx="2736304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420888"/>
            <a:ext cx="2722632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4653136"/>
            <a:ext cx="3261453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83968" y="332656"/>
            <a:ext cx="2448272" cy="445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83968" y="2204864"/>
            <a:ext cx="2304256" cy="456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283967" y="4509120"/>
            <a:ext cx="2580767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355976" y="1124744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[ w ] = N/m, </a:t>
            </a:r>
            <a:r>
              <a:rPr lang="en-IN" sz="2000" b="1" dirty="0" err="1">
                <a:solidFill>
                  <a:srgbClr val="0070C0"/>
                </a:solidFill>
              </a:rPr>
              <a:t>kN</a:t>
            </a:r>
            <a:r>
              <a:rPr lang="en-IN" sz="2000" b="1" dirty="0">
                <a:solidFill>
                  <a:srgbClr val="0070C0"/>
                </a:solidFill>
              </a:rPr>
              <a:t>/m, </a:t>
            </a:r>
            <a:r>
              <a:rPr lang="en-IN" sz="2000" b="1" dirty="0" err="1">
                <a:solidFill>
                  <a:srgbClr val="0070C0"/>
                </a:solidFill>
              </a:rPr>
              <a:t>kgf</a:t>
            </a:r>
            <a:r>
              <a:rPr lang="en-IN" sz="2000" b="1" dirty="0">
                <a:solidFill>
                  <a:srgbClr val="0070C0"/>
                </a:solidFill>
              </a:rPr>
              <a:t>/m, N/mm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83968" y="2852936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Distributed Force has units of Pressure 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3501008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[P] = Pa, </a:t>
            </a:r>
            <a:r>
              <a:rPr lang="en-IN" sz="2000" b="1" dirty="0" err="1">
                <a:solidFill>
                  <a:srgbClr val="0070C0"/>
                </a:solidFill>
              </a:rPr>
              <a:t>kPa</a:t>
            </a:r>
            <a:r>
              <a:rPr lang="en-IN" sz="2000" b="1" dirty="0">
                <a:solidFill>
                  <a:srgbClr val="0070C0"/>
                </a:solidFill>
              </a:rPr>
              <a:t>, </a:t>
            </a:r>
            <a:r>
              <a:rPr lang="en-IN" sz="2000" b="1" dirty="0" err="1">
                <a:solidFill>
                  <a:srgbClr val="0070C0"/>
                </a:solidFill>
              </a:rPr>
              <a:t>MPa</a:t>
            </a:r>
            <a:r>
              <a:rPr lang="en-IN" sz="2000" b="1" dirty="0">
                <a:solidFill>
                  <a:srgbClr val="0070C0"/>
                </a:solidFill>
              </a:rPr>
              <a:t>, bar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55976" y="5445224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[b] = N/m^3, N/mm^3</a:t>
            </a:r>
            <a:endParaRPr lang="en-US" sz="20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60648"/>
            <a:ext cx="4227898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908720"/>
            <a:ext cx="2143095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13928" y="692696"/>
            <a:ext cx="2836143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1560" y="2996952"/>
            <a:ext cx="8056813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32656"/>
            <a:ext cx="4919587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268760"/>
            <a:ext cx="4968552" cy="3057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03648" y="4725144"/>
            <a:ext cx="5210370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5">
            <p14:nvContentPartPr>
              <p14:cNvPr id="614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20875" y="2905125"/>
              <a:ext cx="112713" cy="17463"/>
            </p14:xfrm>
          </p:contentPart>
        </mc:Choice>
        <mc:Fallback>
          <p:pic>
            <p:nvPicPr>
              <p:cNvPr id="614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14330" y="2898962"/>
                <a:ext cx="125075" cy="2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7">
            <p14:nvContentPartPr>
              <p14:cNvPr id="614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92288" y="3248025"/>
              <a:ext cx="61912" cy="4763"/>
            </p14:xfrm>
          </p:contentPart>
        </mc:Choice>
        <mc:Fallback>
          <p:pic>
            <p:nvPicPr>
              <p:cNvPr id="614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85493" y="3242667"/>
                <a:ext cx="74747" cy="148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9">
            <p14:nvContentPartPr>
              <p14:cNvPr id="614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85925" y="3416300"/>
              <a:ext cx="60325" cy="15875"/>
            </p14:xfrm>
          </p:contentPart>
        </mc:Choice>
        <mc:Fallback>
          <p:pic>
            <p:nvPicPr>
              <p:cNvPr id="614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79304" y="3408973"/>
                <a:ext cx="72831" cy="2971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412776"/>
            <a:ext cx="5456743" cy="1166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404664"/>
            <a:ext cx="8244408" cy="554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192" y="2564904"/>
            <a:ext cx="2160240" cy="2259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568" y="2780928"/>
            <a:ext cx="4415227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3568" y="3212976"/>
            <a:ext cx="2232248" cy="1256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9552" y="4725143"/>
            <a:ext cx="5040560" cy="1560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2969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940425" y="701675"/>
              <a:ext cx="355600" cy="31750"/>
            </p14:xfrm>
          </p:contentPart>
        </mc:Choice>
        <mc:Fallback>
          <p:pic>
            <p:nvPicPr>
              <p:cNvPr id="2969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33946" y="695254"/>
                <a:ext cx="367837" cy="438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29700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62063" y="6330950"/>
              <a:ext cx="206375" cy="103188"/>
            </p14:xfrm>
          </p:contentPart>
        </mc:Choice>
        <mc:Fallback>
          <p:pic>
            <p:nvPicPr>
              <p:cNvPr id="29700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55557" y="6324387"/>
                <a:ext cx="218664" cy="115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29701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63713" y="6159500"/>
              <a:ext cx="414337" cy="354013"/>
            </p14:xfrm>
          </p:contentPart>
        </mc:Choice>
        <mc:Fallback>
          <p:pic>
            <p:nvPicPr>
              <p:cNvPr id="29701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57222" y="6153018"/>
                <a:ext cx="426598" cy="3662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29702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82838" y="6221413"/>
              <a:ext cx="757237" cy="361950"/>
            </p14:xfrm>
          </p:contentPart>
        </mc:Choice>
        <mc:Fallback>
          <p:pic>
            <p:nvPicPr>
              <p:cNvPr id="29702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76360" y="6214911"/>
                <a:ext cx="769474" cy="374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6">
            <p14:nvContentPartPr>
              <p14:cNvPr id="29703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20838" y="4648200"/>
              <a:ext cx="477837" cy="390525"/>
            </p14:xfrm>
          </p:contentPart>
        </mc:Choice>
        <mc:Fallback>
          <p:pic>
            <p:nvPicPr>
              <p:cNvPr id="29703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14347" y="4641727"/>
                <a:ext cx="490098" cy="40275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8640"/>
            <a:ext cx="5801788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836712"/>
            <a:ext cx="7740860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2348880"/>
            <a:ext cx="1387074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59832" y="2348879"/>
            <a:ext cx="1872208" cy="2291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08104" y="2492896"/>
            <a:ext cx="3024578" cy="1967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67544" y="5013176"/>
            <a:ext cx="7848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We can take advantage of the geometrical symmetry is it exists.</a:t>
            </a:r>
            <a:endParaRPr lang="en-US" sz="20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7">
            <p14:nvContentPartPr>
              <p14:cNvPr id="2867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7500" y="1649413"/>
              <a:ext cx="7116763" cy="663575"/>
            </p14:xfrm>
          </p:contentPart>
        </mc:Choice>
        <mc:Fallback>
          <p:pic>
            <p:nvPicPr>
              <p:cNvPr id="2867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1019" y="1642914"/>
                <a:ext cx="7129005" cy="67585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3590937-8099-6D63-A504-ACBA53859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24744"/>
            <a:ext cx="7561544" cy="3888432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D3C2470B-8987-0374-6165-3DE0317AF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476672"/>
            <a:ext cx="5801788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989391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5" y="260648"/>
            <a:ext cx="6362889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908720"/>
            <a:ext cx="1359511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1916832"/>
            <a:ext cx="2664296" cy="2325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7904" y="2348880"/>
            <a:ext cx="4818434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560" y="4509120"/>
            <a:ext cx="7577144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7">
            <p14:nvContentPartPr>
              <p14:cNvPr id="276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44988" y="4827588"/>
              <a:ext cx="2540000" cy="69850"/>
            </p14:xfrm>
          </p:contentPart>
        </mc:Choice>
        <mc:Fallback>
          <p:pic>
            <p:nvPicPr>
              <p:cNvPr id="276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38507" y="4821073"/>
                <a:ext cx="2552241" cy="8215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548680"/>
            <a:ext cx="117133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980728"/>
            <a:ext cx="2736304" cy="2404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51920" y="1484784"/>
            <a:ext cx="4675146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568" y="3501007"/>
            <a:ext cx="7566684" cy="1296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7584" y="4725144"/>
            <a:ext cx="7416824" cy="60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7">
            <p14:nvContentPartPr>
              <p14:cNvPr id="266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86350" y="2006600"/>
              <a:ext cx="131763" cy="69850"/>
            </p14:xfrm>
          </p:contentPart>
        </mc:Choice>
        <mc:Fallback>
          <p:pic>
            <p:nvPicPr>
              <p:cNvPr id="266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79834" y="2000152"/>
                <a:ext cx="144071" cy="82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9">
            <p14:nvContentPartPr>
              <p14:cNvPr id="2662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14888" y="2030413"/>
              <a:ext cx="117475" cy="7937"/>
            </p14:xfrm>
          </p:contentPart>
        </mc:Choice>
        <mc:Fallback>
          <p:pic>
            <p:nvPicPr>
              <p:cNvPr id="2662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08362" y="2024918"/>
                <a:ext cx="129803" cy="1831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76672"/>
            <a:ext cx="7288706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3">
            <p14:nvContentPartPr>
              <p14:cNvPr id="2560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32025" y="1042988"/>
              <a:ext cx="265113" cy="23812"/>
            </p14:xfrm>
          </p:contentPart>
        </mc:Choice>
        <mc:Fallback>
          <p:pic>
            <p:nvPicPr>
              <p:cNvPr id="2560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5532" y="1035844"/>
                <a:ext cx="277377" cy="37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5">
            <p14:nvContentPartPr>
              <p14:cNvPr id="2560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87663" y="1041400"/>
              <a:ext cx="254000" cy="20638"/>
            </p14:xfrm>
          </p:contentPart>
        </mc:Choice>
        <mc:Fallback>
          <p:pic>
            <p:nvPicPr>
              <p:cNvPr id="2560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81169" y="1034995"/>
                <a:ext cx="266267" cy="3273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E2EDCAC-9528-E98F-94BF-F22AD24D0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548680"/>
            <a:ext cx="7858125" cy="3295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BF786DE-128A-5779-67AD-7B721E00B500}"/>
              </a:ext>
            </a:extLst>
          </p:cNvPr>
          <p:cNvSpPr txBox="1"/>
          <p:nvPr/>
        </p:nvSpPr>
        <p:spPr>
          <a:xfrm>
            <a:off x="539552" y="192861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616CD264-AB10-63F0-F5F9-10DA0AFC9C2F}"/>
              </a:ext>
            </a:extLst>
          </p:cNvPr>
          <p:cNvCxnSpPr/>
          <p:nvPr/>
        </p:nvCxnSpPr>
        <p:spPr>
          <a:xfrm flipH="1">
            <a:off x="7236296" y="2780928"/>
            <a:ext cx="576064" cy="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52398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A565B30-016C-1151-8EA7-B0BBA5132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08720"/>
            <a:ext cx="5675653" cy="33379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3FA86C1-77B5-9752-D040-746EE0BCE1A9}"/>
              </a:ext>
            </a:extLst>
          </p:cNvPr>
          <p:cNvSpPr txBox="1"/>
          <p:nvPr/>
        </p:nvSpPr>
        <p:spPr>
          <a:xfrm>
            <a:off x="539552" y="192861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75004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88585A9-B97B-26FD-9396-6D6BA6154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92696"/>
            <a:ext cx="7667625" cy="2943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C9F42B9-B688-2BDF-43A4-5AD3636A99E3}"/>
              </a:ext>
            </a:extLst>
          </p:cNvPr>
          <p:cNvSpPr txBox="1"/>
          <p:nvPr/>
        </p:nvSpPr>
        <p:spPr>
          <a:xfrm>
            <a:off x="539552" y="192861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375800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04664"/>
            <a:ext cx="7412824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628800"/>
            <a:ext cx="3456384" cy="2929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260648"/>
            <a:ext cx="2592288" cy="2382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852936"/>
            <a:ext cx="8730250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4">
            <p14:nvContentPartPr>
              <p14:cNvPr id="717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30863" y="4292600"/>
              <a:ext cx="819150" cy="12700"/>
            </p14:xfrm>
          </p:contentPart>
        </mc:Choice>
        <mc:Fallback>
          <p:pic>
            <p:nvPicPr>
              <p:cNvPr id="71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24385" y="4285226"/>
                <a:ext cx="831387" cy="26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6">
            <p14:nvContentPartPr>
              <p14:cNvPr id="717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92500" y="1631950"/>
              <a:ext cx="63500" cy="93663"/>
            </p14:xfrm>
          </p:contentPart>
        </mc:Choice>
        <mc:Fallback>
          <p:pic>
            <p:nvPicPr>
              <p:cNvPr id="71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86079" y="1625233"/>
                <a:ext cx="75629" cy="106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717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35375" y="1054100"/>
              <a:ext cx="55563" cy="169863"/>
            </p14:xfrm>
          </p:contentPart>
        </mc:Choice>
        <mc:Fallback>
          <p:pic>
            <p:nvPicPr>
              <p:cNvPr id="717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28881" y="1047595"/>
                <a:ext cx="67830" cy="182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717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3388" y="4975225"/>
              <a:ext cx="1366837" cy="123825"/>
            </p14:xfrm>
          </p:contentPart>
        </mc:Choice>
        <mc:Fallback>
          <p:pic>
            <p:nvPicPr>
              <p:cNvPr id="717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6914" y="4968552"/>
                <a:ext cx="1379067" cy="136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7176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703763" y="4894263"/>
              <a:ext cx="1265237" cy="303212"/>
            </p14:xfrm>
          </p:contentPart>
        </mc:Choice>
        <mc:Fallback>
          <p:pic>
            <p:nvPicPr>
              <p:cNvPr id="7176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97286" y="4887827"/>
                <a:ext cx="1277472" cy="3153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7177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72113" y="5997575"/>
              <a:ext cx="406400" cy="100013"/>
            </p14:xfrm>
          </p:contentPart>
        </mc:Choice>
        <mc:Fallback>
          <p:pic>
            <p:nvPicPr>
              <p:cNvPr id="7177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65628" y="5991146"/>
                <a:ext cx="418650" cy="11215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105E318-8C33-AC9E-DC50-57E08E602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49" y="404664"/>
            <a:ext cx="8194723" cy="612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04412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85A9EFA-79F5-F4DC-3458-F9090CC3F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88640"/>
            <a:ext cx="7800975" cy="3705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6174CDD-9328-BA89-B457-E9E14C453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4053287"/>
            <a:ext cx="32575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48571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0648"/>
            <a:ext cx="7262876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59" y="1340768"/>
            <a:ext cx="2960619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1484783"/>
            <a:ext cx="2736304" cy="237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568" y="4509120"/>
            <a:ext cx="2252558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15616" y="3933056"/>
            <a:ext cx="1152128" cy="437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5576" y="5517232"/>
            <a:ext cx="2530011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004048" y="4221088"/>
            <a:ext cx="2160240" cy="812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973608" y="5476950"/>
            <a:ext cx="2567659" cy="59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819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89238" y="3973513"/>
              <a:ext cx="161925" cy="234950"/>
            </p14:xfrm>
          </p:contentPart>
        </mc:Choice>
        <mc:Fallback>
          <p:pic>
            <p:nvPicPr>
              <p:cNvPr id="819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82747" y="3967017"/>
                <a:ext cx="174187" cy="247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819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21025" y="4070350"/>
              <a:ext cx="127000" cy="63500"/>
            </p14:xfrm>
          </p:contentPart>
        </mc:Choice>
        <mc:Fallback>
          <p:pic>
            <p:nvPicPr>
              <p:cNvPr id="819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14512" y="4063892"/>
                <a:ext cx="139302" cy="756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819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54400" y="3890963"/>
              <a:ext cx="536575" cy="231775"/>
            </p14:xfrm>
          </p:contentPart>
        </mc:Choice>
        <mc:Fallback>
          <p:pic>
            <p:nvPicPr>
              <p:cNvPr id="819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47918" y="3884485"/>
                <a:ext cx="548819" cy="2440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6">
            <p14:nvContentPartPr>
              <p14:cNvPr id="819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33775" y="4187825"/>
              <a:ext cx="466725" cy="403225"/>
            </p14:xfrm>
          </p:contentPart>
        </mc:Choice>
        <mc:Fallback>
          <p:pic>
            <p:nvPicPr>
              <p:cNvPr id="819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27303" y="4181368"/>
                <a:ext cx="478950" cy="4154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8">
            <p14:nvContentPartPr>
              <p14:cNvPr id="8201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38538" y="5749925"/>
              <a:ext cx="376237" cy="109538"/>
            </p14:xfrm>
          </p:contentPart>
        </mc:Choice>
        <mc:Fallback>
          <p:pic>
            <p:nvPicPr>
              <p:cNvPr id="8201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32064" y="5743460"/>
                <a:ext cx="388467" cy="121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2">
            <p14:nvContentPartPr>
              <p14:cNvPr id="8203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552700" y="4965700"/>
              <a:ext cx="528638" cy="227013"/>
            </p14:xfrm>
          </p:contentPart>
        </mc:Choice>
        <mc:Fallback>
          <p:pic>
            <p:nvPicPr>
              <p:cNvPr id="8203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46214" y="4959088"/>
                <a:ext cx="540890" cy="2395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4">
            <p14:nvContentPartPr>
              <p14:cNvPr id="8204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88138" y="4724400"/>
              <a:ext cx="285750" cy="249238"/>
            </p14:xfrm>
          </p:contentPart>
        </mc:Choice>
        <mc:Fallback>
          <p:pic>
            <p:nvPicPr>
              <p:cNvPr id="8204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681668" y="4717898"/>
                <a:ext cx="297971" cy="2615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6">
            <p14:nvContentPartPr>
              <p14:cNvPr id="8205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53175" y="4916488"/>
              <a:ext cx="182563" cy="217487"/>
            </p14:xfrm>
          </p:contentPart>
        </mc:Choice>
        <mc:Fallback>
          <p:pic>
            <p:nvPicPr>
              <p:cNvPr id="8205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46706" y="4910039"/>
                <a:ext cx="194782" cy="22966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60648"/>
            <a:ext cx="4646916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196752"/>
            <a:ext cx="4320480" cy="3336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1640" y="4653136"/>
            <a:ext cx="428724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75656" y="5517231"/>
            <a:ext cx="4464496" cy="825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6">
            <p14:nvContentPartPr>
              <p14:cNvPr id="5734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30363" y="3349625"/>
              <a:ext cx="193675" cy="98425"/>
            </p14:xfrm>
          </p:contentPart>
        </mc:Choice>
        <mc:Fallback>
          <p:pic>
            <p:nvPicPr>
              <p:cNvPr id="573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23907" y="3343112"/>
                <a:ext cx="205869" cy="1107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5734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24150" y="3141663"/>
              <a:ext cx="177800" cy="76200"/>
            </p14:xfrm>
          </p:contentPart>
        </mc:Choice>
        <mc:Fallback>
          <p:pic>
            <p:nvPicPr>
              <p:cNvPr id="5734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17685" y="3135283"/>
                <a:ext cx="190013" cy="88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5734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94163" y="3394075"/>
              <a:ext cx="131762" cy="95250"/>
            </p14:xfrm>
          </p:contentPart>
        </mc:Choice>
        <mc:Fallback>
          <p:pic>
            <p:nvPicPr>
              <p:cNvPr id="5734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87683" y="3387581"/>
                <a:ext cx="144002" cy="1075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5734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102350" y="5686425"/>
              <a:ext cx="563563" cy="160338"/>
            </p14:xfrm>
          </p:contentPart>
        </mc:Choice>
        <mc:Fallback>
          <p:pic>
            <p:nvPicPr>
              <p:cNvPr id="5734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95876" y="5679997"/>
                <a:ext cx="575791" cy="17247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0648"/>
            <a:ext cx="2952328" cy="2567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1196752"/>
            <a:ext cx="3276364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3068960"/>
            <a:ext cx="2376265" cy="383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528" y="3573015"/>
            <a:ext cx="3672408" cy="310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16016" y="3573016"/>
            <a:ext cx="1872208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16016" y="4509120"/>
            <a:ext cx="1800200" cy="444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932040" y="5157192"/>
            <a:ext cx="1512168" cy="972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60648"/>
            <a:ext cx="536459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779" y="1412776"/>
            <a:ext cx="8445556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D8C5D53-0A39-F50A-3FC0-ECFAD02CD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12" y="568434"/>
            <a:ext cx="7800975" cy="695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515B895-7293-A84C-3A30-7C7F5ABC3D37}"/>
              </a:ext>
            </a:extLst>
          </p:cNvPr>
          <p:cNvSpPr txBox="1"/>
          <p:nvPr/>
        </p:nvSpPr>
        <p:spPr>
          <a:xfrm>
            <a:off x="492876" y="19910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92C5D46-F536-F34C-0C80-2725B5862865}"/>
              </a:ext>
            </a:extLst>
          </p:cNvPr>
          <p:cNvSpPr txBox="1"/>
          <p:nvPr/>
        </p:nvSpPr>
        <p:spPr>
          <a:xfrm>
            <a:off x="419114" y="1327793"/>
            <a:ext cx="1776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Ans :  </a:t>
            </a:r>
            <a:endParaRPr lang="en-IN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DFD25C81-8E16-7808-8802-99E0BA780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908214"/>
            <a:ext cx="7677150" cy="1123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C63C2AB-3075-F51F-7F83-52010ECEBEA5}"/>
              </a:ext>
            </a:extLst>
          </p:cNvPr>
          <p:cNvSpPr txBox="1"/>
          <p:nvPr/>
        </p:nvSpPr>
        <p:spPr>
          <a:xfrm>
            <a:off x="251520" y="253888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2477206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D284F4F-208D-A789-3F8C-28B1457B5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08720"/>
            <a:ext cx="652462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019660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FD28890-E985-B25F-CF4C-8EA185868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620688"/>
            <a:ext cx="6742074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38730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76C26F4-2119-34BE-AC6F-2A779E03E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871662"/>
            <a:ext cx="4714875" cy="3114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95755CF-068F-7BB0-1ADE-884B7CD1E969}"/>
              </a:ext>
            </a:extLst>
          </p:cNvPr>
          <p:cNvSpPr txBox="1"/>
          <p:nvPr/>
        </p:nvSpPr>
        <p:spPr>
          <a:xfrm>
            <a:off x="323528" y="548680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triangular lamina </a:t>
            </a:r>
            <a:r>
              <a:rPr lang="en-US" i="1" dirty="0"/>
              <a:t>ABC</a:t>
            </a:r>
            <a:r>
              <a:rPr lang="en-US" dirty="0"/>
              <a:t> hangs at rest, with one of the angles </a:t>
            </a:r>
            <a:r>
              <a:rPr lang="en-US" i="1" dirty="0"/>
              <a:t>A</a:t>
            </a:r>
            <a:r>
              <a:rPr lang="en-US" dirty="0"/>
              <a:t> being supported at a fixed point. Find the angle which the lower side makes with the horizon.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0E693C0-8D9C-F197-22EF-20B1A37C70D1}"/>
              </a:ext>
            </a:extLst>
          </p:cNvPr>
          <p:cNvSpPr txBox="1"/>
          <p:nvPr/>
        </p:nvSpPr>
        <p:spPr>
          <a:xfrm>
            <a:off x="395536" y="179348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833686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2B1BAFA-2607-5C13-5831-257519F4C2AC}"/>
              </a:ext>
            </a:extLst>
          </p:cNvPr>
          <p:cNvSpPr txBox="1"/>
          <p:nvPr/>
        </p:nvSpPr>
        <p:spPr>
          <a:xfrm>
            <a:off x="323528" y="188640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Solution</a:t>
            </a:r>
            <a:endParaRPr lang="en-IN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A134A0-6688-471E-702B-D64D4D2747AC}"/>
                  </a:ext>
                </a:extLst>
              </p:cNvPr>
              <p:cNvSpPr txBox="1"/>
              <p:nvPr/>
            </p:nvSpPr>
            <p:spPr>
              <a:xfrm>
                <a:off x="476573" y="650946"/>
                <a:ext cx="35442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𝐴𝑛𝑔𝑙𝑒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𝐴𝐷𝐶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=90 −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1A134A0-6688-471E-702B-D64D4D274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73" y="650946"/>
                <a:ext cx="3544239" cy="276999"/>
              </a:xfrm>
              <a:prstGeom prst="rect">
                <a:avLst/>
              </a:prstGeom>
              <a:blipFill>
                <a:blip r:embed="rId3"/>
                <a:stretch>
                  <a:fillRect l="-1031" t="-2222" b="-3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461D65-9982-2AE0-8EAB-529F67F88535}"/>
                  </a:ext>
                </a:extLst>
              </p:cNvPr>
              <p:cNvSpPr txBox="1"/>
              <p:nvPr/>
            </p:nvSpPr>
            <p:spPr>
              <a:xfrm>
                <a:off x="440904" y="1176763"/>
                <a:ext cx="23180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𝐴𝑛𝑔𝑙𝑒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𝐴𝐷𝐵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=90+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4461D65-9982-2AE0-8EAB-529F67F88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04" y="1176763"/>
                <a:ext cx="2318007" cy="276999"/>
              </a:xfrm>
              <a:prstGeom prst="rect">
                <a:avLst/>
              </a:prstGeom>
              <a:blipFill>
                <a:blip r:embed="rId4"/>
                <a:stretch>
                  <a:fillRect l="-3150" t="-2222" r="-2100" b="-3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E699C3-3C46-01F8-84BC-7A0A9EEF8387}"/>
                  </a:ext>
                </a:extLst>
              </p:cNvPr>
              <p:cNvSpPr txBox="1"/>
              <p:nvPr/>
            </p:nvSpPr>
            <p:spPr>
              <a:xfrm>
                <a:off x="383596" y="1682604"/>
                <a:ext cx="2472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𝐴𝑛𝑔𝑙𝑒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𝐵𝐴𝐷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𝐴𝐷𝐶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BE699C3-3C46-01F8-84BC-7A0A9EEF8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96" y="1682604"/>
                <a:ext cx="2472728" cy="276999"/>
              </a:xfrm>
              <a:prstGeom prst="rect">
                <a:avLst/>
              </a:prstGeom>
              <a:blipFill>
                <a:blip r:embed="rId5"/>
                <a:stretch>
                  <a:fillRect l="-2956" t="-2222" r="-1478" b="-3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BEABA8-2EC4-94A2-B778-7EC136D2ED04}"/>
                  </a:ext>
                </a:extLst>
              </p:cNvPr>
              <p:cNvSpPr txBox="1"/>
              <p:nvPr/>
            </p:nvSpPr>
            <p:spPr>
              <a:xfrm>
                <a:off x="384109" y="2187846"/>
                <a:ext cx="24722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𝐴𝑛𝑔𝑙𝑒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𝐷𝐴𝐶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𝐴𝐷𝐵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0BEABA8-2EC4-94A2-B778-7EC136D2E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09" y="2187846"/>
                <a:ext cx="2472215" cy="276999"/>
              </a:xfrm>
              <a:prstGeom prst="rect">
                <a:avLst/>
              </a:prstGeom>
              <a:blipFill>
                <a:blip r:embed="rId6"/>
                <a:stretch>
                  <a:fillRect l="-2709" t="-2222" r="-1232" b="-3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EBA27B-487A-2F03-43D3-9B6B237ED758}"/>
                  </a:ext>
                </a:extLst>
              </p:cNvPr>
              <p:cNvSpPr txBox="1"/>
              <p:nvPr/>
            </p:nvSpPr>
            <p:spPr>
              <a:xfrm>
                <a:off x="2963837" y="2222789"/>
                <a:ext cx="14585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90+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6EBA27B-487A-2F03-43D3-9B6B237ED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837" y="2222789"/>
                <a:ext cx="1458541" cy="276999"/>
              </a:xfrm>
              <a:prstGeom prst="rect">
                <a:avLst/>
              </a:prstGeom>
              <a:blipFill>
                <a:blip r:embed="rId7"/>
                <a:stretch>
                  <a:fillRect l="-837" r="-2929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94C4BD-6248-C656-7121-76FD3B151587}"/>
                  </a:ext>
                </a:extLst>
              </p:cNvPr>
              <p:cNvSpPr txBox="1"/>
              <p:nvPr/>
            </p:nvSpPr>
            <p:spPr>
              <a:xfrm>
                <a:off x="2905731" y="1729653"/>
                <a:ext cx="14585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90−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194C4BD-6248-C656-7121-76FD3B151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31" y="1729653"/>
                <a:ext cx="1458541" cy="276999"/>
              </a:xfrm>
              <a:prstGeom prst="rect">
                <a:avLst/>
              </a:prstGeom>
              <a:blipFill>
                <a:blip r:embed="rId8"/>
                <a:stretch>
                  <a:fillRect r="-2929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0AAFDCE3-EB4D-242F-DA0F-B500D5FFD9B8}"/>
              </a:ext>
            </a:extLst>
          </p:cNvPr>
          <p:cNvGrpSpPr/>
          <p:nvPr/>
        </p:nvGrpSpPr>
        <p:grpSpPr>
          <a:xfrm>
            <a:off x="1799922" y="2085627"/>
            <a:ext cx="432048" cy="360040"/>
            <a:chOff x="6804248" y="3212976"/>
            <a:chExt cx="432048" cy="36004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F8143C55-E78B-FA7F-57D6-0B6077E02089}"/>
                </a:ext>
              </a:extLst>
            </p:cNvPr>
            <p:cNvCxnSpPr/>
            <p:nvPr/>
          </p:nvCxnSpPr>
          <p:spPr>
            <a:xfrm flipH="1">
              <a:off x="6804248" y="3212976"/>
              <a:ext cx="288032" cy="360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81B53F8A-2196-CE58-AF18-B1C9898B1B98}"/>
                </a:ext>
              </a:extLst>
            </p:cNvPr>
            <p:cNvCxnSpPr/>
            <p:nvPr/>
          </p:nvCxnSpPr>
          <p:spPr>
            <a:xfrm>
              <a:off x="6804248" y="3573016"/>
              <a:ext cx="4320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41C4DA04-AAEB-0E1C-B47A-9DDA35C4B38C}"/>
              </a:ext>
            </a:extLst>
          </p:cNvPr>
          <p:cNvGrpSpPr/>
          <p:nvPr/>
        </p:nvGrpSpPr>
        <p:grpSpPr>
          <a:xfrm>
            <a:off x="1819880" y="1585556"/>
            <a:ext cx="432048" cy="360040"/>
            <a:chOff x="6804248" y="3212976"/>
            <a:chExt cx="432048" cy="36004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3E0411BD-E628-227A-4AA8-628AA1562FE9}"/>
                </a:ext>
              </a:extLst>
            </p:cNvPr>
            <p:cNvCxnSpPr/>
            <p:nvPr/>
          </p:nvCxnSpPr>
          <p:spPr>
            <a:xfrm flipH="1">
              <a:off x="6804248" y="3212976"/>
              <a:ext cx="288032" cy="360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83648749-5976-B948-675A-8B5B4ED29573}"/>
                </a:ext>
              </a:extLst>
            </p:cNvPr>
            <p:cNvCxnSpPr/>
            <p:nvPr/>
          </p:nvCxnSpPr>
          <p:spPr>
            <a:xfrm>
              <a:off x="6804248" y="3573016"/>
              <a:ext cx="4320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8F7729-EF25-47C2-F5A1-578CA2717287}"/>
                  </a:ext>
                </a:extLst>
              </p:cNvPr>
              <p:cNvSpPr txBox="1"/>
              <p:nvPr/>
            </p:nvSpPr>
            <p:spPr>
              <a:xfrm>
                <a:off x="1926405" y="2847135"/>
                <a:ext cx="3533403" cy="8127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𝑆𝑖𝑛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𝐵𝐴𝐷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𝐵𝐷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𝐴𝐷𝐵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𝑆𝑖𝑛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18F7729-EF25-47C2-F5A1-578CA2717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405" y="2847135"/>
                <a:ext cx="3533403" cy="8127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DD747D-2403-7872-EFC3-299C5D3E7E7C}"/>
                  </a:ext>
                </a:extLst>
              </p:cNvPr>
              <p:cNvSpPr txBox="1"/>
              <p:nvPr/>
            </p:nvSpPr>
            <p:spPr>
              <a:xfrm>
                <a:off x="476573" y="2828617"/>
                <a:ext cx="1391728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𝐵𝐷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ADD747D-2403-7872-EFC3-299C5D3E7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73" y="2828617"/>
                <a:ext cx="1391728" cy="7973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32AC14-8748-269A-D783-BD37E6C17EE4}"/>
                  </a:ext>
                </a:extLst>
              </p:cNvPr>
              <p:cNvSpPr txBox="1"/>
              <p:nvPr/>
            </p:nvSpPr>
            <p:spPr>
              <a:xfrm>
                <a:off x="519562" y="3683505"/>
                <a:ext cx="3393558" cy="814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𝐷𝐴𝐶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𝑆𝑖𝑛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𝐴𝐷𝐶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432AC14-8748-269A-D783-BD37E6C17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62" y="3683505"/>
                <a:ext cx="3393558" cy="8145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A37C65-4C63-5F4D-2AB8-69E90E25BAD9}"/>
                  </a:ext>
                </a:extLst>
              </p:cNvPr>
              <p:cNvSpPr txBox="1"/>
              <p:nvPr/>
            </p:nvSpPr>
            <p:spPr>
              <a:xfrm>
                <a:off x="5522556" y="2843381"/>
                <a:ext cx="2260555" cy="853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𝐵𝐴𝐷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𝐵𝐷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CA37C65-4C63-5F4D-2AB8-69E90E25B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556" y="2843381"/>
                <a:ext cx="2260555" cy="85376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231A63-D556-78EC-A267-73F755D295EF}"/>
                  </a:ext>
                </a:extLst>
              </p:cNvPr>
              <p:cNvSpPr txBox="1"/>
              <p:nvPr/>
            </p:nvSpPr>
            <p:spPr>
              <a:xfrm>
                <a:off x="4422378" y="3670870"/>
                <a:ext cx="2295115" cy="853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𝐷𝐴𝐶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8231A63-D556-78EC-A267-73F755D29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378" y="3670870"/>
                <a:ext cx="2295115" cy="85376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A1ACE03-74AD-4434-05BD-FABC53BFC4DB}"/>
                  </a:ext>
                </a:extLst>
              </p:cNvPr>
              <p:cNvSpPr txBox="1"/>
              <p:nvPr/>
            </p:nvSpPr>
            <p:spPr>
              <a:xfrm>
                <a:off x="323528" y="4393156"/>
                <a:ext cx="2987997" cy="853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𝐵𝐴𝐷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𝐷𝐴𝐶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A1ACE03-74AD-4434-05BD-FABC53BFC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393156"/>
                <a:ext cx="2987997" cy="85376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12C5CA8-F5A4-E199-8BB8-845F440A59AD}"/>
                  </a:ext>
                </a:extLst>
              </p:cNvPr>
              <p:cNvSpPr txBox="1"/>
              <p:nvPr/>
            </p:nvSpPr>
            <p:spPr>
              <a:xfrm>
                <a:off x="3198757" y="4562506"/>
                <a:ext cx="541802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90+Ɵ−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(90−Ɵ−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12C5CA8-F5A4-E199-8BB8-845F440A5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757" y="4562506"/>
                <a:ext cx="5418022" cy="553998"/>
              </a:xfrm>
              <a:prstGeom prst="rect">
                <a:avLst/>
              </a:prstGeom>
              <a:blipFill>
                <a:blip r:embed="rId15"/>
                <a:stretch>
                  <a:fillRect l="-562" t="-1099" r="-10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D86C2B6-82AB-D885-AD96-D12258044CD3}"/>
                  </a:ext>
                </a:extLst>
              </p:cNvPr>
              <p:cNvSpPr txBox="1"/>
              <p:nvPr/>
            </p:nvSpPr>
            <p:spPr>
              <a:xfrm>
                <a:off x="555907" y="5118413"/>
                <a:ext cx="44273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Ɵ−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(Ɵ+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D86C2B6-82AB-D885-AD96-D12258044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07" y="5118413"/>
                <a:ext cx="4427366" cy="553998"/>
              </a:xfrm>
              <a:prstGeom prst="rect">
                <a:avLst/>
              </a:prstGeom>
              <a:blipFill>
                <a:blip r:embed="rId16"/>
                <a:stretch>
                  <a:fillRect l="-138" t="-2198" r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E25A8C-8E84-23E9-4D66-DA422EA8A544}"/>
                  </a:ext>
                </a:extLst>
              </p:cNvPr>
              <p:cNvSpPr txBox="1"/>
              <p:nvPr/>
            </p:nvSpPr>
            <p:spPr>
              <a:xfrm>
                <a:off x="519562" y="5591247"/>
                <a:ext cx="809721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Ɵ)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Ɵ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(Ɵ)</m:t>
                          </m:r>
                        </m:e>
                      </m:func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IN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EE25A8C-8E84-23E9-4D66-DA422EA8A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62" y="5591247"/>
                <a:ext cx="8097217" cy="5539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35795F-7B73-D0AF-9172-C0BEA3D8BC18}"/>
                  </a:ext>
                </a:extLst>
              </p:cNvPr>
              <p:cNvSpPr txBox="1"/>
              <p:nvPr/>
            </p:nvSpPr>
            <p:spPr>
              <a:xfrm>
                <a:off x="661815" y="6028533"/>
                <a:ext cx="3219023" cy="795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𝑡𝑎𝑛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𝑐𝑜𝑡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IN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135795F-7B73-D0AF-9172-C0BEA3D8B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15" y="6028533"/>
                <a:ext cx="3219023" cy="79560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030866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DC391A3-732D-ADFC-9F77-48F078487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62" y="1484784"/>
            <a:ext cx="7710876" cy="46961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196005F-E04B-6371-C827-017CCF9C1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548680"/>
            <a:ext cx="7753350" cy="847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70F667B-42DF-E918-A10E-00BF499DD512}"/>
              </a:ext>
            </a:extLst>
          </p:cNvPr>
          <p:cNvSpPr txBox="1"/>
          <p:nvPr/>
        </p:nvSpPr>
        <p:spPr>
          <a:xfrm>
            <a:off x="539552" y="192947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3794496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4D480E7-E5B9-513D-7FBB-56CDED96C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764704"/>
            <a:ext cx="7867650" cy="1343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94172B-56CE-F3F4-31CA-382CC33A9CD7}"/>
              </a:ext>
            </a:extLst>
          </p:cNvPr>
          <p:cNvSpPr txBox="1"/>
          <p:nvPr/>
        </p:nvSpPr>
        <p:spPr>
          <a:xfrm>
            <a:off x="539552" y="192947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CEBC62E-1933-A167-7023-6441ADBAC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96" y="2420888"/>
            <a:ext cx="15621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4709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A91C2E1-39C4-6106-B4CB-7D0F1C3FA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764704"/>
            <a:ext cx="7762875" cy="4086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94B5298-C2D1-F898-F45E-855BAE34E0DE}"/>
              </a:ext>
            </a:extLst>
          </p:cNvPr>
          <p:cNvSpPr txBox="1"/>
          <p:nvPr/>
        </p:nvSpPr>
        <p:spPr>
          <a:xfrm>
            <a:off x="539552" y="192947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340539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5264020" cy="320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00" y="1124743"/>
            <a:ext cx="2416837" cy="2616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764704"/>
            <a:ext cx="8849405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528" y="1412776"/>
            <a:ext cx="4984263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3528" y="3356992"/>
            <a:ext cx="4663375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7544" y="4869160"/>
            <a:ext cx="5472608" cy="119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5427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18300" y="1838325"/>
              <a:ext cx="347663" cy="77788"/>
            </p14:xfrm>
          </p:contentPart>
        </mc:Choice>
        <mc:Fallback>
          <p:pic>
            <p:nvPicPr>
              <p:cNvPr id="5427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11740" y="1831902"/>
                <a:ext cx="360054" cy="8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5427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486650" y="1816100"/>
              <a:ext cx="71438" cy="55563"/>
            </p14:xfrm>
          </p:contentPart>
        </mc:Choice>
        <mc:Fallback>
          <p:pic>
            <p:nvPicPr>
              <p:cNvPr id="5427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80221" y="1809477"/>
                <a:ext cx="83582" cy="68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5427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11725" y="2306638"/>
              <a:ext cx="241300" cy="146050"/>
            </p14:xfrm>
          </p:contentPart>
        </mc:Choice>
        <mc:Fallback>
          <p:pic>
            <p:nvPicPr>
              <p:cNvPr id="5427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05252" y="2300195"/>
                <a:ext cx="253527" cy="158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5427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70475" y="2979738"/>
              <a:ext cx="212725" cy="122237"/>
            </p14:xfrm>
          </p:contentPart>
        </mc:Choice>
        <mc:Fallback>
          <p:pic>
            <p:nvPicPr>
              <p:cNvPr id="5427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63985" y="2973228"/>
                <a:ext cx="224984" cy="134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6">
            <p14:nvContentPartPr>
              <p14:cNvPr id="5427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27600" y="3771900"/>
              <a:ext cx="322263" cy="166688"/>
            </p14:xfrm>
          </p:contentPart>
        </mc:Choice>
        <mc:Fallback>
          <p:pic>
            <p:nvPicPr>
              <p:cNvPr id="5427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21111" y="3765448"/>
                <a:ext cx="334519" cy="1788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8">
            <p14:nvContentPartPr>
              <p14:cNvPr id="5427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43388" y="4325938"/>
              <a:ext cx="388937" cy="209550"/>
            </p14:xfrm>
          </p:contentPart>
        </mc:Choice>
        <mc:Fallback>
          <p:pic>
            <p:nvPicPr>
              <p:cNvPr id="5427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36888" y="4319367"/>
                <a:ext cx="401215" cy="2219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0">
            <p14:nvContentPartPr>
              <p14:cNvPr id="54281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91350" y="2695575"/>
              <a:ext cx="222250" cy="171450"/>
            </p14:xfrm>
          </p:contentPart>
        </mc:Choice>
        <mc:Fallback>
          <p:pic>
            <p:nvPicPr>
              <p:cNvPr id="54281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84856" y="2689050"/>
                <a:ext cx="234517" cy="183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2">
            <p14:nvContentPartPr>
              <p14:cNvPr id="54282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513638" y="2792413"/>
              <a:ext cx="49212" cy="36512"/>
            </p14:xfrm>
          </p:contentPart>
        </mc:Choice>
        <mc:Fallback>
          <p:pic>
            <p:nvPicPr>
              <p:cNvPr id="54282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07076" y="2785638"/>
                <a:ext cx="61606" cy="49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4">
            <p14:nvContentPartPr>
              <p14:cNvPr id="54283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969250" y="2543175"/>
              <a:ext cx="777875" cy="344488"/>
            </p14:xfrm>
          </p:contentPart>
        </mc:Choice>
        <mc:Fallback>
          <p:pic>
            <p:nvPicPr>
              <p:cNvPr id="54283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962765" y="2536668"/>
                <a:ext cx="790125" cy="356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6">
            <p14:nvContentPartPr>
              <p14:cNvPr id="54285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78688" y="2773363"/>
              <a:ext cx="317500" cy="69850"/>
            </p14:xfrm>
          </p:contentPart>
        </mc:Choice>
        <mc:Fallback>
          <p:pic>
            <p:nvPicPr>
              <p:cNvPr id="54285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272216" y="2766915"/>
                <a:ext cx="329725" cy="82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8">
            <p14:nvContentPartPr>
              <p14:cNvPr id="54287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451725" y="3371850"/>
              <a:ext cx="82550" cy="85725"/>
            </p14:xfrm>
          </p:contentPart>
        </mc:Choice>
        <mc:Fallback>
          <p:pic>
            <p:nvPicPr>
              <p:cNvPr id="54287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445179" y="3365256"/>
                <a:ext cx="94914" cy="981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30">
            <p14:nvContentPartPr>
              <p14:cNvPr id="54288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632700" y="1804988"/>
              <a:ext cx="176213" cy="112712"/>
            </p14:xfrm>
          </p:contentPart>
        </mc:Choice>
        <mc:Fallback>
          <p:pic>
            <p:nvPicPr>
              <p:cNvPr id="54288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626174" y="1798379"/>
                <a:ext cx="188541" cy="125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32">
            <p14:nvContentPartPr>
              <p14:cNvPr id="54289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14475" y="3019425"/>
              <a:ext cx="174625" cy="228600"/>
            </p14:xfrm>
          </p:contentPart>
        </mc:Choice>
        <mc:Fallback>
          <p:pic>
            <p:nvPicPr>
              <p:cNvPr id="54289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08021" y="3012955"/>
                <a:ext cx="186816" cy="2408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34">
            <p14:nvContentPartPr>
              <p14:cNvPr id="54290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74825" y="2997200"/>
              <a:ext cx="69850" cy="150813"/>
            </p14:xfrm>
          </p:contentPart>
        </mc:Choice>
        <mc:Fallback>
          <p:pic>
            <p:nvPicPr>
              <p:cNvPr id="54290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68475" y="2990721"/>
                <a:ext cx="81844" cy="1630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36">
            <p14:nvContentPartPr>
              <p14:cNvPr id="54291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41513" y="3038475"/>
              <a:ext cx="85725" cy="76200"/>
            </p14:xfrm>
          </p:contentPart>
        </mc:Choice>
        <mc:Fallback>
          <p:pic>
            <p:nvPicPr>
              <p:cNvPr id="54291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934833" y="3032036"/>
                <a:ext cx="98343" cy="883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38">
            <p14:nvContentPartPr>
              <p14:cNvPr id="54292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63663" y="6097588"/>
              <a:ext cx="455612" cy="22225"/>
            </p14:xfrm>
          </p:contentPart>
        </mc:Choice>
        <mc:Fallback>
          <p:pic>
            <p:nvPicPr>
              <p:cNvPr id="54292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357190" y="6090570"/>
                <a:ext cx="467838" cy="354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40">
            <p14:nvContentPartPr>
              <p14:cNvPr id="54293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794625" y="2746375"/>
              <a:ext cx="125413" cy="212725"/>
            </p14:xfrm>
          </p:contentPart>
        </mc:Choice>
        <mc:Fallback>
          <p:pic>
            <p:nvPicPr>
              <p:cNvPr id="54293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88024" y="2739950"/>
                <a:ext cx="137881" cy="2248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60648"/>
            <a:ext cx="6264696" cy="148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132856"/>
            <a:ext cx="8365430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4">
            <p14:nvContentPartPr>
              <p14:cNvPr id="532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10425" y="3763963"/>
              <a:ext cx="57150" cy="26987"/>
            </p14:xfrm>
          </p:contentPart>
        </mc:Choice>
        <mc:Fallback>
          <p:pic>
            <p:nvPicPr>
              <p:cNvPr id="532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03914" y="3757121"/>
                <a:ext cx="69448" cy="399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6">
            <p14:nvContentPartPr>
              <p14:cNvPr id="5325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308850" y="2781300"/>
              <a:ext cx="817563" cy="863600"/>
            </p14:xfrm>
          </p:contentPart>
        </mc:Choice>
        <mc:Fallback>
          <p:pic>
            <p:nvPicPr>
              <p:cNvPr id="5325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02370" y="2774818"/>
                <a:ext cx="829803" cy="8758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5325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19950" y="4905375"/>
              <a:ext cx="344488" cy="325438"/>
            </p14:xfrm>
          </p:contentPart>
        </mc:Choice>
        <mc:Fallback>
          <p:pic>
            <p:nvPicPr>
              <p:cNvPr id="5325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13471" y="4898902"/>
                <a:ext cx="356727" cy="3376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5325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812088" y="4503738"/>
              <a:ext cx="809625" cy="485775"/>
            </p14:xfrm>
          </p:contentPart>
        </mc:Choice>
        <mc:Fallback>
          <p:pic>
            <p:nvPicPr>
              <p:cNvPr id="5325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05611" y="4497242"/>
                <a:ext cx="821859" cy="498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5325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654925" y="4975225"/>
              <a:ext cx="288925" cy="98425"/>
            </p14:xfrm>
          </p:contentPart>
        </mc:Choice>
        <mc:Fallback>
          <p:pic>
            <p:nvPicPr>
              <p:cNvPr id="5325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48457" y="4968783"/>
                <a:ext cx="301143" cy="1105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5325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60513" y="3503613"/>
              <a:ext cx="322262" cy="311150"/>
            </p14:xfrm>
          </p:contentPart>
        </mc:Choice>
        <mc:Fallback>
          <p:pic>
            <p:nvPicPr>
              <p:cNvPr id="5325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54025" y="3497108"/>
                <a:ext cx="334518" cy="3234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6">
            <p14:nvContentPartPr>
              <p14:cNvPr id="53256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19688" y="4833938"/>
              <a:ext cx="109537" cy="55562"/>
            </p14:xfrm>
          </p:contentPart>
        </mc:Choice>
        <mc:Fallback>
          <p:pic>
            <p:nvPicPr>
              <p:cNvPr id="53256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113181" y="4826944"/>
                <a:ext cx="121828" cy="68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8">
            <p14:nvContentPartPr>
              <p14:cNvPr id="53257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16475" y="5337175"/>
              <a:ext cx="204788" cy="104775"/>
            </p14:xfrm>
          </p:contentPart>
        </mc:Choice>
        <mc:Fallback>
          <p:pic>
            <p:nvPicPr>
              <p:cNvPr id="53257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10019" y="5330694"/>
                <a:ext cx="216982" cy="1170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0">
            <p14:nvContentPartPr>
              <p14:cNvPr id="53258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14813" y="4117975"/>
              <a:ext cx="147637" cy="60325"/>
            </p14:xfrm>
          </p:contentPart>
        </mc:Choice>
        <mc:Fallback>
          <p:pic>
            <p:nvPicPr>
              <p:cNvPr id="53258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208300" y="4111473"/>
                <a:ext cx="159940" cy="726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2">
            <p14:nvContentPartPr>
              <p14:cNvPr id="53259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29200" y="3603625"/>
              <a:ext cx="219075" cy="74613"/>
            </p14:xfrm>
          </p:contentPart>
        </mc:Choice>
        <mc:Fallback>
          <p:pic>
            <p:nvPicPr>
              <p:cNvPr id="53259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22704" y="3597199"/>
                <a:ext cx="231346" cy="867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4">
            <p14:nvContentPartPr>
              <p14:cNvPr id="53266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78675" y="2344738"/>
              <a:ext cx="117475" cy="195262"/>
            </p14:xfrm>
          </p:contentPart>
        </mc:Choice>
        <mc:Fallback>
          <p:pic>
            <p:nvPicPr>
              <p:cNvPr id="53266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172208" y="2338265"/>
                <a:ext cx="129690" cy="20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6">
            <p14:nvContentPartPr>
              <p14:cNvPr id="53267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64375" y="5106988"/>
              <a:ext cx="1316038" cy="236537"/>
            </p14:xfrm>
          </p:contentPart>
        </mc:Choice>
        <mc:Fallback>
          <p:pic>
            <p:nvPicPr>
              <p:cNvPr id="53267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57899" y="5100478"/>
                <a:ext cx="1328270" cy="2488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8">
            <p14:nvContentPartPr>
              <p14:cNvPr id="53269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76363" y="4827588"/>
              <a:ext cx="387350" cy="347662"/>
            </p14:xfrm>
          </p:contentPart>
        </mc:Choice>
        <mc:Fallback>
          <p:pic>
            <p:nvPicPr>
              <p:cNvPr id="53269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69895" y="4821090"/>
                <a:ext cx="399567" cy="35993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196752"/>
            <a:ext cx="7954004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3">
            <p14:nvContentPartPr>
              <p14:cNvPr id="8704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54300" y="792163"/>
              <a:ext cx="420688" cy="350837"/>
            </p14:xfrm>
          </p:contentPart>
        </mc:Choice>
        <mc:Fallback>
          <p:pic>
            <p:nvPicPr>
              <p:cNvPr id="8704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7817" y="785679"/>
                <a:ext cx="432934" cy="363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5">
            <p14:nvContentPartPr>
              <p14:cNvPr id="87046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40575" y="4159250"/>
              <a:ext cx="746125" cy="19050"/>
            </p14:xfrm>
          </p:contentPart>
        </mc:Choice>
        <mc:Fallback>
          <p:pic>
            <p:nvPicPr>
              <p:cNvPr id="87046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4109" y="4153338"/>
                <a:ext cx="758339" cy="302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7">
            <p14:nvContentPartPr>
              <p14:cNvPr id="87047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713288" y="2909888"/>
              <a:ext cx="338137" cy="160337"/>
            </p14:xfrm>
          </p:contentPart>
        </mc:Choice>
        <mc:Fallback>
          <p:pic>
            <p:nvPicPr>
              <p:cNvPr id="87047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06785" y="2903431"/>
                <a:ext cx="350420" cy="17253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734500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844824"/>
            <a:ext cx="3457874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691680" y="260648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Area Moment of Inertia</a:t>
            </a: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2060848"/>
            <a:ext cx="3299276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4869160"/>
            <a:ext cx="2602107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20072" y="5157192"/>
            <a:ext cx="2376264" cy="84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148064" y="1700808"/>
            <a:ext cx="3995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Rectangular Moments of Inertia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3568" y="4437112"/>
            <a:ext cx="3995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Polar Moment of Inertia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691680" y="76470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(Second Area Moment)</a:t>
            </a:r>
            <a:endParaRPr lang="en-US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6">
            <p14:nvContentPartPr>
              <p14:cNvPr id="522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38938" y="4203700"/>
              <a:ext cx="184150" cy="85725"/>
            </p14:xfrm>
          </p:contentPart>
        </mc:Choice>
        <mc:Fallback>
          <p:pic>
            <p:nvPicPr>
              <p:cNvPr id="522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2451" y="4197162"/>
                <a:ext cx="196403" cy="98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5222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89125" y="3489325"/>
              <a:ext cx="79375" cy="4763"/>
            </p14:xfrm>
          </p:contentPart>
        </mc:Choice>
        <mc:Fallback>
          <p:pic>
            <p:nvPicPr>
              <p:cNvPr id="5222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82541" y="3479799"/>
                <a:ext cx="91812" cy="227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5222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16088" y="2952750"/>
              <a:ext cx="77787" cy="3175"/>
            </p14:xfrm>
          </p:contentPart>
        </mc:Choice>
        <mc:Fallback>
          <p:pic>
            <p:nvPicPr>
              <p:cNvPr id="5222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09514" y="2945606"/>
                <a:ext cx="90204" cy="16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5222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574925" y="3581400"/>
              <a:ext cx="165100" cy="6350"/>
            </p14:xfrm>
          </p:contentPart>
        </mc:Choice>
        <mc:Fallback>
          <p:pic>
            <p:nvPicPr>
              <p:cNvPr id="5222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68450" y="3571875"/>
                <a:ext cx="177330" cy="24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5223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15163" y="3548063"/>
              <a:ext cx="266700" cy="198437"/>
            </p14:xfrm>
          </p:contentPart>
        </mc:Choice>
        <mc:Fallback>
          <p:pic>
            <p:nvPicPr>
              <p:cNvPr id="5223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08684" y="3541580"/>
                <a:ext cx="278937" cy="21068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60648"/>
            <a:ext cx="3168352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980727"/>
            <a:ext cx="1584176" cy="1643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83768" y="1124744"/>
            <a:ext cx="1829138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4008" y="1052736"/>
            <a:ext cx="1368152" cy="1684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60232" y="1268760"/>
            <a:ext cx="1584176" cy="1615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3568" y="3356992"/>
            <a:ext cx="1909968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08713" y="3575184"/>
            <a:ext cx="2119371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27584" y="5589240"/>
            <a:ext cx="2448272" cy="675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6144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38213" y="3938588"/>
              <a:ext cx="180975" cy="34925"/>
            </p14:xfrm>
          </p:contentPart>
        </mc:Choice>
        <mc:Fallback>
          <p:pic>
            <p:nvPicPr>
              <p:cNvPr id="6144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31711" y="3931900"/>
                <a:ext cx="193257" cy="47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6144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70288" y="5738813"/>
              <a:ext cx="455612" cy="114300"/>
            </p14:xfrm>
          </p:contentPart>
        </mc:Choice>
        <mc:Fallback>
          <p:pic>
            <p:nvPicPr>
              <p:cNvPr id="6144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63805" y="5732404"/>
                <a:ext cx="467858" cy="126407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E65501B-7BAB-DB68-E0C2-17385936303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894" y="2852171"/>
            <a:ext cx="8181975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95D6487-3EF9-2AD0-6D9C-199D03D2F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620688"/>
            <a:ext cx="8181975" cy="495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1C972A-1C91-F874-898F-55B2173A90CF}"/>
              </a:ext>
            </a:extLst>
          </p:cNvPr>
          <p:cNvSpPr txBox="1"/>
          <p:nvPr/>
        </p:nvSpPr>
        <p:spPr>
          <a:xfrm>
            <a:off x="323528" y="18864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0D08909-95E8-A38E-D55E-253A1D84E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" y="1178704"/>
            <a:ext cx="119062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529345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E6A73B7-07F6-279F-01AB-87FE73045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92696"/>
            <a:ext cx="2581275" cy="38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152BA32-4539-937E-55CB-D79E531AF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8" y="1152866"/>
            <a:ext cx="8820472" cy="1318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6CE800B-98DA-20EA-3973-F09AAF9A9789}"/>
              </a:ext>
            </a:extLst>
          </p:cNvPr>
          <p:cNvSpPr txBox="1"/>
          <p:nvPr/>
        </p:nvSpPr>
        <p:spPr>
          <a:xfrm>
            <a:off x="179512" y="18864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21286833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248" y="0"/>
            <a:ext cx="1998222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19" y="188640"/>
            <a:ext cx="6633209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1" y="1614068"/>
            <a:ext cx="6984776" cy="4881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5">
            <p14:nvContentPartPr>
              <p14:cNvPr id="5017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749800" y="4044950"/>
              <a:ext cx="368300" cy="131763"/>
            </p14:xfrm>
          </p:contentPart>
        </mc:Choice>
        <mc:Fallback>
          <p:pic>
            <p:nvPicPr>
              <p:cNvPr id="5017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43351" y="4038470"/>
                <a:ext cx="380481" cy="144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7">
            <p14:nvContentPartPr>
              <p14:cNvPr id="5017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57825" y="3025775"/>
              <a:ext cx="488950" cy="152400"/>
            </p14:xfrm>
          </p:contentPart>
        </mc:Choice>
        <mc:Fallback>
          <p:pic>
            <p:nvPicPr>
              <p:cNvPr id="5017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51354" y="3019259"/>
                <a:ext cx="501174" cy="1647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9">
            <p14:nvContentPartPr>
              <p14:cNvPr id="50181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9588" y="3398838"/>
              <a:ext cx="12700" cy="4762"/>
            </p14:xfrm>
          </p:contentPart>
        </mc:Choice>
        <mc:Fallback>
          <p:pic>
            <p:nvPicPr>
              <p:cNvPr id="50181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3410" y="3391695"/>
                <a:ext cx="24370" cy="18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1">
            <p14:nvContentPartPr>
              <p14:cNvPr id="50182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2125" y="2765425"/>
              <a:ext cx="1217613" cy="633413"/>
            </p14:xfrm>
          </p:contentPart>
        </mc:Choice>
        <mc:Fallback>
          <p:pic>
            <p:nvPicPr>
              <p:cNvPr id="50182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5646" y="2758951"/>
                <a:ext cx="1229850" cy="6456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3">
            <p14:nvContentPartPr>
              <p14:cNvPr id="50183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55938" y="3257550"/>
              <a:ext cx="1027112" cy="34925"/>
            </p14:xfrm>
          </p:contentPart>
        </mc:Choice>
        <mc:Fallback>
          <p:pic>
            <p:nvPicPr>
              <p:cNvPr id="50183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49460" y="3250862"/>
                <a:ext cx="1039348" cy="4755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268760"/>
            <a:ext cx="3501227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76672"/>
            <a:ext cx="2586026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8273" y="3994697"/>
            <a:ext cx="2324830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52474" y="3389687"/>
            <a:ext cx="252028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71625" y="3854500"/>
            <a:ext cx="4276839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0568" y="5419151"/>
            <a:ext cx="2128737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80568" y="6025678"/>
            <a:ext cx="2160240" cy="711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275131" y="1190402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/>
              <a:t>C</a:t>
            </a:r>
            <a:r>
              <a:rPr lang="en-IN" sz="2000" dirty="0"/>
              <a:t> - </a:t>
            </a:r>
            <a:r>
              <a:rPr lang="en-IN" sz="2000" dirty="0" err="1"/>
              <a:t>Centroid</a:t>
            </a:r>
            <a:endParaRPr lang="en-US" sz="2000" dirty="0"/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923928" y="620688"/>
            <a:ext cx="3408379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4915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50072" y="4296596"/>
              <a:ext cx="357188" cy="112712"/>
            </p14:xfrm>
          </p:contentPart>
        </mc:Choice>
        <mc:Fallback>
          <p:pic>
            <p:nvPicPr>
              <p:cNvPr id="4915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43610" y="4290009"/>
                <a:ext cx="369393" cy="1251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4915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81562" y="4794358"/>
              <a:ext cx="333375" cy="127000"/>
            </p14:xfrm>
          </p:contentPart>
        </mc:Choice>
        <mc:Fallback>
          <p:pic>
            <p:nvPicPr>
              <p:cNvPr id="4915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75082" y="4787900"/>
                <a:ext cx="345616" cy="139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4915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83050" y="1077913"/>
              <a:ext cx="3309938" cy="87312"/>
            </p14:xfrm>
          </p:contentPart>
        </mc:Choice>
        <mc:Fallback>
          <p:pic>
            <p:nvPicPr>
              <p:cNvPr id="4915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76571" y="1071445"/>
                <a:ext cx="3322177" cy="995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8D4AA2-6537-CBEB-1B9C-B24C4EE50D5B}"/>
                  </a:ext>
                </a:extLst>
              </p:cNvPr>
              <p:cNvSpPr txBox="1"/>
              <p:nvPr/>
            </p:nvSpPr>
            <p:spPr>
              <a:xfrm>
                <a:off x="3702912" y="1645211"/>
                <a:ext cx="2592289" cy="818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𝑑𝐴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98D4AA2-6537-CBEB-1B9C-B24C4EE50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912" y="1645211"/>
                <a:ext cx="2592289" cy="81887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3F30192-1852-A9ED-6264-04077247F1DD}"/>
                  </a:ext>
                </a:extLst>
              </p:cNvPr>
              <p:cNvSpPr txBox="1"/>
              <p:nvPr/>
            </p:nvSpPr>
            <p:spPr>
              <a:xfrm>
                <a:off x="5738019" y="1662172"/>
                <a:ext cx="2592289" cy="818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𝑑𝐴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3F30192-1852-A9ED-6264-04077247F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019" y="1662172"/>
                <a:ext cx="2592289" cy="81887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08A9FD0-39C6-4472-0DAF-48AB7C3DCE7E}"/>
              </a:ext>
            </a:extLst>
          </p:cNvPr>
          <p:cNvSpPr txBox="1"/>
          <p:nvPr/>
        </p:nvSpPr>
        <p:spPr>
          <a:xfrm>
            <a:off x="4361651" y="3102180"/>
            <a:ext cx="368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Moment of Inertia about (</a:t>
            </a:r>
            <a:r>
              <a:rPr lang="en-US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/>
              <a:t>)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E7F533A-F559-7A09-20A0-2C3D783C1E62}"/>
                  </a:ext>
                </a:extLst>
              </p:cNvPr>
              <p:cNvSpPr txBox="1"/>
              <p:nvPr/>
            </p:nvSpPr>
            <p:spPr>
              <a:xfrm>
                <a:off x="3994290" y="2384314"/>
                <a:ext cx="1768615" cy="818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E7F533A-F559-7A09-20A0-2C3D783C1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290" y="2384314"/>
                <a:ext cx="1768615" cy="81887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888609-6AFD-673C-29C1-DAE218E047DB}"/>
                  </a:ext>
                </a:extLst>
              </p:cNvPr>
              <p:cNvSpPr txBox="1"/>
              <p:nvPr/>
            </p:nvSpPr>
            <p:spPr>
              <a:xfrm>
                <a:off x="5998110" y="2288482"/>
                <a:ext cx="1768615" cy="818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E888609-6AFD-673C-29C1-DAE218E04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10" y="2288482"/>
                <a:ext cx="1768615" cy="81887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465F779-9A4D-BE0C-4F9C-D87B1CDB82C5}"/>
              </a:ext>
            </a:extLst>
          </p:cNvPr>
          <p:cNvSpPr txBox="1"/>
          <p:nvPr/>
        </p:nvSpPr>
        <p:spPr>
          <a:xfrm>
            <a:off x="2963917" y="5554905"/>
            <a:ext cx="267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(Polar Moment of Inertia)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C58864E7-47F8-2529-7B77-EE841D1AAC96}"/>
              </a:ext>
            </a:extLst>
          </p:cNvPr>
          <p:cNvSpPr txBox="1"/>
          <p:nvPr/>
        </p:nvSpPr>
        <p:spPr>
          <a:xfrm>
            <a:off x="3133947" y="6170323"/>
            <a:ext cx="267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(Radius of gyration)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489243-2B6E-D6B9-CCA3-8C5F9F4FB0ED}"/>
                  </a:ext>
                </a:extLst>
              </p:cNvPr>
              <p:cNvSpPr txBox="1"/>
              <p:nvPr/>
            </p:nvSpPr>
            <p:spPr>
              <a:xfrm>
                <a:off x="4471625" y="4431085"/>
                <a:ext cx="3928704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7489243-2B6E-D6B9-CCA3-8C5F9F4FB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625" y="4431085"/>
                <a:ext cx="3928704" cy="72654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0648"/>
            <a:ext cx="7150562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988840"/>
            <a:ext cx="3382876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4">
            <p14:nvContentPartPr>
              <p14:cNvPr id="4813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00263" y="3597275"/>
              <a:ext cx="11112" cy="11113"/>
            </p14:xfrm>
          </p:contentPart>
        </mc:Choice>
        <mc:Fallback>
          <p:pic>
            <p:nvPicPr>
              <p:cNvPr id="4813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94202" y="3590607"/>
                <a:ext cx="22561" cy="2370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692696"/>
            <a:ext cx="6937335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684" y="2204864"/>
            <a:ext cx="2771316" cy="2595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2420888"/>
            <a:ext cx="1483801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536" y="3356992"/>
            <a:ext cx="1412286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11760" y="3284984"/>
            <a:ext cx="3369973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5535" y="4149080"/>
            <a:ext cx="1751545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555776" y="4077072"/>
            <a:ext cx="3286323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51520" y="5157192"/>
            <a:ext cx="1810487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339752" y="5013176"/>
            <a:ext cx="3610448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411760" y="5877272"/>
            <a:ext cx="2016224" cy="706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4710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89325" y="2109788"/>
              <a:ext cx="219075" cy="109537"/>
            </p14:xfrm>
          </p:contentPart>
        </mc:Choice>
        <mc:Fallback>
          <p:pic>
            <p:nvPicPr>
              <p:cNvPr id="4710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82742" y="2103216"/>
                <a:ext cx="231510" cy="1219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4710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21363" y="3502025"/>
              <a:ext cx="328612" cy="119063"/>
            </p14:xfrm>
          </p:contentPart>
        </mc:Choice>
        <mc:Fallback>
          <p:pic>
            <p:nvPicPr>
              <p:cNvPr id="4710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14870" y="3495410"/>
                <a:ext cx="340876" cy="131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6">
            <p14:nvContentPartPr>
              <p14:cNvPr id="4710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3381750" y="80787875"/>
              <a:ext cx="0" cy="0"/>
            </p14:xfrm>
          </p:contentPart>
        </mc:Choice>
        <mc:Fallback>
          <p:pic>
            <p:nvPicPr>
              <p:cNvPr id="4710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3381750" y="80787875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8">
            <p14:nvContentPartPr>
              <p14:cNvPr id="4710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23113" y="3594100"/>
              <a:ext cx="695325" cy="915988"/>
            </p14:xfrm>
          </p:contentPart>
        </mc:Choice>
        <mc:Fallback>
          <p:pic>
            <p:nvPicPr>
              <p:cNvPr id="4710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116621" y="3587614"/>
                <a:ext cx="707587" cy="9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0">
            <p14:nvContentPartPr>
              <p14:cNvPr id="4711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52950" y="6111875"/>
              <a:ext cx="463550" cy="163513"/>
            </p14:xfrm>
          </p:contentPart>
        </mc:Choice>
        <mc:Fallback>
          <p:pic>
            <p:nvPicPr>
              <p:cNvPr id="4711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46497" y="6105363"/>
                <a:ext cx="475739" cy="1758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2">
            <p14:nvContentPartPr>
              <p14:cNvPr id="47112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67050" y="4660900"/>
              <a:ext cx="160338" cy="101600"/>
            </p14:xfrm>
          </p:contentPart>
        </mc:Choice>
        <mc:Fallback>
          <p:pic>
            <p:nvPicPr>
              <p:cNvPr id="47112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60579" y="4654461"/>
                <a:ext cx="172561" cy="1137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4">
            <p14:nvContentPartPr>
              <p14:cNvPr id="4711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773613" y="2022475"/>
              <a:ext cx="249237" cy="133350"/>
            </p14:xfrm>
          </p:contentPart>
        </mc:Choice>
        <mc:Fallback>
          <p:pic>
            <p:nvPicPr>
              <p:cNvPr id="4711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67158" y="2016023"/>
                <a:ext cx="261430" cy="1455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6">
            <p14:nvContentPartPr>
              <p14:cNvPr id="47114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81225" y="2817813"/>
              <a:ext cx="346075" cy="142875"/>
            </p14:xfrm>
          </p:contentPart>
        </mc:Choice>
        <mc:Fallback>
          <p:pic>
            <p:nvPicPr>
              <p:cNvPr id="47114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74756" y="2811335"/>
                <a:ext cx="358294" cy="15511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21062DD-738A-0B0E-C30B-EC415A6C1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259" y="548680"/>
            <a:ext cx="2847330" cy="2448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5158068-62D7-4A1E-7064-142F224EE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421306"/>
            <a:ext cx="5911866" cy="322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902963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BF47B24-470E-5C23-5CE3-08D703610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404664"/>
            <a:ext cx="7677150" cy="2876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633AE89-0F66-9063-56AD-5A494D1EC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434680"/>
            <a:ext cx="7010259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017180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B1676DC-CA4F-A538-9A79-48C977AE9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41988"/>
            <a:ext cx="3181350" cy="3324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0A7EF9C-58AB-D667-F647-D80B96094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60648"/>
            <a:ext cx="4989910" cy="2448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81CE109-A799-5301-6E16-03912A24E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99" y="2743403"/>
            <a:ext cx="4486859" cy="17281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790F5BB-CE55-B9ED-70C9-B198024F2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76" y="4941168"/>
            <a:ext cx="687749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298502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BEB6CD2-7179-C2B3-BEE6-C94380382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964" y="260648"/>
            <a:ext cx="9144000" cy="8239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364A54E-2155-FDB3-DE09-B2A5DD237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1916832"/>
            <a:ext cx="318135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787165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30A69EF-AC3A-5EDA-39E6-9B2119925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548680"/>
            <a:ext cx="4714875" cy="3467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04E2284-6A48-1D7F-72D1-AE293F428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437112"/>
            <a:ext cx="776287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275245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864A37D-8BFD-4635-F206-61F1A6DB7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404664"/>
            <a:ext cx="8648700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1506F93-49F9-0071-9456-D748EA048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" y="2451442"/>
            <a:ext cx="888682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699699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F978D67-EF65-EA0D-76D6-E4FA72B68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507900"/>
            <a:ext cx="8784976" cy="252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59428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54C6173-082A-A799-6A9F-1C1D189EE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620688"/>
            <a:ext cx="70866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685383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620" y="980728"/>
            <a:ext cx="7748688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32656"/>
            <a:ext cx="6645738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4">
            <p14:nvContentPartPr>
              <p14:cNvPr id="4608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03663" y="5056188"/>
              <a:ext cx="527050" cy="150812"/>
            </p14:xfrm>
          </p:contentPart>
        </mc:Choice>
        <mc:Fallback>
          <p:pic>
            <p:nvPicPr>
              <p:cNvPr id="4608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97183" y="5049647"/>
                <a:ext cx="539290" cy="16316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04664"/>
            <a:ext cx="8578117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132856"/>
            <a:ext cx="8459046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76672"/>
            <a:ext cx="6048672" cy="430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268760"/>
            <a:ext cx="8141268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1916832"/>
            <a:ext cx="2304256" cy="3295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9552" y="5373216"/>
            <a:ext cx="8280920" cy="880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420888"/>
            <a:ext cx="8399333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88640"/>
            <a:ext cx="1368152" cy="1956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214DEFB-0C3F-01B5-CD06-E44EFA657000}"/>
              </a:ext>
            </a:extLst>
          </p:cNvPr>
          <p:cNvSpPr txBox="1"/>
          <p:nvPr/>
        </p:nvSpPr>
        <p:spPr>
          <a:xfrm>
            <a:off x="2339752" y="1988840"/>
            <a:ext cx="468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Practice Problems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xmlns="" val="41808319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BBE05CA-7EE3-FEAB-66C5-D1FBF1C6A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80"/>
            <a:ext cx="9144000" cy="491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2F27669-EC7F-5F0E-7163-79FDC3681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1772816"/>
            <a:ext cx="4352925" cy="3695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49D0BBE-BF23-EF2B-A295-45E39AAF9D79}"/>
              </a:ext>
            </a:extLst>
          </p:cNvPr>
          <p:cNvSpPr txBox="1"/>
          <p:nvPr/>
        </p:nvSpPr>
        <p:spPr>
          <a:xfrm>
            <a:off x="179512" y="26064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100685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4B9EC03-89F1-AF39-08EA-7CC11FC9B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" y="807344"/>
            <a:ext cx="9144000" cy="26848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45799E4-FD20-C323-8EE0-961F2C99D96A}"/>
              </a:ext>
            </a:extLst>
          </p:cNvPr>
          <p:cNvSpPr txBox="1"/>
          <p:nvPr/>
        </p:nvSpPr>
        <p:spPr>
          <a:xfrm>
            <a:off x="197159" y="629980"/>
            <a:ext cx="878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centroids of the following figure.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26406CC-049C-59F5-BE24-F98CD525E5A9}"/>
              </a:ext>
            </a:extLst>
          </p:cNvPr>
          <p:cNvSpPr txBox="1"/>
          <p:nvPr/>
        </p:nvSpPr>
        <p:spPr>
          <a:xfrm>
            <a:off x="179512" y="26064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9FD95C8-7FD6-7753-0719-D5CDAD470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13" y="3669607"/>
            <a:ext cx="558165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14515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AEBF7F2-C725-8F3D-6689-8B3A46C8C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" y="764704"/>
            <a:ext cx="8753475" cy="1533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BD34B8C-9520-4166-587F-40636A923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204864"/>
            <a:ext cx="4257675" cy="3505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0D81B3A-C2D5-53AF-0541-57E2ECA89913}"/>
              </a:ext>
            </a:extLst>
          </p:cNvPr>
          <p:cNvSpPr txBox="1"/>
          <p:nvPr/>
        </p:nvSpPr>
        <p:spPr>
          <a:xfrm>
            <a:off x="179512" y="26064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183028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C536ED0-D208-8881-180F-C0C405846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476672"/>
            <a:ext cx="6092164" cy="41764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9526D63-80D4-BB33-0F75-6A065CE164EF}"/>
              </a:ext>
            </a:extLst>
          </p:cNvPr>
          <p:cNvSpPr txBox="1"/>
          <p:nvPr/>
        </p:nvSpPr>
        <p:spPr>
          <a:xfrm>
            <a:off x="179512" y="26064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329182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611AFCC-B138-899C-EFB5-14F395039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764704"/>
            <a:ext cx="6379096" cy="4680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27429A6-BB2B-5D93-766B-CE450F0D0202}"/>
              </a:ext>
            </a:extLst>
          </p:cNvPr>
          <p:cNvSpPr txBox="1"/>
          <p:nvPr/>
        </p:nvSpPr>
        <p:spPr>
          <a:xfrm>
            <a:off x="179512" y="26064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439847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E5B6E64-2EFF-E1DA-8956-F7BB74A5E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755" y="980728"/>
            <a:ext cx="6822489" cy="4320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A8EC73B-0F7F-8D73-AA1C-A48B82398BEE}"/>
              </a:ext>
            </a:extLst>
          </p:cNvPr>
          <p:cNvSpPr txBox="1"/>
          <p:nvPr/>
        </p:nvSpPr>
        <p:spPr>
          <a:xfrm>
            <a:off x="179512" y="26064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08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B47ED89-A03C-6C87-D84E-FAA7BD60E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764704"/>
            <a:ext cx="5400600" cy="50233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E2E4035-D702-6717-0A5D-3E87A3C632CC}"/>
              </a:ext>
            </a:extLst>
          </p:cNvPr>
          <p:cNvSpPr txBox="1"/>
          <p:nvPr/>
        </p:nvSpPr>
        <p:spPr>
          <a:xfrm>
            <a:off x="179512" y="26064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582267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BDA3279-3E74-109C-4FC7-13EEC8A79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506" y="404664"/>
            <a:ext cx="6692987" cy="1512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BCEB5C1-1FCF-4635-20F0-AD567F35E439}"/>
              </a:ext>
            </a:extLst>
          </p:cNvPr>
          <p:cNvSpPr txBox="1"/>
          <p:nvPr/>
        </p:nvSpPr>
        <p:spPr>
          <a:xfrm>
            <a:off x="179512" y="26064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P8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C31E155-DCE7-9A81-8D4F-DB00B7F8C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2060848"/>
            <a:ext cx="4464496" cy="373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582580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30FD773-9663-C365-702D-285EFD822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286" y="629980"/>
            <a:ext cx="6618705" cy="51365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D7237DA-E886-E549-9D57-66E4E3796FA2}"/>
              </a:ext>
            </a:extLst>
          </p:cNvPr>
          <p:cNvSpPr txBox="1"/>
          <p:nvPr/>
        </p:nvSpPr>
        <p:spPr>
          <a:xfrm>
            <a:off x="179512" y="26064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2282763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2158451-6F0F-809B-9CC2-BBA0D32A8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908720"/>
            <a:ext cx="6455305" cy="4752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5A8ECC7-24D2-8BEA-70F6-2E371FE5F13E}"/>
              </a:ext>
            </a:extLst>
          </p:cNvPr>
          <p:cNvSpPr txBox="1"/>
          <p:nvPr/>
        </p:nvSpPr>
        <p:spPr>
          <a:xfrm>
            <a:off x="179512" y="26064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6729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3281</TotalTime>
  <Words>176</Words>
  <Application>Microsoft Office PowerPoint</Application>
  <PresentationFormat>On-screen Show (4:3)</PresentationFormat>
  <Paragraphs>69</Paragraphs>
  <Slides>66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7" baseType="lpstr">
      <vt:lpstr>Office Theme</vt:lpstr>
      <vt:lpstr>Engineering Mechanics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TIU</cp:lastModifiedBy>
  <cp:revision>244</cp:revision>
  <dcterms:created xsi:type="dcterms:W3CDTF">2021-06-06T05:58:41Z</dcterms:created>
  <dcterms:modified xsi:type="dcterms:W3CDTF">2025-11-28T06:54:57Z</dcterms:modified>
</cp:coreProperties>
</file>